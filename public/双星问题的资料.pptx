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2.xml" ContentType="application/vnd.openxmlformats-officedocument.theme+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notesSlides/notesSlide1.xml" ContentType="application/vnd.openxmlformats-officedocument.presentationml.notesSlide+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notesSlides/notesSlide2.xml" ContentType="application/vnd.openxmlformats-officedocument.presentationml.notesSlide+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tags/tag2440.xml" ContentType="application/vnd.openxmlformats-officedocument.presentationml.tags+xml"/>
  <Override PartName="/ppt/tags/tag271.xml" ContentType="application/vnd.openxmlformats-officedocument.presentationml.tags+xml"/>
  <Override PartName="/ppt/tags/tag274.xml" ContentType="application/vnd.openxmlformats-officedocument.presentationml.tags+xml"/>
  <Override PartName="/ppt/tags/tag276.xml" ContentType="application/vnd.openxmlformats-officedocument.presentationml.tags+xml"/>
  <Override PartName="/ppt/tags/tag401.xml" ContentType="application/vnd.openxmlformats-officedocument.presentationml.tags+xml"/>
  <Override PartName="/ppt/tags/tag403.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7" r:id="rId2"/>
    <p:sldId id="258" r:id="rId3"/>
    <p:sldId id="259" r:id="rId4"/>
    <p:sldId id="260" r:id="rId5"/>
    <p:sldId id="261" r:id="rId6"/>
    <p:sldId id="262" r:id="rId7"/>
    <p:sldId id="263" r:id="rId8"/>
    <p:sldId id="264" r:id="rId9"/>
    <p:sldId id="265" r:id="rId10"/>
    <p:sldId id="267" r:id="rId11"/>
    <p:sldId id="274" r:id="rId12"/>
    <p:sldId id="275" r:id="rId13"/>
    <p:sldId id="272" r:id="rId14"/>
  </p:sldIdLst>
  <p:sldSz cx="12192000" cy="6858000"/>
  <p:notesSz cx="6858000" cy="9144000"/>
  <p:custDataLst>
    <p:tags r:id="rId1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16" userDrawn="1">
          <p15:clr>
            <a:srgbClr val="A4A3A4"/>
          </p15:clr>
        </p15:guide>
        <p15:guide id="2" pos="382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xkb1.com" initials="" lastIdx="0" clrIdx="0"/>
  <p:cmAuthor id="1" name="Administrator" initials="A" lastIdx="0" clrIdx="0"/>
  <p:cmAuthor id="2" name="作者" initials="作" lastIdx="0" clrIdx="1"/>
  <p:cmAuthor id="3" name="dao4" initials="d"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78" autoAdjust="0"/>
    <p:restoredTop sz="94660"/>
  </p:normalViewPr>
  <p:slideViewPr>
    <p:cSldViewPr snapToGrid="0" showGuides="1">
      <p:cViewPr varScale="1">
        <p:scale>
          <a:sx n="95" d="100"/>
          <a:sy n="95" d="100"/>
        </p:scale>
        <p:origin x="639" y="79"/>
      </p:cViewPr>
      <p:guideLst>
        <p:guide orient="horz" pos="2216"/>
        <p:guide pos="3825"/>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tags" Target="tags/tag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3" Type="http://schemas.openxmlformats.org/officeDocument/2006/relationships/tags" Target="../tags/tag101.xml"/><Relationship Id="rId7" Type="http://schemas.openxmlformats.org/officeDocument/2006/relationships/tags" Target="../tags/tag105.xml"/><Relationship Id="rId2" Type="http://schemas.openxmlformats.org/officeDocument/2006/relationships/tags" Target="../tags/tag100.xml"/><Relationship Id="rId1" Type="http://schemas.openxmlformats.org/officeDocument/2006/relationships/theme" Target="../theme/theme2.xml"/><Relationship Id="rId6" Type="http://schemas.openxmlformats.org/officeDocument/2006/relationships/tags" Target="../tags/tag104.xml"/><Relationship Id="rId5" Type="http://schemas.openxmlformats.org/officeDocument/2006/relationships/tags" Target="../tags/tag103.xml"/><Relationship Id="rId4" Type="http://schemas.openxmlformats.org/officeDocument/2006/relationships/tags" Target="../tags/tag10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custDataLst>
              <p:tags r:id="rId2"/>
            </p:custDataLst>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custDataLst>
              <p:tags r:id="rId3"/>
            </p:custDataLst>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2026/4/5</a:t>
            </a:fld>
            <a:endParaRPr lang="zh-CN" altLang="en-US"/>
          </a:p>
        </p:txBody>
      </p:sp>
      <p:sp>
        <p:nvSpPr>
          <p:cNvPr id="4" name="幻灯片图像占位符 3"/>
          <p:cNvSpPr>
            <a:spLocks noGrp="1" noRot="1" noChangeAspect="1"/>
          </p:cNvSpPr>
          <p:nvPr>
            <p:ph type="sldImg" idx="2"/>
            <p:custDataLst>
              <p:tags r:id="rId4"/>
            </p:custDataLst>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custDataLst>
              <p:tags r:id="rId5"/>
            </p:custDataLst>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custDataLst>
              <p:tags r:id="rId6"/>
            </p:custDataLst>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custDataLst>
              <p:tags r:id="rId7"/>
            </p:custDataLst>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tags" Target="../tags/tag133.xml"/><Relationship Id="rId2" Type="http://schemas.openxmlformats.org/officeDocument/2006/relationships/tags" Target="../tags/tag132.xml"/><Relationship Id="rId1" Type="http://schemas.openxmlformats.org/officeDocument/2006/relationships/tags" Target="../tags/tag131.xml"/><Relationship Id="rId5" Type="http://schemas.openxmlformats.org/officeDocument/2006/relationships/slide" Target="../slides/slide2.xml"/><Relationship Id="rId4"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tags" Target="../tags/tag143.xml"/><Relationship Id="rId2" Type="http://schemas.openxmlformats.org/officeDocument/2006/relationships/tags" Target="../tags/tag142.xml"/><Relationship Id="rId1" Type="http://schemas.openxmlformats.org/officeDocument/2006/relationships/tags" Target="../tags/tag141.xml"/><Relationship Id="rId5" Type="http://schemas.openxmlformats.org/officeDocument/2006/relationships/slide" Target="../slides/slide3.xml"/><Relationship Id="rId4"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custDataLst>
              <p:tags r:id="rId1"/>
            </p:custDataLst>
          </p:nvPr>
        </p:nvSpPr>
        <p:spPr/>
      </p:sp>
      <p:sp>
        <p:nvSpPr>
          <p:cNvPr id="3" name="备注占位符 2"/>
          <p:cNvSpPr txBox="1">
            <a:spLocks noGrp="1"/>
          </p:cNvSpPr>
          <p:nvPr>
            <p:ph type="body" idx="1"/>
            <p:custDataLst>
              <p:tags r:id="rId2"/>
            </p:custDataLst>
          </p:nvPr>
        </p:nvSpPr>
        <p:spPr/>
        <p:txBody>
          <a:bodyPr/>
          <a:lstStyle/>
          <a:p>
            <a:endParaRPr lang="zh-CN" altLang="en-US"/>
          </a:p>
        </p:txBody>
      </p:sp>
      <p:sp>
        <p:nvSpPr>
          <p:cNvPr id="4" name="灯片编号占位符 3"/>
          <p:cNvSpPr>
            <a:spLocks noGrp="1"/>
          </p:cNvSpPr>
          <p:nvPr>
            <p:ph type="sldNum" sz="quarter" idx="10"/>
            <p:custDataLst>
              <p:tags r:id="rId3"/>
            </p:custDataLst>
          </p:nvPr>
        </p:nvSpPr>
        <p:spPr/>
        <p:txBody>
          <a:bodyPr/>
          <a:lstStyle/>
          <a:p>
            <a:fld id="{3849D3E0-124D-4DFF-AE99-4EA4CC201DB4}"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custDataLst>
              <p:tags r:id="rId1"/>
            </p:custDataLst>
          </p:nvPr>
        </p:nvSpPr>
        <p:spPr/>
      </p:sp>
      <p:sp>
        <p:nvSpPr>
          <p:cNvPr id="3" name="备注占位符 2"/>
          <p:cNvSpPr txBox="1">
            <a:spLocks noGrp="1"/>
          </p:cNvSpPr>
          <p:nvPr>
            <p:ph type="body" idx="1"/>
            <p:custDataLst>
              <p:tags r:id="rId2"/>
            </p:custDataLst>
          </p:nvPr>
        </p:nvSpPr>
        <p:spPr/>
        <p:txBody>
          <a:bodyPr/>
          <a:lstStyle/>
          <a:p>
            <a:endParaRPr lang="zh-CN" altLang="en-US"/>
          </a:p>
        </p:txBody>
      </p:sp>
      <p:sp>
        <p:nvSpPr>
          <p:cNvPr id="4" name="灯片编号占位符 3"/>
          <p:cNvSpPr>
            <a:spLocks noGrp="1"/>
          </p:cNvSpPr>
          <p:nvPr>
            <p:ph type="sldNum" sz="quarter" idx="10"/>
            <p:custDataLst>
              <p:tags r:id="rId3"/>
            </p:custDataLst>
          </p:nvPr>
        </p:nvSpPr>
        <p:spPr/>
        <p:txBody>
          <a:bodyPr/>
          <a:lstStyle/>
          <a:p>
            <a:fld id="{3849D3E0-124D-4DFF-AE99-4EA4CC201DB4}" type="slidenum">
              <a:rPr lang="zh-CN" altLang="en-US" smtClean="0"/>
              <a:t>3</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9.xml"/><Relationship Id="rId13" Type="http://schemas.openxmlformats.org/officeDocument/2006/relationships/tags" Target="../tags/tag24.xml"/><Relationship Id="rId18" Type="http://schemas.openxmlformats.org/officeDocument/2006/relationships/slideMaster" Target="../slideMasters/slideMaster1.xml"/><Relationship Id="rId3" Type="http://schemas.openxmlformats.org/officeDocument/2006/relationships/tags" Target="../tags/tag14.xml"/><Relationship Id="rId7" Type="http://schemas.openxmlformats.org/officeDocument/2006/relationships/tags" Target="../tags/tag18.xml"/><Relationship Id="rId12" Type="http://schemas.openxmlformats.org/officeDocument/2006/relationships/tags" Target="../tags/tag23.xml"/><Relationship Id="rId17" Type="http://schemas.openxmlformats.org/officeDocument/2006/relationships/tags" Target="../tags/tag28.xml"/><Relationship Id="rId2" Type="http://schemas.openxmlformats.org/officeDocument/2006/relationships/tags" Target="../tags/tag13.xml"/><Relationship Id="rId16" Type="http://schemas.openxmlformats.org/officeDocument/2006/relationships/tags" Target="../tags/tag27.xml"/><Relationship Id="rId20" Type="http://schemas.microsoft.com/office/2007/relationships/hdphoto" Target="../media/hdphoto1.wdp"/><Relationship Id="rId1" Type="http://schemas.openxmlformats.org/officeDocument/2006/relationships/tags" Target="../tags/tag12.xml"/><Relationship Id="rId6" Type="http://schemas.openxmlformats.org/officeDocument/2006/relationships/tags" Target="../tags/tag17.xml"/><Relationship Id="rId11" Type="http://schemas.openxmlformats.org/officeDocument/2006/relationships/tags" Target="../tags/tag22.xml"/><Relationship Id="rId5" Type="http://schemas.openxmlformats.org/officeDocument/2006/relationships/tags" Target="../tags/tag16.xml"/><Relationship Id="rId15" Type="http://schemas.openxmlformats.org/officeDocument/2006/relationships/tags" Target="../tags/tag26.xml"/><Relationship Id="rId10" Type="http://schemas.openxmlformats.org/officeDocument/2006/relationships/tags" Target="../tags/tag21.xml"/><Relationship Id="rId19" Type="http://schemas.openxmlformats.org/officeDocument/2006/relationships/image" Target="../media/image2.png"/><Relationship Id="rId4" Type="http://schemas.openxmlformats.org/officeDocument/2006/relationships/tags" Target="../tags/tag15.xml"/><Relationship Id="rId9" Type="http://schemas.openxmlformats.org/officeDocument/2006/relationships/tags" Target="../tags/tag20.xml"/><Relationship Id="rId14" Type="http://schemas.openxmlformats.org/officeDocument/2006/relationships/tags" Target="../tags/tag25.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slideMaster" Target="../slideMasters/slideMaster1.xml"/><Relationship Id="rId5" Type="http://schemas.openxmlformats.org/officeDocument/2006/relationships/tags" Target="../tags/tag33.xml"/><Relationship Id="rId4" Type="http://schemas.openxmlformats.org/officeDocument/2006/relationships/tags" Target="../tags/tag32.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41.xml"/><Relationship Id="rId3" Type="http://schemas.openxmlformats.org/officeDocument/2006/relationships/tags" Target="../tags/tag36.xml"/><Relationship Id="rId7" Type="http://schemas.openxmlformats.org/officeDocument/2006/relationships/tags" Target="../tags/tag40.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5" Type="http://schemas.openxmlformats.org/officeDocument/2006/relationships/tags" Target="../tags/tag38.xml"/><Relationship Id="rId10" Type="http://schemas.openxmlformats.org/officeDocument/2006/relationships/slideMaster" Target="../slideMasters/slideMaster1.xml"/><Relationship Id="rId4" Type="http://schemas.openxmlformats.org/officeDocument/2006/relationships/tags" Target="../tags/tag37.xml"/><Relationship Id="rId9" Type="http://schemas.openxmlformats.org/officeDocument/2006/relationships/tags" Target="../tags/tag42.xm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50.xml"/><Relationship Id="rId3" Type="http://schemas.openxmlformats.org/officeDocument/2006/relationships/tags" Target="../tags/tag45.xml"/><Relationship Id="rId7" Type="http://schemas.openxmlformats.org/officeDocument/2006/relationships/tags" Target="../tags/tag49.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11" Type="http://schemas.openxmlformats.org/officeDocument/2006/relationships/slideMaster" Target="../slideMasters/slideMaster1.xml"/><Relationship Id="rId5" Type="http://schemas.openxmlformats.org/officeDocument/2006/relationships/tags" Target="../tags/tag47.xml"/><Relationship Id="rId10" Type="http://schemas.openxmlformats.org/officeDocument/2006/relationships/tags" Target="../tags/tag52.xml"/><Relationship Id="rId4" Type="http://schemas.openxmlformats.org/officeDocument/2006/relationships/tags" Target="../tags/tag46.xml"/><Relationship Id="rId9" Type="http://schemas.openxmlformats.org/officeDocument/2006/relationships/tags" Target="../tags/tag51.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55.xml"/><Relationship Id="rId7" Type="http://schemas.openxmlformats.org/officeDocument/2006/relationships/slideMaster" Target="../slideMasters/slideMaster1.xml"/><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tags" Target="../tags/tag56.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66.xml"/><Relationship Id="rId3" Type="http://schemas.openxmlformats.org/officeDocument/2006/relationships/tags" Target="../tags/tag61.xml"/><Relationship Id="rId7" Type="http://schemas.openxmlformats.org/officeDocument/2006/relationships/tags" Target="../tags/tag65.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tags" Target="../tags/tag64.xml"/><Relationship Id="rId5" Type="http://schemas.openxmlformats.org/officeDocument/2006/relationships/tags" Target="../tags/tag63.xml"/><Relationship Id="rId4" Type="http://schemas.openxmlformats.org/officeDocument/2006/relationships/tags" Target="../tags/tag62.xml"/><Relationship Id="rId9"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tags" Target="../tags/tag67.xml"/><Relationship Id="rId5" Type="http://schemas.openxmlformats.org/officeDocument/2006/relationships/slideMaster" Target="../slideMasters/slideMaster1.xml"/><Relationship Id="rId4" Type="http://schemas.openxmlformats.org/officeDocument/2006/relationships/tags" Target="../tags/tag70.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tags" Target="../tags/tag71.xml"/><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tags" Target="../tags/tag74.xml"/><Relationship Id="rId5" Type="http://schemas.openxmlformats.org/officeDocument/2006/relationships/slideMaster" Target="../slideMasters/slideMaster1.xml"/><Relationship Id="rId4" Type="http://schemas.openxmlformats.org/officeDocument/2006/relationships/tags" Target="../tags/tag77.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slideMaster" Target="../slideMasters/slideMaster1.xml"/><Relationship Id="rId5" Type="http://schemas.openxmlformats.org/officeDocument/2006/relationships/tags" Target="../tags/tag82.xml"/><Relationship Id="rId4" Type="http://schemas.openxmlformats.org/officeDocument/2006/relationships/tags" Target="../tags/tag81.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90.xml"/><Relationship Id="rId13" Type="http://schemas.openxmlformats.org/officeDocument/2006/relationships/tags" Target="../tags/tag95.xml"/><Relationship Id="rId18" Type="http://schemas.openxmlformats.org/officeDocument/2006/relationships/slideMaster" Target="../slideMasters/slideMaster1.xml"/><Relationship Id="rId3" Type="http://schemas.openxmlformats.org/officeDocument/2006/relationships/tags" Target="../tags/tag85.xml"/><Relationship Id="rId7" Type="http://schemas.openxmlformats.org/officeDocument/2006/relationships/tags" Target="../tags/tag89.xml"/><Relationship Id="rId12" Type="http://schemas.openxmlformats.org/officeDocument/2006/relationships/tags" Target="../tags/tag94.xml"/><Relationship Id="rId17" Type="http://schemas.openxmlformats.org/officeDocument/2006/relationships/tags" Target="../tags/tag99.xml"/><Relationship Id="rId2" Type="http://schemas.openxmlformats.org/officeDocument/2006/relationships/tags" Target="../tags/tag84.xml"/><Relationship Id="rId16" Type="http://schemas.openxmlformats.org/officeDocument/2006/relationships/tags" Target="../tags/tag98.xml"/><Relationship Id="rId1" Type="http://schemas.openxmlformats.org/officeDocument/2006/relationships/tags" Target="../tags/tag83.xml"/><Relationship Id="rId6" Type="http://schemas.openxmlformats.org/officeDocument/2006/relationships/tags" Target="../tags/tag88.xml"/><Relationship Id="rId11" Type="http://schemas.openxmlformats.org/officeDocument/2006/relationships/tags" Target="../tags/tag93.xml"/><Relationship Id="rId5" Type="http://schemas.openxmlformats.org/officeDocument/2006/relationships/tags" Target="../tags/tag87.xml"/><Relationship Id="rId15" Type="http://schemas.openxmlformats.org/officeDocument/2006/relationships/tags" Target="../tags/tag97.xml"/><Relationship Id="rId10" Type="http://schemas.openxmlformats.org/officeDocument/2006/relationships/tags" Target="../tags/tag92.xml"/><Relationship Id="rId19" Type="http://schemas.openxmlformats.org/officeDocument/2006/relationships/image" Target="../media/image3.jpeg"/><Relationship Id="rId4" Type="http://schemas.openxmlformats.org/officeDocument/2006/relationships/tags" Target="../tags/tag86.xml"/><Relationship Id="rId9" Type="http://schemas.openxmlformats.org/officeDocument/2006/relationships/tags" Target="../tags/tag91.xml"/><Relationship Id="rId14" Type="http://schemas.openxmlformats.org/officeDocument/2006/relationships/tags" Target="../tags/tag9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
        <p:nvSpPr>
          <p:cNvPr id="7" name="矩形 6"/>
          <p:cNvSpPr/>
          <p:nvPr userDrawn="1">
            <p:custDataLst>
              <p:tags r:id="rId1"/>
            </p:custDataLst>
          </p:nvPr>
        </p:nvSpPr>
        <p:spPr>
          <a:xfrm>
            <a:off x="0" y="0"/>
            <a:ext cx="12192000" cy="6858000"/>
          </a:xfrm>
          <a:prstGeom prst="rect">
            <a:avLst/>
          </a:prstGeom>
          <a:gradFill flip="none" rotWithShape="1">
            <a:gsLst>
              <a:gs pos="0">
                <a:schemeClr val="bg1"/>
              </a:gs>
              <a:gs pos="100000">
                <a:schemeClr val="bg2">
                  <a:lumMod val="90000"/>
                </a:schemeClr>
              </a:gs>
              <a:gs pos="55000">
                <a:schemeClr val="bg2"/>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任意多边形: 形状 7"/>
          <p:cNvSpPr/>
          <p:nvPr userDrawn="1">
            <p:custDataLst>
              <p:tags r:id="rId2"/>
            </p:custDataLst>
          </p:nvPr>
        </p:nvSpPr>
        <p:spPr>
          <a:xfrm>
            <a:off x="0" y="5802312"/>
            <a:ext cx="1055687" cy="1055688"/>
          </a:xfrm>
          <a:custGeom>
            <a:avLst/>
            <a:gdLst>
              <a:gd name="connsiteX0" fmla="*/ 0 w 3429000"/>
              <a:gd name="connsiteY0" fmla="*/ 0 h 3429000"/>
              <a:gd name="connsiteX1" fmla="*/ 3429000 w 3429000"/>
              <a:gd name="connsiteY1" fmla="*/ 3429000 h 3429000"/>
              <a:gd name="connsiteX2" fmla="*/ 2064669 w 3429000"/>
              <a:gd name="connsiteY2" fmla="*/ 3429000 h 3429000"/>
              <a:gd name="connsiteX3" fmla="*/ 0 w 3429000"/>
              <a:gd name="connsiteY3" fmla="*/ 1364331 h 3429000"/>
            </a:gdLst>
            <a:ahLst/>
            <a:cxnLst>
              <a:cxn ang="0">
                <a:pos x="connsiteX0" y="connsiteY0"/>
              </a:cxn>
              <a:cxn ang="0">
                <a:pos x="connsiteX1" y="connsiteY1"/>
              </a:cxn>
              <a:cxn ang="0">
                <a:pos x="connsiteX2" y="connsiteY2"/>
              </a:cxn>
              <a:cxn ang="0">
                <a:pos x="connsiteX3" y="connsiteY3"/>
              </a:cxn>
            </a:cxnLst>
            <a:rect l="l" t="t" r="r" b="b"/>
            <a:pathLst>
              <a:path w="3429000" h="3429000">
                <a:moveTo>
                  <a:pt x="0" y="0"/>
                </a:moveTo>
                <a:cubicBezTo>
                  <a:pt x="1893784" y="0"/>
                  <a:pt x="3429000" y="1535216"/>
                  <a:pt x="3429000" y="3429000"/>
                </a:cubicBezTo>
                <a:lnTo>
                  <a:pt x="2064669" y="3429000"/>
                </a:lnTo>
                <a:cubicBezTo>
                  <a:pt x="2064669" y="2288715"/>
                  <a:pt x="1140285" y="1364331"/>
                  <a:pt x="0" y="1364331"/>
                </a:cubicBezTo>
                <a:close/>
              </a:path>
            </a:pathLst>
          </a:custGeom>
          <a:gradFill flip="none" rotWithShape="1">
            <a:gsLst>
              <a:gs pos="0">
                <a:schemeClr val="accent1">
                  <a:alpha val="0"/>
                </a:schemeClr>
              </a:gs>
              <a:gs pos="100000">
                <a:schemeClr val="accent1">
                  <a:alpha val="2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pic>
        <p:nvPicPr>
          <p:cNvPr id="9" name="图片 8"/>
          <p:cNvPicPr>
            <a:picLocks noChangeAspect="1"/>
          </p:cNvPicPr>
          <p:nvPr userDrawn="1">
            <p:custDataLst>
              <p:tags r:id="rId3"/>
            </p:custDataLst>
          </p:nvPr>
        </p:nvPicPr>
        <p:blipFill>
          <a:blip r:embed="rId19">
            <a:extLst>
              <a:ext uri="{BEBA8EAE-BF5A-486C-A8C5-ECC9F3942E4B}">
                <a14:imgProps xmlns:a14="http://schemas.microsoft.com/office/drawing/2010/main">
                  <a14:imgLayer r:embed="rId20">
                    <a14:imgEffect>
                      <a14:brightnessContrast bright="15000" contrast="10000"/>
                    </a14:imgEffect>
                    <a14:imgEffect>
                      <a14:saturation sat="120000"/>
                    </a14:imgEffect>
                  </a14:imgLayer>
                </a14:imgProps>
              </a:ext>
              <a:ext uri="{28A0092B-C50C-407E-A947-70E740481C1C}">
                <a14:useLocalDpi xmlns:a14="http://schemas.microsoft.com/office/drawing/2010/main" val="0"/>
              </a:ext>
            </a:extLst>
          </a:blip>
          <a:stretch>
            <a:fillRect/>
          </a:stretch>
        </p:blipFill>
        <p:spPr>
          <a:xfrm>
            <a:off x="7220633" y="0"/>
            <a:ext cx="4971367" cy="4971368"/>
          </a:xfrm>
          <a:custGeom>
            <a:avLst/>
            <a:gdLst>
              <a:gd name="connsiteX0" fmla="*/ 0 w 4455198"/>
              <a:gd name="connsiteY0" fmla="*/ 0 h 4455198"/>
              <a:gd name="connsiteX1" fmla="*/ 2227599 w 4455198"/>
              <a:gd name="connsiteY1" fmla="*/ 0 h 4455198"/>
              <a:gd name="connsiteX2" fmla="*/ 4455198 w 4455198"/>
              <a:gd name="connsiteY2" fmla="*/ 2227599 h 4455198"/>
              <a:gd name="connsiteX3" fmla="*/ 4455198 w 4455198"/>
              <a:gd name="connsiteY3" fmla="*/ 4455198 h 4455198"/>
              <a:gd name="connsiteX4" fmla="*/ 0 w 4455198"/>
              <a:gd name="connsiteY4" fmla="*/ 0 h 44551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5198" h="4455198">
                <a:moveTo>
                  <a:pt x="0" y="0"/>
                </a:moveTo>
                <a:lnTo>
                  <a:pt x="2227599" y="0"/>
                </a:lnTo>
                <a:cubicBezTo>
                  <a:pt x="2227599" y="1230269"/>
                  <a:pt x="3224929" y="2227599"/>
                  <a:pt x="4455198" y="2227599"/>
                </a:cubicBezTo>
                <a:lnTo>
                  <a:pt x="4455198" y="4455198"/>
                </a:lnTo>
                <a:cubicBezTo>
                  <a:pt x="1994660" y="4455198"/>
                  <a:pt x="0" y="2460538"/>
                  <a:pt x="0" y="0"/>
                </a:cubicBezTo>
                <a:close/>
              </a:path>
            </a:pathLst>
          </a:custGeom>
        </p:spPr>
      </p:pic>
      <p:sp>
        <p:nvSpPr>
          <p:cNvPr id="11" name="任意多边形: 形状 10"/>
          <p:cNvSpPr/>
          <p:nvPr userDrawn="1">
            <p:custDataLst>
              <p:tags r:id="rId4"/>
            </p:custDataLst>
          </p:nvPr>
        </p:nvSpPr>
        <p:spPr>
          <a:xfrm flipH="1" flipV="1">
            <a:off x="6426266" y="0"/>
            <a:ext cx="5765734" cy="5776914"/>
          </a:xfrm>
          <a:custGeom>
            <a:avLst/>
            <a:gdLst>
              <a:gd name="connsiteX0" fmla="*/ 0 w 3976914"/>
              <a:gd name="connsiteY0" fmla="*/ 0 h 3984625"/>
              <a:gd name="connsiteX1" fmla="*/ 3976914 w 3976914"/>
              <a:gd name="connsiteY1" fmla="*/ 3976914 h 3984625"/>
              <a:gd name="connsiteX2" fmla="*/ 3976719 w 3976914"/>
              <a:gd name="connsiteY2" fmla="*/ 3984625 h 3984625"/>
              <a:gd name="connsiteX3" fmla="*/ 2582139 w 3976914"/>
              <a:gd name="connsiteY3" fmla="*/ 3984625 h 3984625"/>
              <a:gd name="connsiteX4" fmla="*/ 2582528 w 3976914"/>
              <a:gd name="connsiteY4" fmla="*/ 3976914 h 3984625"/>
              <a:gd name="connsiteX5" fmla="*/ 0 w 3976914"/>
              <a:gd name="connsiteY5" fmla="*/ 1394386 h 3984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76913" h="3984625">
                <a:moveTo>
                  <a:pt x="0" y="0"/>
                </a:moveTo>
                <a:cubicBezTo>
                  <a:pt x="2196389" y="0"/>
                  <a:pt x="3976914" y="1780525"/>
                  <a:pt x="3976914" y="3976914"/>
                </a:cubicBezTo>
                <a:lnTo>
                  <a:pt x="3976719" y="3984625"/>
                </a:lnTo>
                <a:lnTo>
                  <a:pt x="2582139" y="3984625"/>
                </a:lnTo>
                <a:lnTo>
                  <a:pt x="2582528" y="3976914"/>
                </a:lnTo>
                <a:cubicBezTo>
                  <a:pt x="2582528" y="2550623"/>
                  <a:pt x="1426291" y="1394386"/>
                  <a:pt x="0" y="1394386"/>
                </a:cubicBezTo>
                <a:close/>
              </a:path>
            </a:pathLst>
          </a:custGeom>
          <a:gradFill flip="none" rotWithShape="1">
            <a:gsLst>
              <a:gs pos="0">
                <a:schemeClr val="accent1">
                  <a:alpha val="70000"/>
                </a:schemeClr>
              </a:gs>
              <a:gs pos="100000">
                <a:schemeClr val="accent1">
                  <a:alpha val="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12" name="任意多边形: 形状 11"/>
          <p:cNvSpPr/>
          <p:nvPr userDrawn="1">
            <p:custDataLst>
              <p:tags r:id="rId5"/>
            </p:custDataLst>
          </p:nvPr>
        </p:nvSpPr>
        <p:spPr>
          <a:xfrm flipH="1" flipV="1">
            <a:off x="10150846" y="0"/>
            <a:ext cx="2041154" cy="2041154"/>
          </a:xfrm>
          <a:custGeom>
            <a:avLst/>
            <a:gdLst>
              <a:gd name="connsiteX0" fmla="*/ 0 w 1407886"/>
              <a:gd name="connsiteY0" fmla="*/ 0 h 1407886"/>
              <a:gd name="connsiteX1" fmla="*/ 1407886 w 1407886"/>
              <a:gd name="connsiteY1" fmla="*/ 1407886 h 1407886"/>
              <a:gd name="connsiteX2" fmla="*/ 1128871 w 1407886"/>
              <a:gd name="connsiteY2" fmla="*/ 1407886 h 1407886"/>
              <a:gd name="connsiteX3" fmla="*/ 0 w 1407886"/>
              <a:gd name="connsiteY3" fmla="*/ 279015 h 1407886"/>
            </a:gdLst>
            <a:ahLst/>
            <a:cxnLst>
              <a:cxn ang="0">
                <a:pos x="connsiteX0" y="connsiteY0"/>
              </a:cxn>
              <a:cxn ang="0">
                <a:pos x="connsiteX1" y="connsiteY1"/>
              </a:cxn>
              <a:cxn ang="0">
                <a:pos x="connsiteX2" y="connsiteY2"/>
              </a:cxn>
              <a:cxn ang="0">
                <a:pos x="connsiteX3" y="connsiteY3"/>
              </a:cxn>
            </a:cxnLst>
            <a:rect l="l" t="t" r="r" b="b"/>
            <a:pathLst>
              <a:path w="1407886" h="1407886">
                <a:moveTo>
                  <a:pt x="0" y="0"/>
                </a:moveTo>
                <a:cubicBezTo>
                  <a:pt x="777554" y="0"/>
                  <a:pt x="1407886" y="630332"/>
                  <a:pt x="1407886" y="1407886"/>
                </a:cubicBezTo>
                <a:lnTo>
                  <a:pt x="1128871" y="1407886"/>
                </a:lnTo>
                <a:cubicBezTo>
                  <a:pt x="1128871" y="784428"/>
                  <a:pt x="623458" y="279015"/>
                  <a:pt x="0" y="279015"/>
                </a:cubicBezTo>
                <a:close/>
              </a:path>
            </a:pathLst>
          </a:custGeom>
          <a:gradFill flip="none" rotWithShape="1">
            <a:gsLst>
              <a:gs pos="0">
                <a:schemeClr val="accent1">
                  <a:alpha val="0"/>
                </a:schemeClr>
              </a:gs>
              <a:gs pos="85000">
                <a:schemeClr val="accent1"/>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13" name="任意多边形: 形状 12"/>
          <p:cNvSpPr/>
          <p:nvPr userDrawn="1">
            <p:custDataLst>
              <p:tags r:id="rId6"/>
            </p:custDataLst>
          </p:nvPr>
        </p:nvSpPr>
        <p:spPr>
          <a:xfrm>
            <a:off x="7933082" y="5776912"/>
            <a:ext cx="3585818" cy="1081087"/>
          </a:xfrm>
          <a:custGeom>
            <a:avLst/>
            <a:gdLst>
              <a:gd name="connsiteX0" fmla="*/ 2179079 w 4341841"/>
              <a:gd name="connsiteY0" fmla="*/ 0 h 1309020"/>
              <a:gd name="connsiteX1" fmla="*/ 4226329 w 4341841"/>
              <a:gd name="connsiteY1" fmla="*/ 1088515 h 1309020"/>
              <a:gd name="connsiteX2" fmla="*/ 4341841 w 4341841"/>
              <a:gd name="connsiteY2" fmla="*/ 1278653 h 1309020"/>
              <a:gd name="connsiteX3" fmla="*/ 4341841 w 4341841"/>
              <a:gd name="connsiteY3" fmla="*/ 1309020 h 1309020"/>
              <a:gd name="connsiteX4" fmla="*/ 0 w 4341841"/>
              <a:gd name="connsiteY4" fmla="*/ 1309020 h 1309020"/>
              <a:gd name="connsiteX5" fmla="*/ 8163 w 4341841"/>
              <a:gd name="connsiteY5" fmla="*/ 1292076 h 1309020"/>
              <a:gd name="connsiteX6" fmla="*/ 2179079 w 4341841"/>
              <a:gd name="connsiteY6" fmla="*/ 0 h 1309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41841" h="1309020">
                <a:moveTo>
                  <a:pt x="2179079" y="0"/>
                </a:moveTo>
                <a:cubicBezTo>
                  <a:pt x="3031288" y="0"/>
                  <a:pt x="3782650" y="431783"/>
                  <a:pt x="4226329" y="1088515"/>
                </a:cubicBezTo>
                <a:lnTo>
                  <a:pt x="4341841" y="1278653"/>
                </a:lnTo>
                <a:lnTo>
                  <a:pt x="4341841" y="1309020"/>
                </a:lnTo>
                <a:lnTo>
                  <a:pt x="0" y="1309020"/>
                </a:lnTo>
                <a:lnTo>
                  <a:pt x="8163" y="1292076"/>
                </a:lnTo>
                <a:cubicBezTo>
                  <a:pt x="426245" y="522458"/>
                  <a:pt x="1241649" y="0"/>
                  <a:pt x="2179079" y="0"/>
                </a:cubicBezTo>
                <a:close/>
              </a:path>
            </a:pathLst>
          </a:custGeom>
          <a:gradFill flip="none" rotWithShape="1">
            <a:gsLst>
              <a:gs pos="22000">
                <a:schemeClr val="accent1">
                  <a:lumMod val="60000"/>
                  <a:lumOff val="40000"/>
                </a:schemeClr>
              </a:gs>
              <a:gs pos="100000">
                <a:schemeClr val="accent1">
                  <a:lumMod val="20000"/>
                  <a:lumOff val="80000"/>
                  <a:alpha val="0"/>
                </a:schemeClr>
              </a:gs>
            </a:gsLst>
            <a:lin ang="108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5" name="任意多边形: 形状 14"/>
          <p:cNvSpPr/>
          <p:nvPr userDrawn="1">
            <p:custDataLst>
              <p:tags r:id="rId7"/>
            </p:custDataLst>
          </p:nvPr>
        </p:nvSpPr>
        <p:spPr>
          <a:xfrm>
            <a:off x="6946608" y="5568399"/>
            <a:ext cx="1972948" cy="498232"/>
          </a:xfrm>
          <a:custGeom>
            <a:avLst/>
            <a:gdLst>
              <a:gd name="connsiteX0" fmla="*/ 1084022 w 1108530"/>
              <a:gd name="connsiteY0" fmla="*/ 230923 h 279939"/>
              <a:gd name="connsiteX1" fmla="*/ 1108530 w 1108530"/>
              <a:gd name="connsiteY1" fmla="*/ 255431 h 279939"/>
              <a:gd name="connsiteX2" fmla="*/ 1084022 w 1108530"/>
              <a:gd name="connsiteY2" fmla="*/ 279939 h 279939"/>
              <a:gd name="connsiteX3" fmla="*/ 1059514 w 1108530"/>
              <a:gd name="connsiteY3" fmla="*/ 255431 h 279939"/>
              <a:gd name="connsiteX4" fmla="*/ 1084022 w 1108530"/>
              <a:gd name="connsiteY4" fmla="*/ 230923 h 279939"/>
              <a:gd name="connsiteX5" fmla="*/ 965591 w 1108530"/>
              <a:gd name="connsiteY5" fmla="*/ 230923 h 279939"/>
              <a:gd name="connsiteX6" fmla="*/ 990099 w 1108530"/>
              <a:gd name="connsiteY6" fmla="*/ 255431 h 279939"/>
              <a:gd name="connsiteX7" fmla="*/ 965591 w 1108530"/>
              <a:gd name="connsiteY7" fmla="*/ 279939 h 279939"/>
              <a:gd name="connsiteX8" fmla="*/ 941082 w 1108530"/>
              <a:gd name="connsiteY8" fmla="*/ 255431 h 279939"/>
              <a:gd name="connsiteX9" fmla="*/ 965591 w 1108530"/>
              <a:gd name="connsiteY9" fmla="*/ 230923 h 279939"/>
              <a:gd name="connsiteX10" fmla="*/ 847159 w 1108530"/>
              <a:gd name="connsiteY10" fmla="*/ 230923 h 279939"/>
              <a:gd name="connsiteX11" fmla="*/ 871667 w 1108530"/>
              <a:gd name="connsiteY11" fmla="*/ 255431 h 279939"/>
              <a:gd name="connsiteX12" fmla="*/ 847159 w 1108530"/>
              <a:gd name="connsiteY12" fmla="*/ 279939 h 279939"/>
              <a:gd name="connsiteX13" fmla="*/ 822651 w 1108530"/>
              <a:gd name="connsiteY13" fmla="*/ 255431 h 279939"/>
              <a:gd name="connsiteX14" fmla="*/ 847159 w 1108530"/>
              <a:gd name="connsiteY14" fmla="*/ 230923 h 279939"/>
              <a:gd name="connsiteX15" fmla="*/ 728727 w 1108530"/>
              <a:gd name="connsiteY15" fmla="*/ 230923 h 279939"/>
              <a:gd name="connsiteX16" fmla="*/ 753235 w 1108530"/>
              <a:gd name="connsiteY16" fmla="*/ 255431 h 279939"/>
              <a:gd name="connsiteX17" fmla="*/ 728727 w 1108530"/>
              <a:gd name="connsiteY17" fmla="*/ 279939 h 279939"/>
              <a:gd name="connsiteX18" fmla="*/ 704219 w 1108530"/>
              <a:gd name="connsiteY18" fmla="*/ 255431 h 279939"/>
              <a:gd name="connsiteX19" fmla="*/ 728727 w 1108530"/>
              <a:gd name="connsiteY19" fmla="*/ 230923 h 279939"/>
              <a:gd name="connsiteX20" fmla="*/ 610295 w 1108530"/>
              <a:gd name="connsiteY20" fmla="*/ 230923 h 279939"/>
              <a:gd name="connsiteX21" fmla="*/ 634803 w 1108530"/>
              <a:gd name="connsiteY21" fmla="*/ 255431 h 279939"/>
              <a:gd name="connsiteX22" fmla="*/ 610295 w 1108530"/>
              <a:gd name="connsiteY22" fmla="*/ 279939 h 279939"/>
              <a:gd name="connsiteX23" fmla="*/ 585787 w 1108530"/>
              <a:gd name="connsiteY23" fmla="*/ 255431 h 279939"/>
              <a:gd name="connsiteX24" fmla="*/ 610295 w 1108530"/>
              <a:gd name="connsiteY24" fmla="*/ 230923 h 279939"/>
              <a:gd name="connsiteX25" fmla="*/ 498235 w 1108530"/>
              <a:gd name="connsiteY25" fmla="*/ 230923 h 279939"/>
              <a:gd name="connsiteX26" fmla="*/ 522743 w 1108530"/>
              <a:gd name="connsiteY26" fmla="*/ 255431 h 279939"/>
              <a:gd name="connsiteX27" fmla="*/ 498235 w 1108530"/>
              <a:gd name="connsiteY27" fmla="*/ 279939 h 279939"/>
              <a:gd name="connsiteX28" fmla="*/ 473727 w 1108530"/>
              <a:gd name="connsiteY28" fmla="*/ 255431 h 279939"/>
              <a:gd name="connsiteX29" fmla="*/ 498235 w 1108530"/>
              <a:gd name="connsiteY29" fmla="*/ 230923 h 279939"/>
              <a:gd name="connsiteX30" fmla="*/ 379803 w 1108530"/>
              <a:gd name="connsiteY30" fmla="*/ 230923 h 279939"/>
              <a:gd name="connsiteX31" fmla="*/ 404311 w 1108530"/>
              <a:gd name="connsiteY31" fmla="*/ 255431 h 279939"/>
              <a:gd name="connsiteX32" fmla="*/ 379803 w 1108530"/>
              <a:gd name="connsiteY32" fmla="*/ 279939 h 279939"/>
              <a:gd name="connsiteX33" fmla="*/ 355295 w 1108530"/>
              <a:gd name="connsiteY33" fmla="*/ 255431 h 279939"/>
              <a:gd name="connsiteX34" fmla="*/ 379803 w 1108530"/>
              <a:gd name="connsiteY34" fmla="*/ 230923 h 279939"/>
              <a:gd name="connsiteX35" fmla="*/ 261372 w 1108530"/>
              <a:gd name="connsiteY35" fmla="*/ 230923 h 279939"/>
              <a:gd name="connsiteX36" fmla="*/ 285880 w 1108530"/>
              <a:gd name="connsiteY36" fmla="*/ 255431 h 279939"/>
              <a:gd name="connsiteX37" fmla="*/ 261372 w 1108530"/>
              <a:gd name="connsiteY37" fmla="*/ 279939 h 279939"/>
              <a:gd name="connsiteX38" fmla="*/ 236863 w 1108530"/>
              <a:gd name="connsiteY38" fmla="*/ 255431 h 279939"/>
              <a:gd name="connsiteX39" fmla="*/ 261372 w 1108530"/>
              <a:gd name="connsiteY39" fmla="*/ 230923 h 279939"/>
              <a:gd name="connsiteX40" fmla="*/ 142940 w 1108530"/>
              <a:gd name="connsiteY40" fmla="*/ 230923 h 279939"/>
              <a:gd name="connsiteX41" fmla="*/ 167448 w 1108530"/>
              <a:gd name="connsiteY41" fmla="*/ 255431 h 279939"/>
              <a:gd name="connsiteX42" fmla="*/ 142940 w 1108530"/>
              <a:gd name="connsiteY42" fmla="*/ 279939 h 279939"/>
              <a:gd name="connsiteX43" fmla="*/ 118432 w 1108530"/>
              <a:gd name="connsiteY43" fmla="*/ 255431 h 279939"/>
              <a:gd name="connsiteX44" fmla="*/ 142940 w 1108530"/>
              <a:gd name="connsiteY44" fmla="*/ 230923 h 279939"/>
              <a:gd name="connsiteX45" fmla="*/ 24508 w 1108530"/>
              <a:gd name="connsiteY45" fmla="*/ 230923 h 279939"/>
              <a:gd name="connsiteX46" fmla="*/ 49016 w 1108530"/>
              <a:gd name="connsiteY46" fmla="*/ 255431 h 279939"/>
              <a:gd name="connsiteX47" fmla="*/ 24508 w 1108530"/>
              <a:gd name="connsiteY47" fmla="*/ 279939 h 279939"/>
              <a:gd name="connsiteX48" fmla="*/ 0 w 1108530"/>
              <a:gd name="connsiteY48" fmla="*/ 255431 h 279939"/>
              <a:gd name="connsiteX49" fmla="*/ 24508 w 1108530"/>
              <a:gd name="connsiteY49" fmla="*/ 230923 h 279939"/>
              <a:gd name="connsiteX50" fmla="*/ 1084022 w 1108530"/>
              <a:gd name="connsiteY50" fmla="*/ 115462 h 279939"/>
              <a:gd name="connsiteX51" fmla="*/ 1108530 w 1108530"/>
              <a:gd name="connsiteY51" fmla="*/ 139970 h 279939"/>
              <a:gd name="connsiteX52" fmla="*/ 1084022 w 1108530"/>
              <a:gd name="connsiteY52" fmla="*/ 164478 h 279939"/>
              <a:gd name="connsiteX53" fmla="*/ 1059514 w 1108530"/>
              <a:gd name="connsiteY53" fmla="*/ 139970 h 279939"/>
              <a:gd name="connsiteX54" fmla="*/ 1084022 w 1108530"/>
              <a:gd name="connsiteY54" fmla="*/ 115462 h 279939"/>
              <a:gd name="connsiteX55" fmla="*/ 965591 w 1108530"/>
              <a:gd name="connsiteY55" fmla="*/ 115462 h 279939"/>
              <a:gd name="connsiteX56" fmla="*/ 990099 w 1108530"/>
              <a:gd name="connsiteY56" fmla="*/ 139970 h 279939"/>
              <a:gd name="connsiteX57" fmla="*/ 965591 w 1108530"/>
              <a:gd name="connsiteY57" fmla="*/ 164478 h 279939"/>
              <a:gd name="connsiteX58" fmla="*/ 941082 w 1108530"/>
              <a:gd name="connsiteY58" fmla="*/ 139970 h 279939"/>
              <a:gd name="connsiteX59" fmla="*/ 965591 w 1108530"/>
              <a:gd name="connsiteY59" fmla="*/ 115462 h 279939"/>
              <a:gd name="connsiteX60" fmla="*/ 847159 w 1108530"/>
              <a:gd name="connsiteY60" fmla="*/ 115462 h 279939"/>
              <a:gd name="connsiteX61" fmla="*/ 871667 w 1108530"/>
              <a:gd name="connsiteY61" fmla="*/ 139970 h 279939"/>
              <a:gd name="connsiteX62" fmla="*/ 847159 w 1108530"/>
              <a:gd name="connsiteY62" fmla="*/ 164478 h 279939"/>
              <a:gd name="connsiteX63" fmla="*/ 822651 w 1108530"/>
              <a:gd name="connsiteY63" fmla="*/ 139970 h 279939"/>
              <a:gd name="connsiteX64" fmla="*/ 847159 w 1108530"/>
              <a:gd name="connsiteY64" fmla="*/ 115462 h 279939"/>
              <a:gd name="connsiteX65" fmla="*/ 728727 w 1108530"/>
              <a:gd name="connsiteY65" fmla="*/ 115462 h 279939"/>
              <a:gd name="connsiteX66" fmla="*/ 753235 w 1108530"/>
              <a:gd name="connsiteY66" fmla="*/ 139970 h 279939"/>
              <a:gd name="connsiteX67" fmla="*/ 728727 w 1108530"/>
              <a:gd name="connsiteY67" fmla="*/ 164478 h 279939"/>
              <a:gd name="connsiteX68" fmla="*/ 704219 w 1108530"/>
              <a:gd name="connsiteY68" fmla="*/ 139970 h 279939"/>
              <a:gd name="connsiteX69" fmla="*/ 728727 w 1108530"/>
              <a:gd name="connsiteY69" fmla="*/ 115462 h 279939"/>
              <a:gd name="connsiteX70" fmla="*/ 610295 w 1108530"/>
              <a:gd name="connsiteY70" fmla="*/ 115462 h 279939"/>
              <a:gd name="connsiteX71" fmla="*/ 634803 w 1108530"/>
              <a:gd name="connsiteY71" fmla="*/ 139970 h 279939"/>
              <a:gd name="connsiteX72" fmla="*/ 610295 w 1108530"/>
              <a:gd name="connsiteY72" fmla="*/ 164478 h 279939"/>
              <a:gd name="connsiteX73" fmla="*/ 585787 w 1108530"/>
              <a:gd name="connsiteY73" fmla="*/ 139970 h 279939"/>
              <a:gd name="connsiteX74" fmla="*/ 610295 w 1108530"/>
              <a:gd name="connsiteY74" fmla="*/ 115462 h 279939"/>
              <a:gd name="connsiteX75" fmla="*/ 498235 w 1108530"/>
              <a:gd name="connsiteY75" fmla="*/ 115462 h 279939"/>
              <a:gd name="connsiteX76" fmla="*/ 522743 w 1108530"/>
              <a:gd name="connsiteY76" fmla="*/ 139970 h 279939"/>
              <a:gd name="connsiteX77" fmla="*/ 498235 w 1108530"/>
              <a:gd name="connsiteY77" fmla="*/ 164478 h 279939"/>
              <a:gd name="connsiteX78" fmla="*/ 473727 w 1108530"/>
              <a:gd name="connsiteY78" fmla="*/ 139970 h 279939"/>
              <a:gd name="connsiteX79" fmla="*/ 498235 w 1108530"/>
              <a:gd name="connsiteY79" fmla="*/ 115462 h 279939"/>
              <a:gd name="connsiteX80" fmla="*/ 379803 w 1108530"/>
              <a:gd name="connsiteY80" fmla="*/ 115462 h 279939"/>
              <a:gd name="connsiteX81" fmla="*/ 404311 w 1108530"/>
              <a:gd name="connsiteY81" fmla="*/ 139970 h 279939"/>
              <a:gd name="connsiteX82" fmla="*/ 379803 w 1108530"/>
              <a:gd name="connsiteY82" fmla="*/ 164478 h 279939"/>
              <a:gd name="connsiteX83" fmla="*/ 355295 w 1108530"/>
              <a:gd name="connsiteY83" fmla="*/ 139970 h 279939"/>
              <a:gd name="connsiteX84" fmla="*/ 379803 w 1108530"/>
              <a:gd name="connsiteY84" fmla="*/ 115462 h 279939"/>
              <a:gd name="connsiteX85" fmla="*/ 261372 w 1108530"/>
              <a:gd name="connsiteY85" fmla="*/ 115462 h 279939"/>
              <a:gd name="connsiteX86" fmla="*/ 285880 w 1108530"/>
              <a:gd name="connsiteY86" fmla="*/ 139970 h 279939"/>
              <a:gd name="connsiteX87" fmla="*/ 261372 w 1108530"/>
              <a:gd name="connsiteY87" fmla="*/ 164478 h 279939"/>
              <a:gd name="connsiteX88" fmla="*/ 236863 w 1108530"/>
              <a:gd name="connsiteY88" fmla="*/ 139970 h 279939"/>
              <a:gd name="connsiteX89" fmla="*/ 261372 w 1108530"/>
              <a:gd name="connsiteY89" fmla="*/ 115462 h 279939"/>
              <a:gd name="connsiteX90" fmla="*/ 142940 w 1108530"/>
              <a:gd name="connsiteY90" fmla="*/ 115462 h 279939"/>
              <a:gd name="connsiteX91" fmla="*/ 167448 w 1108530"/>
              <a:gd name="connsiteY91" fmla="*/ 139970 h 279939"/>
              <a:gd name="connsiteX92" fmla="*/ 142940 w 1108530"/>
              <a:gd name="connsiteY92" fmla="*/ 164478 h 279939"/>
              <a:gd name="connsiteX93" fmla="*/ 118432 w 1108530"/>
              <a:gd name="connsiteY93" fmla="*/ 139970 h 279939"/>
              <a:gd name="connsiteX94" fmla="*/ 142940 w 1108530"/>
              <a:gd name="connsiteY94" fmla="*/ 115462 h 279939"/>
              <a:gd name="connsiteX95" fmla="*/ 24508 w 1108530"/>
              <a:gd name="connsiteY95" fmla="*/ 115462 h 279939"/>
              <a:gd name="connsiteX96" fmla="*/ 49016 w 1108530"/>
              <a:gd name="connsiteY96" fmla="*/ 139970 h 279939"/>
              <a:gd name="connsiteX97" fmla="*/ 24508 w 1108530"/>
              <a:gd name="connsiteY97" fmla="*/ 164478 h 279939"/>
              <a:gd name="connsiteX98" fmla="*/ 0 w 1108530"/>
              <a:gd name="connsiteY98" fmla="*/ 139970 h 279939"/>
              <a:gd name="connsiteX99" fmla="*/ 24508 w 1108530"/>
              <a:gd name="connsiteY99" fmla="*/ 115462 h 279939"/>
              <a:gd name="connsiteX100" fmla="*/ 1084022 w 1108530"/>
              <a:gd name="connsiteY100" fmla="*/ 0 h 279939"/>
              <a:gd name="connsiteX101" fmla="*/ 1108530 w 1108530"/>
              <a:gd name="connsiteY101" fmla="*/ 24508 h 279939"/>
              <a:gd name="connsiteX102" fmla="*/ 1084022 w 1108530"/>
              <a:gd name="connsiteY102" fmla="*/ 49016 h 279939"/>
              <a:gd name="connsiteX103" fmla="*/ 1059514 w 1108530"/>
              <a:gd name="connsiteY103" fmla="*/ 24508 h 279939"/>
              <a:gd name="connsiteX104" fmla="*/ 1084022 w 1108530"/>
              <a:gd name="connsiteY104" fmla="*/ 0 h 279939"/>
              <a:gd name="connsiteX105" fmla="*/ 965591 w 1108530"/>
              <a:gd name="connsiteY105" fmla="*/ 0 h 279939"/>
              <a:gd name="connsiteX106" fmla="*/ 990099 w 1108530"/>
              <a:gd name="connsiteY106" fmla="*/ 24508 h 279939"/>
              <a:gd name="connsiteX107" fmla="*/ 965591 w 1108530"/>
              <a:gd name="connsiteY107" fmla="*/ 49016 h 279939"/>
              <a:gd name="connsiteX108" fmla="*/ 941082 w 1108530"/>
              <a:gd name="connsiteY108" fmla="*/ 24508 h 279939"/>
              <a:gd name="connsiteX109" fmla="*/ 965591 w 1108530"/>
              <a:gd name="connsiteY109" fmla="*/ 0 h 279939"/>
              <a:gd name="connsiteX110" fmla="*/ 847159 w 1108530"/>
              <a:gd name="connsiteY110" fmla="*/ 0 h 279939"/>
              <a:gd name="connsiteX111" fmla="*/ 871667 w 1108530"/>
              <a:gd name="connsiteY111" fmla="*/ 24508 h 279939"/>
              <a:gd name="connsiteX112" fmla="*/ 847159 w 1108530"/>
              <a:gd name="connsiteY112" fmla="*/ 49016 h 279939"/>
              <a:gd name="connsiteX113" fmla="*/ 822651 w 1108530"/>
              <a:gd name="connsiteY113" fmla="*/ 24508 h 279939"/>
              <a:gd name="connsiteX114" fmla="*/ 847159 w 1108530"/>
              <a:gd name="connsiteY114" fmla="*/ 0 h 279939"/>
              <a:gd name="connsiteX115" fmla="*/ 728727 w 1108530"/>
              <a:gd name="connsiteY115" fmla="*/ 0 h 279939"/>
              <a:gd name="connsiteX116" fmla="*/ 753235 w 1108530"/>
              <a:gd name="connsiteY116" fmla="*/ 24508 h 279939"/>
              <a:gd name="connsiteX117" fmla="*/ 728727 w 1108530"/>
              <a:gd name="connsiteY117" fmla="*/ 49016 h 279939"/>
              <a:gd name="connsiteX118" fmla="*/ 704219 w 1108530"/>
              <a:gd name="connsiteY118" fmla="*/ 24508 h 279939"/>
              <a:gd name="connsiteX119" fmla="*/ 728727 w 1108530"/>
              <a:gd name="connsiteY119" fmla="*/ 0 h 279939"/>
              <a:gd name="connsiteX120" fmla="*/ 610295 w 1108530"/>
              <a:gd name="connsiteY120" fmla="*/ 0 h 279939"/>
              <a:gd name="connsiteX121" fmla="*/ 634803 w 1108530"/>
              <a:gd name="connsiteY121" fmla="*/ 24508 h 279939"/>
              <a:gd name="connsiteX122" fmla="*/ 610295 w 1108530"/>
              <a:gd name="connsiteY122" fmla="*/ 49016 h 279939"/>
              <a:gd name="connsiteX123" fmla="*/ 585787 w 1108530"/>
              <a:gd name="connsiteY123" fmla="*/ 24508 h 279939"/>
              <a:gd name="connsiteX124" fmla="*/ 610295 w 1108530"/>
              <a:gd name="connsiteY124" fmla="*/ 0 h 279939"/>
              <a:gd name="connsiteX125" fmla="*/ 498235 w 1108530"/>
              <a:gd name="connsiteY125" fmla="*/ 0 h 279939"/>
              <a:gd name="connsiteX126" fmla="*/ 522743 w 1108530"/>
              <a:gd name="connsiteY126" fmla="*/ 24508 h 279939"/>
              <a:gd name="connsiteX127" fmla="*/ 498235 w 1108530"/>
              <a:gd name="connsiteY127" fmla="*/ 49016 h 279939"/>
              <a:gd name="connsiteX128" fmla="*/ 473727 w 1108530"/>
              <a:gd name="connsiteY128" fmla="*/ 24508 h 279939"/>
              <a:gd name="connsiteX129" fmla="*/ 498235 w 1108530"/>
              <a:gd name="connsiteY129" fmla="*/ 0 h 279939"/>
              <a:gd name="connsiteX130" fmla="*/ 379803 w 1108530"/>
              <a:gd name="connsiteY130" fmla="*/ 0 h 279939"/>
              <a:gd name="connsiteX131" fmla="*/ 404311 w 1108530"/>
              <a:gd name="connsiteY131" fmla="*/ 24508 h 279939"/>
              <a:gd name="connsiteX132" fmla="*/ 379803 w 1108530"/>
              <a:gd name="connsiteY132" fmla="*/ 49016 h 279939"/>
              <a:gd name="connsiteX133" fmla="*/ 355295 w 1108530"/>
              <a:gd name="connsiteY133" fmla="*/ 24508 h 279939"/>
              <a:gd name="connsiteX134" fmla="*/ 379803 w 1108530"/>
              <a:gd name="connsiteY134" fmla="*/ 0 h 279939"/>
              <a:gd name="connsiteX135" fmla="*/ 261372 w 1108530"/>
              <a:gd name="connsiteY135" fmla="*/ 0 h 279939"/>
              <a:gd name="connsiteX136" fmla="*/ 285880 w 1108530"/>
              <a:gd name="connsiteY136" fmla="*/ 24508 h 279939"/>
              <a:gd name="connsiteX137" fmla="*/ 261372 w 1108530"/>
              <a:gd name="connsiteY137" fmla="*/ 49016 h 279939"/>
              <a:gd name="connsiteX138" fmla="*/ 236863 w 1108530"/>
              <a:gd name="connsiteY138" fmla="*/ 24508 h 279939"/>
              <a:gd name="connsiteX139" fmla="*/ 261372 w 1108530"/>
              <a:gd name="connsiteY139" fmla="*/ 0 h 279939"/>
              <a:gd name="connsiteX140" fmla="*/ 142940 w 1108530"/>
              <a:gd name="connsiteY140" fmla="*/ 0 h 279939"/>
              <a:gd name="connsiteX141" fmla="*/ 167448 w 1108530"/>
              <a:gd name="connsiteY141" fmla="*/ 24508 h 279939"/>
              <a:gd name="connsiteX142" fmla="*/ 142940 w 1108530"/>
              <a:gd name="connsiteY142" fmla="*/ 49016 h 279939"/>
              <a:gd name="connsiteX143" fmla="*/ 118432 w 1108530"/>
              <a:gd name="connsiteY143" fmla="*/ 24508 h 279939"/>
              <a:gd name="connsiteX144" fmla="*/ 142940 w 1108530"/>
              <a:gd name="connsiteY144" fmla="*/ 0 h 279939"/>
              <a:gd name="connsiteX145" fmla="*/ 24508 w 1108530"/>
              <a:gd name="connsiteY145" fmla="*/ 0 h 279939"/>
              <a:gd name="connsiteX146" fmla="*/ 49016 w 1108530"/>
              <a:gd name="connsiteY146" fmla="*/ 24508 h 279939"/>
              <a:gd name="connsiteX147" fmla="*/ 24508 w 1108530"/>
              <a:gd name="connsiteY147" fmla="*/ 49016 h 279939"/>
              <a:gd name="connsiteX148" fmla="*/ 0 w 1108530"/>
              <a:gd name="connsiteY148" fmla="*/ 24508 h 279939"/>
              <a:gd name="connsiteX149" fmla="*/ 24508 w 1108530"/>
              <a:gd name="connsiteY149" fmla="*/ 0 h 279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1108530" h="279939">
                <a:moveTo>
                  <a:pt x="1084022" y="230923"/>
                </a:moveTo>
                <a:cubicBezTo>
                  <a:pt x="1097558" y="230923"/>
                  <a:pt x="1108530" y="241895"/>
                  <a:pt x="1108530" y="255431"/>
                </a:cubicBezTo>
                <a:cubicBezTo>
                  <a:pt x="1108530" y="268967"/>
                  <a:pt x="1097558" y="279939"/>
                  <a:pt x="1084022" y="279939"/>
                </a:cubicBezTo>
                <a:cubicBezTo>
                  <a:pt x="1070486" y="279939"/>
                  <a:pt x="1059514" y="268967"/>
                  <a:pt x="1059514" y="255431"/>
                </a:cubicBezTo>
                <a:cubicBezTo>
                  <a:pt x="1059514" y="241895"/>
                  <a:pt x="1070486" y="230923"/>
                  <a:pt x="1084022" y="230923"/>
                </a:cubicBezTo>
                <a:close/>
                <a:moveTo>
                  <a:pt x="965591" y="230923"/>
                </a:moveTo>
                <a:cubicBezTo>
                  <a:pt x="979126" y="230923"/>
                  <a:pt x="990099" y="241895"/>
                  <a:pt x="990099" y="255431"/>
                </a:cubicBezTo>
                <a:cubicBezTo>
                  <a:pt x="990099" y="268967"/>
                  <a:pt x="979126" y="279939"/>
                  <a:pt x="965591" y="279939"/>
                </a:cubicBezTo>
                <a:cubicBezTo>
                  <a:pt x="952055" y="279939"/>
                  <a:pt x="941082" y="268967"/>
                  <a:pt x="941082" y="255431"/>
                </a:cubicBezTo>
                <a:cubicBezTo>
                  <a:pt x="941082" y="241895"/>
                  <a:pt x="952055" y="230923"/>
                  <a:pt x="965591" y="230923"/>
                </a:cubicBezTo>
                <a:close/>
                <a:moveTo>
                  <a:pt x="847159" y="230923"/>
                </a:moveTo>
                <a:cubicBezTo>
                  <a:pt x="860694" y="230923"/>
                  <a:pt x="871667" y="241895"/>
                  <a:pt x="871667" y="255431"/>
                </a:cubicBezTo>
                <a:cubicBezTo>
                  <a:pt x="871667" y="268967"/>
                  <a:pt x="860694" y="279939"/>
                  <a:pt x="847159" y="279939"/>
                </a:cubicBezTo>
                <a:cubicBezTo>
                  <a:pt x="833623" y="279939"/>
                  <a:pt x="822651" y="268967"/>
                  <a:pt x="822651" y="255431"/>
                </a:cubicBezTo>
                <a:cubicBezTo>
                  <a:pt x="822651" y="241895"/>
                  <a:pt x="833623" y="230923"/>
                  <a:pt x="847159" y="230923"/>
                </a:cubicBezTo>
                <a:close/>
                <a:moveTo>
                  <a:pt x="728727" y="230923"/>
                </a:moveTo>
                <a:cubicBezTo>
                  <a:pt x="742263" y="230923"/>
                  <a:pt x="753235" y="241895"/>
                  <a:pt x="753235" y="255431"/>
                </a:cubicBezTo>
                <a:cubicBezTo>
                  <a:pt x="753235" y="268967"/>
                  <a:pt x="742263" y="279939"/>
                  <a:pt x="728727" y="279939"/>
                </a:cubicBezTo>
                <a:cubicBezTo>
                  <a:pt x="715191" y="279939"/>
                  <a:pt x="704219" y="268967"/>
                  <a:pt x="704219" y="255431"/>
                </a:cubicBezTo>
                <a:cubicBezTo>
                  <a:pt x="704219" y="241895"/>
                  <a:pt x="715191" y="230923"/>
                  <a:pt x="728727" y="230923"/>
                </a:cubicBezTo>
                <a:close/>
                <a:moveTo>
                  <a:pt x="610295" y="230923"/>
                </a:moveTo>
                <a:cubicBezTo>
                  <a:pt x="623831" y="230923"/>
                  <a:pt x="634803" y="241895"/>
                  <a:pt x="634803" y="255431"/>
                </a:cubicBezTo>
                <a:cubicBezTo>
                  <a:pt x="634803" y="268967"/>
                  <a:pt x="623831" y="279939"/>
                  <a:pt x="610295" y="279939"/>
                </a:cubicBezTo>
                <a:cubicBezTo>
                  <a:pt x="596759" y="279939"/>
                  <a:pt x="585787" y="268967"/>
                  <a:pt x="585787" y="255431"/>
                </a:cubicBezTo>
                <a:cubicBezTo>
                  <a:pt x="585787" y="241895"/>
                  <a:pt x="596759" y="230923"/>
                  <a:pt x="610295" y="230923"/>
                </a:cubicBezTo>
                <a:close/>
                <a:moveTo>
                  <a:pt x="498235" y="230923"/>
                </a:moveTo>
                <a:cubicBezTo>
                  <a:pt x="511771" y="230923"/>
                  <a:pt x="522743" y="241895"/>
                  <a:pt x="522743" y="255431"/>
                </a:cubicBezTo>
                <a:cubicBezTo>
                  <a:pt x="522743" y="268967"/>
                  <a:pt x="511771" y="279939"/>
                  <a:pt x="498235" y="279939"/>
                </a:cubicBezTo>
                <a:cubicBezTo>
                  <a:pt x="484699" y="279939"/>
                  <a:pt x="473727" y="268967"/>
                  <a:pt x="473727" y="255431"/>
                </a:cubicBezTo>
                <a:cubicBezTo>
                  <a:pt x="473727" y="241895"/>
                  <a:pt x="484699" y="230923"/>
                  <a:pt x="498235" y="230923"/>
                </a:cubicBezTo>
                <a:close/>
                <a:moveTo>
                  <a:pt x="379803" y="230923"/>
                </a:moveTo>
                <a:cubicBezTo>
                  <a:pt x="393339" y="230923"/>
                  <a:pt x="404311" y="241895"/>
                  <a:pt x="404311" y="255431"/>
                </a:cubicBezTo>
                <a:cubicBezTo>
                  <a:pt x="404311" y="268967"/>
                  <a:pt x="393339" y="279939"/>
                  <a:pt x="379803" y="279939"/>
                </a:cubicBezTo>
                <a:cubicBezTo>
                  <a:pt x="366268" y="279939"/>
                  <a:pt x="355295" y="268967"/>
                  <a:pt x="355295" y="255431"/>
                </a:cubicBezTo>
                <a:cubicBezTo>
                  <a:pt x="355295" y="241895"/>
                  <a:pt x="366268" y="230923"/>
                  <a:pt x="379803" y="230923"/>
                </a:cubicBezTo>
                <a:close/>
                <a:moveTo>
                  <a:pt x="261372" y="230923"/>
                </a:moveTo>
                <a:cubicBezTo>
                  <a:pt x="274907" y="230923"/>
                  <a:pt x="285880" y="241895"/>
                  <a:pt x="285880" y="255431"/>
                </a:cubicBezTo>
                <a:cubicBezTo>
                  <a:pt x="285880" y="268967"/>
                  <a:pt x="274907" y="279939"/>
                  <a:pt x="261372" y="279939"/>
                </a:cubicBezTo>
                <a:cubicBezTo>
                  <a:pt x="247836" y="279939"/>
                  <a:pt x="236863" y="268967"/>
                  <a:pt x="236863" y="255431"/>
                </a:cubicBezTo>
                <a:cubicBezTo>
                  <a:pt x="236863" y="241895"/>
                  <a:pt x="247836" y="230923"/>
                  <a:pt x="261372" y="230923"/>
                </a:cubicBezTo>
                <a:close/>
                <a:moveTo>
                  <a:pt x="142940" y="230923"/>
                </a:moveTo>
                <a:cubicBezTo>
                  <a:pt x="156475" y="230923"/>
                  <a:pt x="167448" y="241895"/>
                  <a:pt x="167448" y="255431"/>
                </a:cubicBezTo>
                <a:cubicBezTo>
                  <a:pt x="167448" y="268967"/>
                  <a:pt x="156475" y="279939"/>
                  <a:pt x="142940" y="279939"/>
                </a:cubicBezTo>
                <a:cubicBezTo>
                  <a:pt x="129404" y="279939"/>
                  <a:pt x="118432" y="268967"/>
                  <a:pt x="118432" y="255431"/>
                </a:cubicBezTo>
                <a:cubicBezTo>
                  <a:pt x="118432" y="241895"/>
                  <a:pt x="129404" y="230923"/>
                  <a:pt x="142940" y="230923"/>
                </a:cubicBezTo>
                <a:close/>
                <a:moveTo>
                  <a:pt x="24508" y="230923"/>
                </a:moveTo>
                <a:cubicBezTo>
                  <a:pt x="38044" y="230923"/>
                  <a:pt x="49016" y="241895"/>
                  <a:pt x="49016" y="255431"/>
                </a:cubicBezTo>
                <a:cubicBezTo>
                  <a:pt x="49016" y="268967"/>
                  <a:pt x="38044" y="279939"/>
                  <a:pt x="24508" y="279939"/>
                </a:cubicBezTo>
                <a:cubicBezTo>
                  <a:pt x="10972" y="279939"/>
                  <a:pt x="0" y="268967"/>
                  <a:pt x="0" y="255431"/>
                </a:cubicBezTo>
                <a:cubicBezTo>
                  <a:pt x="0" y="241895"/>
                  <a:pt x="10972" y="230923"/>
                  <a:pt x="24508" y="230923"/>
                </a:cubicBezTo>
                <a:close/>
                <a:moveTo>
                  <a:pt x="1084022" y="115462"/>
                </a:moveTo>
                <a:cubicBezTo>
                  <a:pt x="1097558" y="115462"/>
                  <a:pt x="1108530" y="126434"/>
                  <a:pt x="1108530" y="139970"/>
                </a:cubicBezTo>
                <a:cubicBezTo>
                  <a:pt x="1108530" y="153505"/>
                  <a:pt x="1097558" y="164478"/>
                  <a:pt x="1084022" y="164478"/>
                </a:cubicBezTo>
                <a:cubicBezTo>
                  <a:pt x="1070486" y="164478"/>
                  <a:pt x="1059514" y="153505"/>
                  <a:pt x="1059514" y="139970"/>
                </a:cubicBezTo>
                <a:cubicBezTo>
                  <a:pt x="1059514" y="126434"/>
                  <a:pt x="1070486" y="115462"/>
                  <a:pt x="1084022" y="115462"/>
                </a:cubicBezTo>
                <a:close/>
                <a:moveTo>
                  <a:pt x="965591" y="115462"/>
                </a:moveTo>
                <a:cubicBezTo>
                  <a:pt x="979126" y="115462"/>
                  <a:pt x="990099" y="126434"/>
                  <a:pt x="990099" y="139970"/>
                </a:cubicBezTo>
                <a:cubicBezTo>
                  <a:pt x="990099" y="153505"/>
                  <a:pt x="979126" y="164478"/>
                  <a:pt x="965591" y="164478"/>
                </a:cubicBezTo>
                <a:cubicBezTo>
                  <a:pt x="952055" y="164478"/>
                  <a:pt x="941082" y="153505"/>
                  <a:pt x="941082" y="139970"/>
                </a:cubicBezTo>
                <a:cubicBezTo>
                  <a:pt x="941082" y="126434"/>
                  <a:pt x="952055" y="115462"/>
                  <a:pt x="965591" y="115462"/>
                </a:cubicBezTo>
                <a:close/>
                <a:moveTo>
                  <a:pt x="847159" y="115462"/>
                </a:moveTo>
                <a:cubicBezTo>
                  <a:pt x="860694" y="115462"/>
                  <a:pt x="871667" y="126434"/>
                  <a:pt x="871667" y="139970"/>
                </a:cubicBezTo>
                <a:cubicBezTo>
                  <a:pt x="871667" y="153505"/>
                  <a:pt x="860694" y="164478"/>
                  <a:pt x="847159" y="164478"/>
                </a:cubicBezTo>
                <a:cubicBezTo>
                  <a:pt x="833623" y="164478"/>
                  <a:pt x="822651" y="153505"/>
                  <a:pt x="822651" y="139970"/>
                </a:cubicBezTo>
                <a:cubicBezTo>
                  <a:pt x="822651" y="126434"/>
                  <a:pt x="833623" y="115462"/>
                  <a:pt x="847159" y="115462"/>
                </a:cubicBezTo>
                <a:close/>
                <a:moveTo>
                  <a:pt x="728727" y="115462"/>
                </a:moveTo>
                <a:cubicBezTo>
                  <a:pt x="742263" y="115462"/>
                  <a:pt x="753235" y="126434"/>
                  <a:pt x="753235" y="139970"/>
                </a:cubicBezTo>
                <a:cubicBezTo>
                  <a:pt x="753235" y="153505"/>
                  <a:pt x="742263" y="164478"/>
                  <a:pt x="728727" y="164478"/>
                </a:cubicBezTo>
                <a:cubicBezTo>
                  <a:pt x="715191" y="164478"/>
                  <a:pt x="704219" y="153505"/>
                  <a:pt x="704219" y="139970"/>
                </a:cubicBezTo>
                <a:cubicBezTo>
                  <a:pt x="704219" y="126434"/>
                  <a:pt x="715191" y="115462"/>
                  <a:pt x="728727" y="115462"/>
                </a:cubicBezTo>
                <a:close/>
                <a:moveTo>
                  <a:pt x="610295" y="115462"/>
                </a:moveTo>
                <a:cubicBezTo>
                  <a:pt x="623831" y="115462"/>
                  <a:pt x="634803" y="126434"/>
                  <a:pt x="634803" y="139970"/>
                </a:cubicBezTo>
                <a:cubicBezTo>
                  <a:pt x="634803" y="153505"/>
                  <a:pt x="623831" y="164478"/>
                  <a:pt x="610295" y="164478"/>
                </a:cubicBezTo>
                <a:cubicBezTo>
                  <a:pt x="596759" y="164478"/>
                  <a:pt x="585787" y="153505"/>
                  <a:pt x="585787" y="139970"/>
                </a:cubicBezTo>
                <a:cubicBezTo>
                  <a:pt x="585787" y="126434"/>
                  <a:pt x="596759" y="115462"/>
                  <a:pt x="610295" y="115462"/>
                </a:cubicBezTo>
                <a:close/>
                <a:moveTo>
                  <a:pt x="498235" y="115462"/>
                </a:moveTo>
                <a:cubicBezTo>
                  <a:pt x="511771" y="115462"/>
                  <a:pt x="522743" y="126434"/>
                  <a:pt x="522743" y="139970"/>
                </a:cubicBezTo>
                <a:cubicBezTo>
                  <a:pt x="522743" y="153505"/>
                  <a:pt x="511771" y="164478"/>
                  <a:pt x="498235" y="164478"/>
                </a:cubicBezTo>
                <a:cubicBezTo>
                  <a:pt x="484699" y="164478"/>
                  <a:pt x="473727" y="153505"/>
                  <a:pt x="473727" y="139970"/>
                </a:cubicBezTo>
                <a:cubicBezTo>
                  <a:pt x="473727" y="126434"/>
                  <a:pt x="484699" y="115462"/>
                  <a:pt x="498235" y="115462"/>
                </a:cubicBezTo>
                <a:close/>
                <a:moveTo>
                  <a:pt x="379803" y="115462"/>
                </a:moveTo>
                <a:cubicBezTo>
                  <a:pt x="393339" y="115462"/>
                  <a:pt x="404311" y="126434"/>
                  <a:pt x="404311" y="139970"/>
                </a:cubicBezTo>
                <a:cubicBezTo>
                  <a:pt x="404311" y="153505"/>
                  <a:pt x="393339" y="164478"/>
                  <a:pt x="379803" y="164478"/>
                </a:cubicBezTo>
                <a:cubicBezTo>
                  <a:pt x="366268" y="164478"/>
                  <a:pt x="355295" y="153505"/>
                  <a:pt x="355295" y="139970"/>
                </a:cubicBezTo>
                <a:cubicBezTo>
                  <a:pt x="355295" y="126434"/>
                  <a:pt x="366268" y="115462"/>
                  <a:pt x="379803" y="115462"/>
                </a:cubicBezTo>
                <a:close/>
                <a:moveTo>
                  <a:pt x="261372" y="115462"/>
                </a:moveTo>
                <a:cubicBezTo>
                  <a:pt x="274907" y="115462"/>
                  <a:pt x="285880" y="126434"/>
                  <a:pt x="285880" y="139970"/>
                </a:cubicBezTo>
                <a:cubicBezTo>
                  <a:pt x="285880" y="153505"/>
                  <a:pt x="274907" y="164478"/>
                  <a:pt x="261372" y="164478"/>
                </a:cubicBezTo>
                <a:cubicBezTo>
                  <a:pt x="247836" y="164478"/>
                  <a:pt x="236863" y="153505"/>
                  <a:pt x="236863" y="139970"/>
                </a:cubicBezTo>
                <a:cubicBezTo>
                  <a:pt x="236863" y="126434"/>
                  <a:pt x="247836" y="115462"/>
                  <a:pt x="261372" y="115462"/>
                </a:cubicBezTo>
                <a:close/>
                <a:moveTo>
                  <a:pt x="142940" y="115462"/>
                </a:moveTo>
                <a:cubicBezTo>
                  <a:pt x="156475" y="115462"/>
                  <a:pt x="167448" y="126434"/>
                  <a:pt x="167448" y="139970"/>
                </a:cubicBezTo>
                <a:cubicBezTo>
                  <a:pt x="167448" y="153505"/>
                  <a:pt x="156475" y="164478"/>
                  <a:pt x="142940" y="164478"/>
                </a:cubicBezTo>
                <a:cubicBezTo>
                  <a:pt x="129404" y="164478"/>
                  <a:pt x="118432" y="153505"/>
                  <a:pt x="118432" y="139970"/>
                </a:cubicBezTo>
                <a:cubicBezTo>
                  <a:pt x="118432" y="126434"/>
                  <a:pt x="129404" y="115462"/>
                  <a:pt x="142940" y="115462"/>
                </a:cubicBezTo>
                <a:close/>
                <a:moveTo>
                  <a:pt x="24508" y="115462"/>
                </a:moveTo>
                <a:cubicBezTo>
                  <a:pt x="38044" y="115462"/>
                  <a:pt x="49016" y="126434"/>
                  <a:pt x="49016" y="139970"/>
                </a:cubicBezTo>
                <a:cubicBezTo>
                  <a:pt x="49016" y="153505"/>
                  <a:pt x="38044" y="164478"/>
                  <a:pt x="24508" y="164478"/>
                </a:cubicBezTo>
                <a:cubicBezTo>
                  <a:pt x="10972" y="164478"/>
                  <a:pt x="0" y="153505"/>
                  <a:pt x="0" y="139970"/>
                </a:cubicBezTo>
                <a:cubicBezTo>
                  <a:pt x="0" y="126434"/>
                  <a:pt x="10972" y="115462"/>
                  <a:pt x="24508" y="115462"/>
                </a:cubicBezTo>
                <a:close/>
                <a:moveTo>
                  <a:pt x="1084022" y="0"/>
                </a:moveTo>
                <a:cubicBezTo>
                  <a:pt x="1097558" y="0"/>
                  <a:pt x="1108530" y="10973"/>
                  <a:pt x="1108530" y="24508"/>
                </a:cubicBezTo>
                <a:cubicBezTo>
                  <a:pt x="1108530" y="38044"/>
                  <a:pt x="1097558" y="49016"/>
                  <a:pt x="1084022" y="49016"/>
                </a:cubicBezTo>
                <a:cubicBezTo>
                  <a:pt x="1070486" y="49016"/>
                  <a:pt x="1059514" y="38044"/>
                  <a:pt x="1059514" y="24508"/>
                </a:cubicBezTo>
                <a:cubicBezTo>
                  <a:pt x="1059514" y="10973"/>
                  <a:pt x="1070486" y="0"/>
                  <a:pt x="1084022" y="0"/>
                </a:cubicBezTo>
                <a:close/>
                <a:moveTo>
                  <a:pt x="965591" y="0"/>
                </a:moveTo>
                <a:cubicBezTo>
                  <a:pt x="979126" y="0"/>
                  <a:pt x="990099" y="10973"/>
                  <a:pt x="990099" y="24508"/>
                </a:cubicBezTo>
                <a:cubicBezTo>
                  <a:pt x="990099" y="38044"/>
                  <a:pt x="979126" y="49016"/>
                  <a:pt x="965591" y="49016"/>
                </a:cubicBezTo>
                <a:cubicBezTo>
                  <a:pt x="952055" y="49016"/>
                  <a:pt x="941082" y="38044"/>
                  <a:pt x="941082" y="24508"/>
                </a:cubicBezTo>
                <a:cubicBezTo>
                  <a:pt x="941082" y="10973"/>
                  <a:pt x="952055" y="0"/>
                  <a:pt x="965591" y="0"/>
                </a:cubicBezTo>
                <a:close/>
                <a:moveTo>
                  <a:pt x="847159" y="0"/>
                </a:moveTo>
                <a:cubicBezTo>
                  <a:pt x="860694" y="0"/>
                  <a:pt x="871667" y="10973"/>
                  <a:pt x="871667" y="24508"/>
                </a:cubicBezTo>
                <a:cubicBezTo>
                  <a:pt x="871667" y="38044"/>
                  <a:pt x="860694" y="49016"/>
                  <a:pt x="847159" y="49016"/>
                </a:cubicBezTo>
                <a:cubicBezTo>
                  <a:pt x="833623" y="49016"/>
                  <a:pt x="822651" y="38044"/>
                  <a:pt x="822651" y="24508"/>
                </a:cubicBezTo>
                <a:cubicBezTo>
                  <a:pt x="822651" y="10973"/>
                  <a:pt x="833623" y="0"/>
                  <a:pt x="847159" y="0"/>
                </a:cubicBezTo>
                <a:close/>
                <a:moveTo>
                  <a:pt x="728727" y="0"/>
                </a:moveTo>
                <a:cubicBezTo>
                  <a:pt x="742263" y="0"/>
                  <a:pt x="753235" y="10973"/>
                  <a:pt x="753235" y="24508"/>
                </a:cubicBezTo>
                <a:cubicBezTo>
                  <a:pt x="753235" y="38044"/>
                  <a:pt x="742263" y="49016"/>
                  <a:pt x="728727" y="49016"/>
                </a:cubicBezTo>
                <a:cubicBezTo>
                  <a:pt x="715191" y="49016"/>
                  <a:pt x="704219" y="38044"/>
                  <a:pt x="704219" y="24508"/>
                </a:cubicBezTo>
                <a:cubicBezTo>
                  <a:pt x="704219" y="10973"/>
                  <a:pt x="715191" y="0"/>
                  <a:pt x="728727" y="0"/>
                </a:cubicBezTo>
                <a:close/>
                <a:moveTo>
                  <a:pt x="610295" y="0"/>
                </a:moveTo>
                <a:cubicBezTo>
                  <a:pt x="623831" y="0"/>
                  <a:pt x="634803" y="10973"/>
                  <a:pt x="634803" y="24508"/>
                </a:cubicBezTo>
                <a:cubicBezTo>
                  <a:pt x="634803" y="38044"/>
                  <a:pt x="623831" y="49016"/>
                  <a:pt x="610295" y="49016"/>
                </a:cubicBezTo>
                <a:cubicBezTo>
                  <a:pt x="596759" y="49016"/>
                  <a:pt x="585787" y="38044"/>
                  <a:pt x="585787" y="24508"/>
                </a:cubicBezTo>
                <a:cubicBezTo>
                  <a:pt x="585787" y="10973"/>
                  <a:pt x="596759" y="0"/>
                  <a:pt x="610295" y="0"/>
                </a:cubicBezTo>
                <a:close/>
                <a:moveTo>
                  <a:pt x="498235" y="0"/>
                </a:moveTo>
                <a:cubicBezTo>
                  <a:pt x="511771" y="0"/>
                  <a:pt x="522743" y="10973"/>
                  <a:pt x="522743" y="24508"/>
                </a:cubicBezTo>
                <a:cubicBezTo>
                  <a:pt x="522743" y="38044"/>
                  <a:pt x="511771" y="49016"/>
                  <a:pt x="498235" y="49016"/>
                </a:cubicBezTo>
                <a:cubicBezTo>
                  <a:pt x="484699" y="49016"/>
                  <a:pt x="473727" y="38044"/>
                  <a:pt x="473727" y="24508"/>
                </a:cubicBezTo>
                <a:cubicBezTo>
                  <a:pt x="473727" y="10973"/>
                  <a:pt x="484699" y="0"/>
                  <a:pt x="498235" y="0"/>
                </a:cubicBezTo>
                <a:close/>
                <a:moveTo>
                  <a:pt x="379803" y="0"/>
                </a:moveTo>
                <a:cubicBezTo>
                  <a:pt x="393339" y="0"/>
                  <a:pt x="404311" y="10973"/>
                  <a:pt x="404311" y="24508"/>
                </a:cubicBezTo>
                <a:cubicBezTo>
                  <a:pt x="404311" y="38044"/>
                  <a:pt x="393339" y="49016"/>
                  <a:pt x="379803" y="49016"/>
                </a:cubicBezTo>
                <a:cubicBezTo>
                  <a:pt x="366268" y="49016"/>
                  <a:pt x="355295" y="38044"/>
                  <a:pt x="355295" y="24508"/>
                </a:cubicBezTo>
                <a:cubicBezTo>
                  <a:pt x="355295" y="10973"/>
                  <a:pt x="366268" y="0"/>
                  <a:pt x="379803" y="0"/>
                </a:cubicBezTo>
                <a:close/>
                <a:moveTo>
                  <a:pt x="261372" y="0"/>
                </a:moveTo>
                <a:cubicBezTo>
                  <a:pt x="274907" y="0"/>
                  <a:pt x="285880" y="10973"/>
                  <a:pt x="285880" y="24508"/>
                </a:cubicBezTo>
                <a:cubicBezTo>
                  <a:pt x="285880" y="38044"/>
                  <a:pt x="274907" y="49016"/>
                  <a:pt x="261372" y="49016"/>
                </a:cubicBezTo>
                <a:cubicBezTo>
                  <a:pt x="247836" y="49016"/>
                  <a:pt x="236863" y="38044"/>
                  <a:pt x="236863" y="24508"/>
                </a:cubicBezTo>
                <a:cubicBezTo>
                  <a:pt x="236863" y="10973"/>
                  <a:pt x="247836" y="0"/>
                  <a:pt x="261372" y="0"/>
                </a:cubicBezTo>
                <a:close/>
                <a:moveTo>
                  <a:pt x="142940" y="0"/>
                </a:moveTo>
                <a:cubicBezTo>
                  <a:pt x="156475" y="0"/>
                  <a:pt x="167448" y="10973"/>
                  <a:pt x="167448" y="24508"/>
                </a:cubicBezTo>
                <a:cubicBezTo>
                  <a:pt x="167448" y="38044"/>
                  <a:pt x="156475" y="49016"/>
                  <a:pt x="142940" y="49016"/>
                </a:cubicBezTo>
                <a:cubicBezTo>
                  <a:pt x="129404" y="49016"/>
                  <a:pt x="118432" y="38044"/>
                  <a:pt x="118432" y="24508"/>
                </a:cubicBezTo>
                <a:cubicBezTo>
                  <a:pt x="118432" y="10973"/>
                  <a:pt x="129404" y="0"/>
                  <a:pt x="142940" y="0"/>
                </a:cubicBezTo>
                <a:close/>
                <a:moveTo>
                  <a:pt x="24508" y="0"/>
                </a:moveTo>
                <a:cubicBezTo>
                  <a:pt x="38044" y="0"/>
                  <a:pt x="49016" y="10973"/>
                  <a:pt x="49016" y="24508"/>
                </a:cubicBezTo>
                <a:cubicBezTo>
                  <a:pt x="49016" y="38044"/>
                  <a:pt x="38044" y="49016"/>
                  <a:pt x="24508" y="49016"/>
                </a:cubicBezTo>
                <a:cubicBezTo>
                  <a:pt x="10972" y="49016"/>
                  <a:pt x="0" y="38044"/>
                  <a:pt x="0" y="24508"/>
                </a:cubicBezTo>
                <a:cubicBezTo>
                  <a:pt x="0" y="10973"/>
                  <a:pt x="10972" y="0"/>
                  <a:pt x="24508" y="0"/>
                </a:cubicBezTo>
                <a:close/>
              </a:path>
            </a:pathLst>
          </a:custGeom>
          <a:gradFill>
            <a:gsLst>
              <a:gs pos="0">
                <a:schemeClr val="accent1"/>
              </a:gs>
              <a:gs pos="100000">
                <a:schemeClr val="accent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cxnSp>
        <p:nvCxnSpPr>
          <p:cNvPr id="16" name="直接连接符 15"/>
          <p:cNvCxnSpPr/>
          <p:nvPr userDrawn="1">
            <p:custDataLst>
              <p:tags r:id="rId8"/>
            </p:custDataLst>
          </p:nvPr>
        </p:nvCxnSpPr>
        <p:spPr>
          <a:xfrm>
            <a:off x="1067581" y="863874"/>
            <a:ext cx="173050" cy="0"/>
          </a:xfrm>
          <a:prstGeom prst="line">
            <a:avLst/>
          </a:prstGeom>
          <a:ln w="19050"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9"/>
            </p:custDataLst>
          </p:nvPr>
        </p:nvCxnSpPr>
        <p:spPr>
          <a:xfrm>
            <a:off x="1067581" y="920961"/>
            <a:ext cx="173050" cy="0"/>
          </a:xfrm>
          <a:prstGeom prst="line">
            <a:avLst/>
          </a:prstGeom>
          <a:ln w="19050"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userDrawn="1">
            <p:custDataLst>
              <p:tags r:id="rId10"/>
            </p:custDataLst>
          </p:nvPr>
        </p:nvCxnSpPr>
        <p:spPr>
          <a:xfrm>
            <a:off x="1067581" y="978048"/>
            <a:ext cx="173050" cy="0"/>
          </a:xfrm>
          <a:prstGeom prst="line">
            <a:avLst/>
          </a:prstGeom>
          <a:ln w="19050"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userDrawn="1">
            <p:ph type="ctrTitle"/>
            <p:custDataLst>
              <p:tags r:id="rId11"/>
            </p:custDataLst>
          </p:nvPr>
        </p:nvSpPr>
        <p:spPr>
          <a:xfrm>
            <a:off x="1067581" y="1615544"/>
            <a:ext cx="5646700" cy="2086340"/>
          </a:xfrm>
        </p:spPr>
        <p:txBody>
          <a:bodyPr wrap="square" anchor="b">
            <a:normAutofit/>
          </a:bodyPr>
          <a:lstStyle>
            <a:lvl1pPr algn="l">
              <a:lnSpc>
                <a:spcPct val="100000"/>
              </a:lnSpc>
              <a:defRPr sz="6000"/>
            </a:lvl1pPr>
          </a:lstStyle>
          <a:p>
            <a:r>
              <a:rPr lang="zh-CN" altLang="en-US"/>
              <a:t>单击此处编辑母版标题样式</a:t>
            </a:r>
          </a:p>
        </p:txBody>
      </p:sp>
      <p:sp>
        <p:nvSpPr>
          <p:cNvPr id="3" name="副标题 2"/>
          <p:cNvSpPr>
            <a:spLocks noGrp="1"/>
          </p:cNvSpPr>
          <p:nvPr userDrawn="1">
            <p:ph type="subTitle" idx="1" hasCustomPrompt="1"/>
            <p:custDataLst>
              <p:tags r:id="rId12"/>
            </p:custDataLst>
          </p:nvPr>
        </p:nvSpPr>
        <p:spPr>
          <a:xfrm>
            <a:off x="1067581" y="3845884"/>
            <a:ext cx="5646700" cy="972000"/>
          </a:xfrm>
        </p:spPr>
        <p:txBody>
          <a:bodyPr wrap="square">
            <a:normAutofit/>
          </a:bodyPr>
          <a:lstStyle>
            <a:lvl1pPr marL="0" indent="0" algn="l">
              <a:lnSpc>
                <a:spcPct val="100000"/>
              </a:lnSpc>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单击此处编辑副标题</a:t>
            </a:r>
          </a:p>
        </p:txBody>
      </p:sp>
      <p:sp>
        <p:nvSpPr>
          <p:cNvPr id="4" name="日期占位符 3"/>
          <p:cNvSpPr>
            <a:spLocks noGrp="1"/>
          </p:cNvSpPr>
          <p:nvPr userDrawn="1">
            <p:ph type="dt" sz="half" idx="10"/>
            <p:custDataLst>
              <p:tags r:id="rId13"/>
            </p:custDataLst>
          </p:nvPr>
        </p:nvSpPr>
        <p:spPr/>
        <p:txBody>
          <a:bodyPr wrap="square">
            <a:normAutofit/>
          </a:bodyPr>
          <a:lstStyle/>
          <a:p>
            <a:fld id="{5592522B-0F24-4480-B9DD-A9474A6880D6}" type="datetimeFigureOut">
              <a:rPr lang="zh-CN" altLang="en-US" smtClean="0"/>
              <a:t>2026/4/5</a:t>
            </a:fld>
            <a:endParaRPr lang="zh-CN" altLang="en-US"/>
          </a:p>
        </p:txBody>
      </p:sp>
      <p:sp>
        <p:nvSpPr>
          <p:cNvPr id="5" name="页脚占位符 4"/>
          <p:cNvSpPr>
            <a:spLocks noGrp="1"/>
          </p:cNvSpPr>
          <p:nvPr userDrawn="1">
            <p:ph type="ftr" sz="quarter" idx="11"/>
            <p:custDataLst>
              <p:tags r:id="rId14"/>
            </p:custDataLst>
          </p:nvPr>
        </p:nvSpPr>
        <p:spPr/>
        <p:txBody>
          <a:bodyPr>
            <a:normAutofit/>
          </a:bodyPr>
          <a:lstStyle/>
          <a:p>
            <a:endParaRPr lang="zh-CN" altLang="en-US"/>
          </a:p>
        </p:txBody>
      </p:sp>
      <p:sp>
        <p:nvSpPr>
          <p:cNvPr id="6" name="灯片编号占位符 5"/>
          <p:cNvSpPr>
            <a:spLocks noGrp="1"/>
          </p:cNvSpPr>
          <p:nvPr userDrawn="1">
            <p:ph type="sldNum" sz="quarter" idx="12"/>
            <p:custDataLst>
              <p:tags r:id="rId15"/>
            </p:custDataLst>
          </p:nvPr>
        </p:nvSpPr>
        <p:spPr>
          <a:xfrm>
            <a:off x="8610600" y="6356350"/>
            <a:ext cx="2743200" cy="365125"/>
          </a:xfrm>
        </p:spPr>
        <p:txBody>
          <a:bodyPr wrap="square">
            <a:normAutofit/>
          </a:bodyPr>
          <a:lstStyle/>
          <a:p>
            <a:fld id="{BE5F26B5-172A-4DC2-B0B7-181CFC56B87C}" type="slidenum">
              <a:rPr lang="zh-CN" altLang="en-US" smtClean="0"/>
              <a:t>‹#›</a:t>
            </a:fld>
            <a:endParaRPr lang="zh-CN" altLang="en-US"/>
          </a:p>
        </p:txBody>
      </p:sp>
      <p:sp>
        <p:nvSpPr>
          <p:cNvPr id="10" name="公司名占位符 6"/>
          <p:cNvSpPr>
            <a:spLocks noGrp="1"/>
          </p:cNvSpPr>
          <p:nvPr userDrawn="1">
            <p:ph type="body" sz="quarter" idx="13" hasCustomPrompt="1"/>
            <p:custDataLst>
              <p:tags r:id="rId16"/>
            </p:custDataLst>
          </p:nvPr>
        </p:nvSpPr>
        <p:spPr>
          <a:xfrm>
            <a:off x="1365140" y="678700"/>
            <a:ext cx="2880000" cy="504000"/>
          </a:xfrm>
        </p:spPr>
        <p:txBody>
          <a:bodyPr wrap="square" anchor="ctr">
            <a:normAutofit/>
          </a:bodyPr>
          <a:lstStyle>
            <a:lvl1pPr marL="0" indent="0">
              <a:lnSpc>
                <a:spcPct val="100000"/>
              </a:lnSpc>
              <a:buNone/>
              <a:defRPr sz="1600">
                <a:solidFill>
                  <a:schemeClr val="tx1">
                    <a:lumMod val="60000"/>
                    <a:lumOff val="40000"/>
                  </a:schemeClr>
                </a:solidFill>
              </a:defRPr>
            </a:lvl1pPr>
          </a:lstStyle>
          <a:p>
            <a:pPr lvl="0"/>
            <a:r>
              <a:rPr lang="zh-CN" altLang="en-US"/>
              <a:t>公司名</a:t>
            </a:r>
          </a:p>
        </p:txBody>
      </p:sp>
      <p:sp>
        <p:nvSpPr>
          <p:cNvPr id="24" name="署名占位符 10"/>
          <p:cNvSpPr>
            <a:spLocks noGrp="1"/>
          </p:cNvSpPr>
          <p:nvPr userDrawn="1">
            <p:ph type="body" sz="quarter" idx="17" hasCustomPrompt="1"/>
            <p:custDataLst>
              <p:tags r:id="rId17"/>
            </p:custDataLst>
          </p:nvPr>
        </p:nvSpPr>
        <p:spPr>
          <a:xfrm>
            <a:off x="1067581" y="5254864"/>
            <a:ext cx="2880000" cy="504000"/>
          </a:xfrm>
          <a:prstGeom prst="roundRect">
            <a:avLst>
              <a:gd name="adj" fmla="val 50000"/>
            </a:avLst>
          </a:prstGeom>
          <a:solidFill>
            <a:schemeClr val="accent1"/>
          </a:solidFill>
        </p:spPr>
        <p:txBody>
          <a:bodyPr wrap="square" anchor="ctr">
            <a:normAutofit/>
          </a:bodyPr>
          <a:lstStyle>
            <a:lvl1pPr marL="0" indent="0" algn="ctr">
              <a:lnSpc>
                <a:spcPct val="100000"/>
              </a:lnSpc>
              <a:buNone/>
              <a:defRPr sz="1600">
                <a:solidFill>
                  <a:srgbClr val="FFFFFF"/>
                </a:solidFill>
              </a:defRPr>
            </a:lvl1pPr>
          </a:lstStyle>
          <a:p>
            <a:pPr lvl="0"/>
            <a:r>
              <a:rPr lang="zh-CN" altLang="en-US"/>
              <a:t>署名</a:t>
            </a: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wrap="square">
            <a:normAutofit/>
          </a:bodyPr>
          <a:lstStyle/>
          <a:p>
            <a:r>
              <a:rPr lang="zh-CN" altLang="en-US"/>
              <a:t>单击此处编辑母版标题样式</a:t>
            </a:r>
          </a:p>
        </p:txBody>
      </p:sp>
      <p:sp>
        <p:nvSpPr>
          <p:cNvPr id="3" name="内容占位符 2"/>
          <p:cNvSpPr>
            <a:spLocks noGrp="1"/>
          </p:cNvSpPr>
          <p:nvPr>
            <p:ph idx="1"/>
            <p:custDataLst>
              <p:tags r:id="rId2"/>
            </p:custDataLst>
          </p:nvPr>
        </p:nvSpPr>
        <p:spPr/>
        <p:txBody>
          <a:bodyPr wrap="square">
            <a:normAutofit/>
          </a:bodyPr>
          <a:lstStyle/>
          <a:p>
            <a:pPr lvl="0"/>
            <a:r>
              <a:rPr lang="zh-CN" altLang="en-US"/>
              <a:t>单击此处编辑母版文本样式</a:t>
            </a:r>
          </a:p>
          <a:p>
            <a:pPr lvl="1"/>
            <a:r>
              <a:rPr lang="zh-CN" altLang="en-US"/>
              <a:t>第二级</a:t>
            </a:r>
          </a:p>
          <a:p>
            <a:pPr lvl="2"/>
            <a:r>
              <a:rPr lang="zh-CN" altLang="en-US">
                <a:sym typeface="+mn-ea"/>
              </a:rPr>
              <a:t>第</a:t>
            </a:r>
            <a:r>
              <a:rPr lang="zh-CN" altLang="en-US"/>
              <a:t>三级</a:t>
            </a:r>
          </a:p>
          <a:p>
            <a:pPr lvl="3"/>
            <a:r>
              <a:rPr lang="zh-CN" altLang="en-US">
                <a:sym typeface="+mn-ea"/>
              </a:rPr>
              <a:t>第</a:t>
            </a:r>
            <a:r>
              <a:rPr lang="zh-CN" altLang="en-US"/>
              <a:t>四级</a:t>
            </a:r>
          </a:p>
          <a:p>
            <a:pPr lvl="4"/>
            <a:r>
              <a:rPr lang="zh-CN" altLang="en-US">
                <a:sym typeface="+mn-ea"/>
              </a:rPr>
              <a:t>第</a:t>
            </a:r>
            <a:r>
              <a:rPr lang="zh-CN" altLang="en-US"/>
              <a:t>五级</a:t>
            </a:r>
          </a:p>
        </p:txBody>
      </p:sp>
      <p:sp>
        <p:nvSpPr>
          <p:cNvPr id="4"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t>2026/4/5</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sp>
        <p:nvSpPr>
          <p:cNvPr id="3" name="矩形 2"/>
          <p:cNvSpPr/>
          <p:nvPr userDrawn="1">
            <p:custDataLst>
              <p:tags r:id="rId1"/>
            </p:custDataLst>
          </p:nvPr>
        </p:nvSpPr>
        <p:spPr>
          <a:xfrm>
            <a:off x="0" y="0"/>
            <a:ext cx="12192000" cy="6858000"/>
          </a:xfrm>
          <a:prstGeom prst="rect">
            <a:avLst/>
          </a:prstGeom>
          <a:gradFill flip="none" rotWithShape="1">
            <a:gsLst>
              <a:gs pos="0">
                <a:schemeClr val="bg2">
                  <a:lumMod val="90000"/>
                </a:schemeClr>
              </a:gs>
              <a:gs pos="100000">
                <a:schemeClr val="bg2"/>
              </a:gs>
            </a:gsLst>
            <a:lin ang="135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userDrawn="1">
            <p:custDataLst>
              <p:tags r:id="rId2"/>
            </p:custDataLst>
          </p:nvPr>
        </p:nvSpPr>
        <p:spPr>
          <a:xfrm flipH="1" flipV="1">
            <a:off x="8483599" y="0"/>
            <a:ext cx="3708400" cy="1118044"/>
          </a:xfrm>
          <a:custGeom>
            <a:avLst/>
            <a:gdLst>
              <a:gd name="connsiteX0" fmla="*/ 2179079 w 4341841"/>
              <a:gd name="connsiteY0" fmla="*/ 0 h 1309020"/>
              <a:gd name="connsiteX1" fmla="*/ 4226329 w 4341841"/>
              <a:gd name="connsiteY1" fmla="*/ 1088515 h 1309020"/>
              <a:gd name="connsiteX2" fmla="*/ 4341841 w 4341841"/>
              <a:gd name="connsiteY2" fmla="*/ 1278653 h 1309020"/>
              <a:gd name="connsiteX3" fmla="*/ 4341841 w 4341841"/>
              <a:gd name="connsiteY3" fmla="*/ 1309020 h 1309020"/>
              <a:gd name="connsiteX4" fmla="*/ 0 w 4341841"/>
              <a:gd name="connsiteY4" fmla="*/ 1309020 h 1309020"/>
              <a:gd name="connsiteX5" fmla="*/ 8163 w 4341841"/>
              <a:gd name="connsiteY5" fmla="*/ 1292076 h 1309020"/>
              <a:gd name="connsiteX6" fmla="*/ 2179079 w 4341841"/>
              <a:gd name="connsiteY6" fmla="*/ 0 h 1309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41841" h="1309020">
                <a:moveTo>
                  <a:pt x="2179079" y="0"/>
                </a:moveTo>
                <a:cubicBezTo>
                  <a:pt x="3031288" y="0"/>
                  <a:pt x="3782650" y="431783"/>
                  <a:pt x="4226329" y="1088515"/>
                </a:cubicBezTo>
                <a:lnTo>
                  <a:pt x="4341841" y="1278653"/>
                </a:lnTo>
                <a:lnTo>
                  <a:pt x="4341841" y="1309020"/>
                </a:lnTo>
                <a:lnTo>
                  <a:pt x="0" y="1309020"/>
                </a:lnTo>
                <a:lnTo>
                  <a:pt x="8163" y="1292076"/>
                </a:lnTo>
                <a:cubicBezTo>
                  <a:pt x="426245" y="522458"/>
                  <a:pt x="1241649" y="0"/>
                  <a:pt x="2179079" y="0"/>
                </a:cubicBezTo>
                <a:close/>
              </a:path>
            </a:pathLst>
          </a:custGeom>
          <a:gradFill flip="none" rotWithShape="1">
            <a:gsLst>
              <a:gs pos="0">
                <a:schemeClr val="accent1">
                  <a:lumMod val="60000"/>
                  <a:lumOff val="40000"/>
                </a:schemeClr>
              </a:gs>
              <a:gs pos="100000">
                <a:schemeClr val="accent1">
                  <a:lumMod val="20000"/>
                  <a:lumOff val="80000"/>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 name="任意多边形: 形状 4"/>
          <p:cNvSpPr/>
          <p:nvPr userDrawn="1">
            <p:custDataLst>
              <p:tags r:id="rId3"/>
            </p:custDataLst>
          </p:nvPr>
        </p:nvSpPr>
        <p:spPr>
          <a:xfrm flipH="1" flipV="1">
            <a:off x="9431652" y="739775"/>
            <a:ext cx="1972948" cy="498232"/>
          </a:xfrm>
          <a:custGeom>
            <a:avLst/>
            <a:gdLst>
              <a:gd name="connsiteX0" fmla="*/ 1084022 w 1108530"/>
              <a:gd name="connsiteY0" fmla="*/ 230923 h 279939"/>
              <a:gd name="connsiteX1" fmla="*/ 1108530 w 1108530"/>
              <a:gd name="connsiteY1" fmla="*/ 255431 h 279939"/>
              <a:gd name="connsiteX2" fmla="*/ 1084022 w 1108530"/>
              <a:gd name="connsiteY2" fmla="*/ 279939 h 279939"/>
              <a:gd name="connsiteX3" fmla="*/ 1059514 w 1108530"/>
              <a:gd name="connsiteY3" fmla="*/ 255431 h 279939"/>
              <a:gd name="connsiteX4" fmla="*/ 1084022 w 1108530"/>
              <a:gd name="connsiteY4" fmla="*/ 230923 h 279939"/>
              <a:gd name="connsiteX5" fmla="*/ 965591 w 1108530"/>
              <a:gd name="connsiteY5" fmla="*/ 230923 h 279939"/>
              <a:gd name="connsiteX6" fmla="*/ 990099 w 1108530"/>
              <a:gd name="connsiteY6" fmla="*/ 255431 h 279939"/>
              <a:gd name="connsiteX7" fmla="*/ 965591 w 1108530"/>
              <a:gd name="connsiteY7" fmla="*/ 279939 h 279939"/>
              <a:gd name="connsiteX8" fmla="*/ 941082 w 1108530"/>
              <a:gd name="connsiteY8" fmla="*/ 255431 h 279939"/>
              <a:gd name="connsiteX9" fmla="*/ 965591 w 1108530"/>
              <a:gd name="connsiteY9" fmla="*/ 230923 h 279939"/>
              <a:gd name="connsiteX10" fmla="*/ 847159 w 1108530"/>
              <a:gd name="connsiteY10" fmla="*/ 230923 h 279939"/>
              <a:gd name="connsiteX11" fmla="*/ 871667 w 1108530"/>
              <a:gd name="connsiteY11" fmla="*/ 255431 h 279939"/>
              <a:gd name="connsiteX12" fmla="*/ 847159 w 1108530"/>
              <a:gd name="connsiteY12" fmla="*/ 279939 h 279939"/>
              <a:gd name="connsiteX13" fmla="*/ 822651 w 1108530"/>
              <a:gd name="connsiteY13" fmla="*/ 255431 h 279939"/>
              <a:gd name="connsiteX14" fmla="*/ 847159 w 1108530"/>
              <a:gd name="connsiteY14" fmla="*/ 230923 h 279939"/>
              <a:gd name="connsiteX15" fmla="*/ 728727 w 1108530"/>
              <a:gd name="connsiteY15" fmla="*/ 230923 h 279939"/>
              <a:gd name="connsiteX16" fmla="*/ 753235 w 1108530"/>
              <a:gd name="connsiteY16" fmla="*/ 255431 h 279939"/>
              <a:gd name="connsiteX17" fmla="*/ 728727 w 1108530"/>
              <a:gd name="connsiteY17" fmla="*/ 279939 h 279939"/>
              <a:gd name="connsiteX18" fmla="*/ 704219 w 1108530"/>
              <a:gd name="connsiteY18" fmla="*/ 255431 h 279939"/>
              <a:gd name="connsiteX19" fmla="*/ 728727 w 1108530"/>
              <a:gd name="connsiteY19" fmla="*/ 230923 h 279939"/>
              <a:gd name="connsiteX20" fmla="*/ 610295 w 1108530"/>
              <a:gd name="connsiteY20" fmla="*/ 230923 h 279939"/>
              <a:gd name="connsiteX21" fmla="*/ 634803 w 1108530"/>
              <a:gd name="connsiteY21" fmla="*/ 255431 h 279939"/>
              <a:gd name="connsiteX22" fmla="*/ 610295 w 1108530"/>
              <a:gd name="connsiteY22" fmla="*/ 279939 h 279939"/>
              <a:gd name="connsiteX23" fmla="*/ 585787 w 1108530"/>
              <a:gd name="connsiteY23" fmla="*/ 255431 h 279939"/>
              <a:gd name="connsiteX24" fmla="*/ 610295 w 1108530"/>
              <a:gd name="connsiteY24" fmla="*/ 230923 h 279939"/>
              <a:gd name="connsiteX25" fmla="*/ 498235 w 1108530"/>
              <a:gd name="connsiteY25" fmla="*/ 230923 h 279939"/>
              <a:gd name="connsiteX26" fmla="*/ 522743 w 1108530"/>
              <a:gd name="connsiteY26" fmla="*/ 255431 h 279939"/>
              <a:gd name="connsiteX27" fmla="*/ 498235 w 1108530"/>
              <a:gd name="connsiteY27" fmla="*/ 279939 h 279939"/>
              <a:gd name="connsiteX28" fmla="*/ 473727 w 1108530"/>
              <a:gd name="connsiteY28" fmla="*/ 255431 h 279939"/>
              <a:gd name="connsiteX29" fmla="*/ 498235 w 1108530"/>
              <a:gd name="connsiteY29" fmla="*/ 230923 h 279939"/>
              <a:gd name="connsiteX30" fmla="*/ 379803 w 1108530"/>
              <a:gd name="connsiteY30" fmla="*/ 230923 h 279939"/>
              <a:gd name="connsiteX31" fmla="*/ 404311 w 1108530"/>
              <a:gd name="connsiteY31" fmla="*/ 255431 h 279939"/>
              <a:gd name="connsiteX32" fmla="*/ 379803 w 1108530"/>
              <a:gd name="connsiteY32" fmla="*/ 279939 h 279939"/>
              <a:gd name="connsiteX33" fmla="*/ 355295 w 1108530"/>
              <a:gd name="connsiteY33" fmla="*/ 255431 h 279939"/>
              <a:gd name="connsiteX34" fmla="*/ 379803 w 1108530"/>
              <a:gd name="connsiteY34" fmla="*/ 230923 h 279939"/>
              <a:gd name="connsiteX35" fmla="*/ 261372 w 1108530"/>
              <a:gd name="connsiteY35" fmla="*/ 230923 h 279939"/>
              <a:gd name="connsiteX36" fmla="*/ 285880 w 1108530"/>
              <a:gd name="connsiteY36" fmla="*/ 255431 h 279939"/>
              <a:gd name="connsiteX37" fmla="*/ 261372 w 1108530"/>
              <a:gd name="connsiteY37" fmla="*/ 279939 h 279939"/>
              <a:gd name="connsiteX38" fmla="*/ 236863 w 1108530"/>
              <a:gd name="connsiteY38" fmla="*/ 255431 h 279939"/>
              <a:gd name="connsiteX39" fmla="*/ 261372 w 1108530"/>
              <a:gd name="connsiteY39" fmla="*/ 230923 h 279939"/>
              <a:gd name="connsiteX40" fmla="*/ 142940 w 1108530"/>
              <a:gd name="connsiteY40" fmla="*/ 230923 h 279939"/>
              <a:gd name="connsiteX41" fmla="*/ 167448 w 1108530"/>
              <a:gd name="connsiteY41" fmla="*/ 255431 h 279939"/>
              <a:gd name="connsiteX42" fmla="*/ 142940 w 1108530"/>
              <a:gd name="connsiteY42" fmla="*/ 279939 h 279939"/>
              <a:gd name="connsiteX43" fmla="*/ 118432 w 1108530"/>
              <a:gd name="connsiteY43" fmla="*/ 255431 h 279939"/>
              <a:gd name="connsiteX44" fmla="*/ 142940 w 1108530"/>
              <a:gd name="connsiteY44" fmla="*/ 230923 h 279939"/>
              <a:gd name="connsiteX45" fmla="*/ 24508 w 1108530"/>
              <a:gd name="connsiteY45" fmla="*/ 230923 h 279939"/>
              <a:gd name="connsiteX46" fmla="*/ 49016 w 1108530"/>
              <a:gd name="connsiteY46" fmla="*/ 255431 h 279939"/>
              <a:gd name="connsiteX47" fmla="*/ 24508 w 1108530"/>
              <a:gd name="connsiteY47" fmla="*/ 279939 h 279939"/>
              <a:gd name="connsiteX48" fmla="*/ 0 w 1108530"/>
              <a:gd name="connsiteY48" fmla="*/ 255431 h 279939"/>
              <a:gd name="connsiteX49" fmla="*/ 24508 w 1108530"/>
              <a:gd name="connsiteY49" fmla="*/ 230923 h 279939"/>
              <a:gd name="connsiteX50" fmla="*/ 1084022 w 1108530"/>
              <a:gd name="connsiteY50" fmla="*/ 115462 h 279939"/>
              <a:gd name="connsiteX51" fmla="*/ 1108530 w 1108530"/>
              <a:gd name="connsiteY51" fmla="*/ 139970 h 279939"/>
              <a:gd name="connsiteX52" fmla="*/ 1084022 w 1108530"/>
              <a:gd name="connsiteY52" fmla="*/ 164478 h 279939"/>
              <a:gd name="connsiteX53" fmla="*/ 1059514 w 1108530"/>
              <a:gd name="connsiteY53" fmla="*/ 139970 h 279939"/>
              <a:gd name="connsiteX54" fmla="*/ 1084022 w 1108530"/>
              <a:gd name="connsiteY54" fmla="*/ 115462 h 279939"/>
              <a:gd name="connsiteX55" fmla="*/ 965591 w 1108530"/>
              <a:gd name="connsiteY55" fmla="*/ 115462 h 279939"/>
              <a:gd name="connsiteX56" fmla="*/ 990099 w 1108530"/>
              <a:gd name="connsiteY56" fmla="*/ 139970 h 279939"/>
              <a:gd name="connsiteX57" fmla="*/ 965591 w 1108530"/>
              <a:gd name="connsiteY57" fmla="*/ 164478 h 279939"/>
              <a:gd name="connsiteX58" fmla="*/ 941082 w 1108530"/>
              <a:gd name="connsiteY58" fmla="*/ 139970 h 279939"/>
              <a:gd name="connsiteX59" fmla="*/ 965591 w 1108530"/>
              <a:gd name="connsiteY59" fmla="*/ 115462 h 279939"/>
              <a:gd name="connsiteX60" fmla="*/ 847159 w 1108530"/>
              <a:gd name="connsiteY60" fmla="*/ 115462 h 279939"/>
              <a:gd name="connsiteX61" fmla="*/ 871667 w 1108530"/>
              <a:gd name="connsiteY61" fmla="*/ 139970 h 279939"/>
              <a:gd name="connsiteX62" fmla="*/ 847159 w 1108530"/>
              <a:gd name="connsiteY62" fmla="*/ 164478 h 279939"/>
              <a:gd name="connsiteX63" fmla="*/ 822651 w 1108530"/>
              <a:gd name="connsiteY63" fmla="*/ 139970 h 279939"/>
              <a:gd name="connsiteX64" fmla="*/ 847159 w 1108530"/>
              <a:gd name="connsiteY64" fmla="*/ 115462 h 279939"/>
              <a:gd name="connsiteX65" fmla="*/ 728727 w 1108530"/>
              <a:gd name="connsiteY65" fmla="*/ 115462 h 279939"/>
              <a:gd name="connsiteX66" fmla="*/ 753235 w 1108530"/>
              <a:gd name="connsiteY66" fmla="*/ 139970 h 279939"/>
              <a:gd name="connsiteX67" fmla="*/ 728727 w 1108530"/>
              <a:gd name="connsiteY67" fmla="*/ 164478 h 279939"/>
              <a:gd name="connsiteX68" fmla="*/ 704219 w 1108530"/>
              <a:gd name="connsiteY68" fmla="*/ 139970 h 279939"/>
              <a:gd name="connsiteX69" fmla="*/ 728727 w 1108530"/>
              <a:gd name="connsiteY69" fmla="*/ 115462 h 279939"/>
              <a:gd name="connsiteX70" fmla="*/ 610295 w 1108530"/>
              <a:gd name="connsiteY70" fmla="*/ 115462 h 279939"/>
              <a:gd name="connsiteX71" fmla="*/ 634803 w 1108530"/>
              <a:gd name="connsiteY71" fmla="*/ 139970 h 279939"/>
              <a:gd name="connsiteX72" fmla="*/ 610295 w 1108530"/>
              <a:gd name="connsiteY72" fmla="*/ 164478 h 279939"/>
              <a:gd name="connsiteX73" fmla="*/ 585787 w 1108530"/>
              <a:gd name="connsiteY73" fmla="*/ 139970 h 279939"/>
              <a:gd name="connsiteX74" fmla="*/ 610295 w 1108530"/>
              <a:gd name="connsiteY74" fmla="*/ 115462 h 279939"/>
              <a:gd name="connsiteX75" fmla="*/ 498235 w 1108530"/>
              <a:gd name="connsiteY75" fmla="*/ 115462 h 279939"/>
              <a:gd name="connsiteX76" fmla="*/ 522743 w 1108530"/>
              <a:gd name="connsiteY76" fmla="*/ 139970 h 279939"/>
              <a:gd name="connsiteX77" fmla="*/ 498235 w 1108530"/>
              <a:gd name="connsiteY77" fmla="*/ 164478 h 279939"/>
              <a:gd name="connsiteX78" fmla="*/ 473727 w 1108530"/>
              <a:gd name="connsiteY78" fmla="*/ 139970 h 279939"/>
              <a:gd name="connsiteX79" fmla="*/ 498235 w 1108530"/>
              <a:gd name="connsiteY79" fmla="*/ 115462 h 279939"/>
              <a:gd name="connsiteX80" fmla="*/ 379803 w 1108530"/>
              <a:gd name="connsiteY80" fmla="*/ 115462 h 279939"/>
              <a:gd name="connsiteX81" fmla="*/ 404311 w 1108530"/>
              <a:gd name="connsiteY81" fmla="*/ 139970 h 279939"/>
              <a:gd name="connsiteX82" fmla="*/ 379803 w 1108530"/>
              <a:gd name="connsiteY82" fmla="*/ 164478 h 279939"/>
              <a:gd name="connsiteX83" fmla="*/ 355295 w 1108530"/>
              <a:gd name="connsiteY83" fmla="*/ 139970 h 279939"/>
              <a:gd name="connsiteX84" fmla="*/ 379803 w 1108530"/>
              <a:gd name="connsiteY84" fmla="*/ 115462 h 279939"/>
              <a:gd name="connsiteX85" fmla="*/ 261372 w 1108530"/>
              <a:gd name="connsiteY85" fmla="*/ 115462 h 279939"/>
              <a:gd name="connsiteX86" fmla="*/ 285880 w 1108530"/>
              <a:gd name="connsiteY86" fmla="*/ 139970 h 279939"/>
              <a:gd name="connsiteX87" fmla="*/ 261372 w 1108530"/>
              <a:gd name="connsiteY87" fmla="*/ 164478 h 279939"/>
              <a:gd name="connsiteX88" fmla="*/ 236863 w 1108530"/>
              <a:gd name="connsiteY88" fmla="*/ 139970 h 279939"/>
              <a:gd name="connsiteX89" fmla="*/ 261372 w 1108530"/>
              <a:gd name="connsiteY89" fmla="*/ 115462 h 279939"/>
              <a:gd name="connsiteX90" fmla="*/ 142940 w 1108530"/>
              <a:gd name="connsiteY90" fmla="*/ 115462 h 279939"/>
              <a:gd name="connsiteX91" fmla="*/ 167448 w 1108530"/>
              <a:gd name="connsiteY91" fmla="*/ 139970 h 279939"/>
              <a:gd name="connsiteX92" fmla="*/ 142940 w 1108530"/>
              <a:gd name="connsiteY92" fmla="*/ 164478 h 279939"/>
              <a:gd name="connsiteX93" fmla="*/ 118432 w 1108530"/>
              <a:gd name="connsiteY93" fmla="*/ 139970 h 279939"/>
              <a:gd name="connsiteX94" fmla="*/ 142940 w 1108530"/>
              <a:gd name="connsiteY94" fmla="*/ 115462 h 279939"/>
              <a:gd name="connsiteX95" fmla="*/ 24508 w 1108530"/>
              <a:gd name="connsiteY95" fmla="*/ 115462 h 279939"/>
              <a:gd name="connsiteX96" fmla="*/ 49016 w 1108530"/>
              <a:gd name="connsiteY96" fmla="*/ 139970 h 279939"/>
              <a:gd name="connsiteX97" fmla="*/ 24508 w 1108530"/>
              <a:gd name="connsiteY97" fmla="*/ 164478 h 279939"/>
              <a:gd name="connsiteX98" fmla="*/ 0 w 1108530"/>
              <a:gd name="connsiteY98" fmla="*/ 139970 h 279939"/>
              <a:gd name="connsiteX99" fmla="*/ 24508 w 1108530"/>
              <a:gd name="connsiteY99" fmla="*/ 115462 h 279939"/>
              <a:gd name="connsiteX100" fmla="*/ 1084022 w 1108530"/>
              <a:gd name="connsiteY100" fmla="*/ 0 h 279939"/>
              <a:gd name="connsiteX101" fmla="*/ 1108530 w 1108530"/>
              <a:gd name="connsiteY101" fmla="*/ 24508 h 279939"/>
              <a:gd name="connsiteX102" fmla="*/ 1084022 w 1108530"/>
              <a:gd name="connsiteY102" fmla="*/ 49016 h 279939"/>
              <a:gd name="connsiteX103" fmla="*/ 1059514 w 1108530"/>
              <a:gd name="connsiteY103" fmla="*/ 24508 h 279939"/>
              <a:gd name="connsiteX104" fmla="*/ 1084022 w 1108530"/>
              <a:gd name="connsiteY104" fmla="*/ 0 h 279939"/>
              <a:gd name="connsiteX105" fmla="*/ 965591 w 1108530"/>
              <a:gd name="connsiteY105" fmla="*/ 0 h 279939"/>
              <a:gd name="connsiteX106" fmla="*/ 990099 w 1108530"/>
              <a:gd name="connsiteY106" fmla="*/ 24508 h 279939"/>
              <a:gd name="connsiteX107" fmla="*/ 965591 w 1108530"/>
              <a:gd name="connsiteY107" fmla="*/ 49016 h 279939"/>
              <a:gd name="connsiteX108" fmla="*/ 941082 w 1108530"/>
              <a:gd name="connsiteY108" fmla="*/ 24508 h 279939"/>
              <a:gd name="connsiteX109" fmla="*/ 965591 w 1108530"/>
              <a:gd name="connsiteY109" fmla="*/ 0 h 279939"/>
              <a:gd name="connsiteX110" fmla="*/ 847159 w 1108530"/>
              <a:gd name="connsiteY110" fmla="*/ 0 h 279939"/>
              <a:gd name="connsiteX111" fmla="*/ 871667 w 1108530"/>
              <a:gd name="connsiteY111" fmla="*/ 24508 h 279939"/>
              <a:gd name="connsiteX112" fmla="*/ 847159 w 1108530"/>
              <a:gd name="connsiteY112" fmla="*/ 49016 h 279939"/>
              <a:gd name="connsiteX113" fmla="*/ 822651 w 1108530"/>
              <a:gd name="connsiteY113" fmla="*/ 24508 h 279939"/>
              <a:gd name="connsiteX114" fmla="*/ 847159 w 1108530"/>
              <a:gd name="connsiteY114" fmla="*/ 0 h 279939"/>
              <a:gd name="connsiteX115" fmla="*/ 728727 w 1108530"/>
              <a:gd name="connsiteY115" fmla="*/ 0 h 279939"/>
              <a:gd name="connsiteX116" fmla="*/ 753235 w 1108530"/>
              <a:gd name="connsiteY116" fmla="*/ 24508 h 279939"/>
              <a:gd name="connsiteX117" fmla="*/ 728727 w 1108530"/>
              <a:gd name="connsiteY117" fmla="*/ 49016 h 279939"/>
              <a:gd name="connsiteX118" fmla="*/ 704219 w 1108530"/>
              <a:gd name="connsiteY118" fmla="*/ 24508 h 279939"/>
              <a:gd name="connsiteX119" fmla="*/ 728727 w 1108530"/>
              <a:gd name="connsiteY119" fmla="*/ 0 h 279939"/>
              <a:gd name="connsiteX120" fmla="*/ 610295 w 1108530"/>
              <a:gd name="connsiteY120" fmla="*/ 0 h 279939"/>
              <a:gd name="connsiteX121" fmla="*/ 634803 w 1108530"/>
              <a:gd name="connsiteY121" fmla="*/ 24508 h 279939"/>
              <a:gd name="connsiteX122" fmla="*/ 610295 w 1108530"/>
              <a:gd name="connsiteY122" fmla="*/ 49016 h 279939"/>
              <a:gd name="connsiteX123" fmla="*/ 585787 w 1108530"/>
              <a:gd name="connsiteY123" fmla="*/ 24508 h 279939"/>
              <a:gd name="connsiteX124" fmla="*/ 610295 w 1108530"/>
              <a:gd name="connsiteY124" fmla="*/ 0 h 279939"/>
              <a:gd name="connsiteX125" fmla="*/ 498235 w 1108530"/>
              <a:gd name="connsiteY125" fmla="*/ 0 h 279939"/>
              <a:gd name="connsiteX126" fmla="*/ 522743 w 1108530"/>
              <a:gd name="connsiteY126" fmla="*/ 24508 h 279939"/>
              <a:gd name="connsiteX127" fmla="*/ 498235 w 1108530"/>
              <a:gd name="connsiteY127" fmla="*/ 49016 h 279939"/>
              <a:gd name="connsiteX128" fmla="*/ 473727 w 1108530"/>
              <a:gd name="connsiteY128" fmla="*/ 24508 h 279939"/>
              <a:gd name="connsiteX129" fmla="*/ 498235 w 1108530"/>
              <a:gd name="connsiteY129" fmla="*/ 0 h 279939"/>
              <a:gd name="connsiteX130" fmla="*/ 379803 w 1108530"/>
              <a:gd name="connsiteY130" fmla="*/ 0 h 279939"/>
              <a:gd name="connsiteX131" fmla="*/ 404311 w 1108530"/>
              <a:gd name="connsiteY131" fmla="*/ 24508 h 279939"/>
              <a:gd name="connsiteX132" fmla="*/ 379803 w 1108530"/>
              <a:gd name="connsiteY132" fmla="*/ 49016 h 279939"/>
              <a:gd name="connsiteX133" fmla="*/ 355295 w 1108530"/>
              <a:gd name="connsiteY133" fmla="*/ 24508 h 279939"/>
              <a:gd name="connsiteX134" fmla="*/ 379803 w 1108530"/>
              <a:gd name="connsiteY134" fmla="*/ 0 h 279939"/>
              <a:gd name="connsiteX135" fmla="*/ 261372 w 1108530"/>
              <a:gd name="connsiteY135" fmla="*/ 0 h 279939"/>
              <a:gd name="connsiteX136" fmla="*/ 285880 w 1108530"/>
              <a:gd name="connsiteY136" fmla="*/ 24508 h 279939"/>
              <a:gd name="connsiteX137" fmla="*/ 261372 w 1108530"/>
              <a:gd name="connsiteY137" fmla="*/ 49016 h 279939"/>
              <a:gd name="connsiteX138" fmla="*/ 236863 w 1108530"/>
              <a:gd name="connsiteY138" fmla="*/ 24508 h 279939"/>
              <a:gd name="connsiteX139" fmla="*/ 261372 w 1108530"/>
              <a:gd name="connsiteY139" fmla="*/ 0 h 279939"/>
              <a:gd name="connsiteX140" fmla="*/ 142940 w 1108530"/>
              <a:gd name="connsiteY140" fmla="*/ 0 h 279939"/>
              <a:gd name="connsiteX141" fmla="*/ 167448 w 1108530"/>
              <a:gd name="connsiteY141" fmla="*/ 24508 h 279939"/>
              <a:gd name="connsiteX142" fmla="*/ 142940 w 1108530"/>
              <a:gd name="connsiteY142" fmla="*/ 49016 h 279939"/>
              <a:gd name="connsiteX143" fmla="*/ 118432 w 1108530"/>
              <a:gd name="connsiteY143" fmla="*/ 24508 h 279939"/>
              <a:gd name="connsiteX144" fmla="*/ 142940 w 1108530"/>
              <a:gd name="connsiteY144" fmla="*/ 0 h 279939"/>
              <a:gd name="connsiteX145" fmla="*/ 24508 w 1108530"/>
              <a:gd name="connsiteY145" fmla="*/ 0 h 279939"/>
              <a:gd name="connsiteX146" fmla="*/ 49016 w 1108530"/>
              <a:gd name="connsiteY146" fmla="*/ 24508 h 279939"/>
              <a:gd name="connsiteX147" fmla="*/ 24508 w 1108530"/>
              <a:gd name="connsiteY147" fmla="*/ 49016 h 279939"/>
              <a:gd name="connsiteX148" fmla="*/ 0 w 1108530"/>
              <a:gd name="connsiteY148" fmla="*/ 24508 h 279939"/>
              <a:gd name="connsiteX149" fmla="*/ 24508 w 1108530"/>
              <a:gd name="connsiteY149" fmla="*/ 0 h 279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1108530" h="279939">
                <a:moveTo>
                  <a:pt x="1084022" y="230923"/>
                </a:moveTo>
                <a:cubicBezTo>
                  <a:pt x="1097558" y="230923"/>
                  <a:pt x="1108530" y="241895"/>
                  <a:pt x="1108530" y="255431"/>
                </a:cubicBezTo>
                <a:cubicBezTo>
                  <a:pt x="1108530" y="268967"/>
                  <a:pt x="1097558" y="279939"/>
                  <a:pt x="1084022" y="279939"/>
                </a:cubicBezTo>
                <a:cubicBezTo>
                  <a:pt x="1070486" y="279939"/>
                  <a:pt x="1059514" y="268967"/>
                  <a:pt x="1059514" y="255431"/>
                </a:cubicBezTo>
                <a:cubicBezTo>
                  <a:pt x="1059514" y="241895"/>
                  <a:pt x="1070486" y="230923"/>
                  <a:pt x="1084022" y="230923"/>
                </a:cubicBezTo>
                <a:close/>
                <a:moveTo>
                  <a:pt x="965591" y="230923"/>
                </a:moveTo>
                <a:cubicBezTo>
                  <a:pt x="979126" y="230923"/>
                  <a:pt x="990099" y="241895"/>
                  <a:pt x="990099" y="255431"/>
                </a:cubicBezTo>
                <a:cubicBezTo>
                  <a:pt x="990099" y="268967"/>
                  <a:pt x="979126" y="279939"/>
                  <a:pt x="965591" y="279939"/>
                </a:cubicBezTo>
                <a:cubicBezTo>
                  <a:pt x="952055" y="279939"/>
                  <a:pt x="941082" y="268967"/>
                  <a:pt x="941082" y="255431"/>
                </a:cubicBezTo>
                <a:cubicBezTo>
                  <a:pt x="941082" y="241895"/>
                  <a:pt x="952055" y="230923"/>
                  <a:pt x="965591" y="230923"/>
                </a:cubicBezTo>
                <a:close/>
                <a:moveTo>
                  <a:pt x="847159" y="230923"/>
                </a:moveTo>
                <a:cubicBezTo>
                  <a:pt x="860694" y="230923"/>
                  <a:pt x="871667" y="241895"/>
                  <a:pt x="871667" y="255431"/>
                </a:cubicBezTo>
                <a:cubicBezTo>
                  <a:pt x="871667" y="268967"/>
                  <a:pt x="860694" y="279939"/>
                  <a:pt x="847159" y="279939"/>
                </a:cubicBezTo>
                <a:cubicBezTo>
                  <a:pt x="833623" y="279939"/>
                  <a:pt x="822651" y="268967"/>
                  <a:pt x="822651" y="255431"/>
                </a:cubicBezTo>
                <a:cubicBezTo>
                  <a:pt x="822651" y="241895"/>
                  <a:pt x="833623" y="230923"/>
                  <a:pt x="847159" y="230923"/>
                </a:cubicBezTo>
                <a:close/>
                <a:moveTo>
                  <a:pt x="728727" y="230923"/>
                </a:moveTo>
                <a:cubicBezTo>
                  <a:pt x="742263" y="230923"/>
                  <a:pt x="753235" y="241895"/>
                  <a:pt x="753235" y="255431"/>
                </a:cubicBezTo>
                <a:cubicBezTo>
                  <a:pt x="753235" y="268967"/>
                  <a:pt x="742263" y="279939"/>
                  <a:pt x="728727" y="279939"/>
                </a:cubicBezTo>
                <a:cubicBezTo>
                  <a:pt x="715191" y="279939"/>
                  <a:pt x="704219" y="268967"/>
                  <a:pt x="704219" y="255431"/>
                </a:cubicBezTo>
                <a:cubicBezTo>
                  <a:pt x="704219" y="241895"/>
                  <a:pt x="715191" y="230923"/>
                  <a:pt x="728727" y="230923"/>
                </a:cubicBezTo>
                <a:close/>
                <a:moveTo>
                  <a:pt x="610295" y="230923"/>
                </a:moveTo>
                <a:cubicBezTo>
                  <a:pt x="623831" y="230923"/>
                  <a:pt x="634803" y="241895"/>
                  <a:pt x="634803" y="255431"/>
                </a:cubicBezTo>
                <a:cubicBezTo>
                  <a:pt x="634803" y="268967"/>
                  <a:pt x="623831" y="279939"/>
                  <a:pt x="610295" y="279939"/>
                </a:cubicBezTo>
                <a:cubicBezTo>
                  <a:pt x="596759" y="279939"/>
                  <a:pt x="585787" y="268967"/>
                  <a:pt x="585787" y="255431"/>
                </a:cubicBezTo>
                <a:cubicBezTo>
                  <a:pt x="585787" y="241895"/>
                  <a:pt x="596759" y="230923"/>
                  <a:pt x="610295" y="230923"/>
                </a:cubicBezTo>
                <a:close/>
                <a:moveTo>
                  <a:pt x="498235" y="230923"/>
                </a:moveTo>
                <a:cubicBezTo>
                  <a:pt x="511771" y="230923"/>
                  <a:pt x="522743" y="241895"/>
                  <a:pt x="522743" y="255431"/>
                </a:cubicBezTo>
                <a:cubicBezTo>
                  <a:pt x="522743" y="268967"/>
                  <a:pt x="511771" y="279939"/>
                  <a:pt x="498235" y="279939"/>
                </a:cubicBezTo>
                <a:cubicBezTo>
                  <a:pt x="484699" y="279939"/>
                  <a:pt x="473727" y="268967"/>
                  <a:pt x="473727" y="255431"/>
                </a:cubicBezTo>
                <a:cubicBezTo>
                  <a:pt x="473727" y="241895"/>
                  <a:pt x="484699" y="230923"/>
                  <a:pt x="498235" y="230923"/>
                </a:cubicBezTo>
                <a:close/>
                <a:moveTo>
                  <a:pt x="379803" y="230923"/>
                </a:moveTo>
                <a:cubicBezTo>
                  <a:pt x="393339" y="230923"/>
                  <a:pt x="404311" y="241895"/>
                  <a:pt x="404311" y="255431"/>
                </a:cubicBezTo>
                <a:cubicBezTo>
                  <a:pt x="404311" y="268967"/>
                  <a:pt x="393339" y="279939"/>
                  <a:pt x="379803" y="279939"/>
                </a:cubicBezTo>
                <a:cubicBezTo>
                  <a:pt x="366268" y="279939"/>
                  <a:pt x="355295" y="268967"/>
                  <a:pt x="355295" y="255431"/>
                </a:cubicBezTo>
                <a:cubicBezTo>
                  <a:pt x="355295" y="241895"/>
                  <a:pt x="366268" y="230923"/>
                  <a:pt x="379803" y="230923"/>
                </a:cubicBezTo>
                <a:close/>
                <a:moveTo>
                  <a:pt x="261372" y="230923"/>
                </a:moveTo>
                <a:cubicBezTo>
                  <a:pt x="274907" y="230923"/>
                  <a:pt x="285880" y="241895"/>
                  <a:pt x="285880" y="255431"/>
                </a:cubicBezTo>
                <a:cubicBezTo>
                  <a:pt x="285880" y="268967"/>
                  <a:pt x="274907" y="279939"/>
                  <a:pt x="261372" y="279939"/>
                </a:cubicBezTo>
                <a:cubicBezTo>
                  <a:pt x="247836" y="279939"/>
                  <a:pt x="236863" y="268967"/>
                  <a:pt x="236863" y="255431"/>
                </a:cubicBezTo>
                <a:cubicBezTo>
                  <a:pt x="236863" y="241895"/>
                  <a:pt x="247836" y="230923"/>
                  <a:pt x="261372" y="230923"/>
                </a:cubicBezTo>
                <a:close/>
                <a:moveTo>
                  <a:pt x="142940" y="230923"/>
                </a:moveTo>
                <a:cubicBezTo>
                  <a:pt x="156475" y="230923"/>
                  <a:pt x="167448" y="241895"/>
                  <a:pt x="167448" y="255431"/>
                </a:cubicBezTo>
                <a:cubicBezTo>
                  <a:pt x="167448" y="268967"/>
                  <a:pt x="156475" y="279939"/>
                  <a:pt x="142940" y="279939"/>
                </a:cubicBezTo>
                <a:cubicBezTo>
                  <a:pt x="129404" y="279939"/>
                  <a:pt x="118432" y="268967"/>
                  <a:pt x="118432" y="255431"/>
                </a:cubicBezTo>
                <a:cubicBezTo>
                  <a:pt x="118432" y="241895"/>
                  <a:pt x="129404" y="230923"/>
                  <a:pt x="142940" y="230923"/>
                </a:cubicBezTo>
                <a:close/>
                <a:moveTo>
                  <a:pt x="24508" y="230923"/>
                </a:moveTo>
                <a:cubicBezTo>
                  <a:pt x="38044" y="230923"/>
                  <a:pt x="49016" y="241895"/>
                  <a:pt x="49016" y="255431"/>
                </a:cubicBezTo>
                <a:cubicBezTo>
                  <a:pt x="49016" y="268967"/>
                  <a:pt x="38044" y="279939"/>
                  <a:pt x="24508" y="279939"/>
                </a:cubicBezTo>
                <a:cubicBezTo>
                  <a:pt x="10972" y="279939"/>
                  <a:pt x="0" y="268967"/>
                  <a:pt x="0" y="255431"/>
                </a:cubicBezTo>
                <a:cubicBezTo>
                  <a:pt x="0" y="241895"/>
                  <a:pt x="10972" y="230923"/>
                  <a:pt x="24508" y="230923"/>
                </a:cubicBezTo>
                <a:close/>
                <a:moveTo>
                  <a:pt x="1084022" y="115462"/>
                </a:moveTo>
                <a:cubicBezTo>
                  <a:pt x="1097558" y="115462"/>
                  <a:pt x="1108530" y="126434"/>
                  <a:pt x="1108530" y="139970"/>
                </a:cubicBezTo>
                <a:cubicBezTo>
                  <a:pt x="1108530" y="153505"/>
                  <a:pt x="1097558" y="164478"/>
                  <a:pt x="1084022" y="164478"/>
                </a:cubicBezTo>
                <a:cubicBezTo>
                  <a:pt x="1070486" y="164478"/>
                  <a:pt x="1059514" y="153505"/>
                  <a:pt x="1059514" y="139970"/>
                </a:cubicBezTo>
                <a:cubicBezTo>
                  <a:pt x="1059514" y="126434"/>
                  <a:pt x="1070486" y="115462"/>
                  <a:pt x="1084022" y="115462"/>
                </a:cubicBezTo>
                <a:close/>
                <a:moveTo>
                  <a:pt x="965591" y="115462"/>
                </a:moveTo>
                <a:cubicBezTo>
                  <a:pt x="979126" y="115462"/>
                  <a:pt x="990099" y="126434"/>
                  <a:pt x="990099" y="139970"/>
                </a:cubicBezTo>
                <a:cubicBezTo>
                  <a:pt x="990099" y="153505"/>
                  <a:pt x="979126" y="164478"/>
                  <a:pt x="965591" y="164478"/>
                </a:cubicBezTo>
                <a:cubicBezTo>
                  <a:pt x="952055" y="164478"/>
                  <a:pt x="941082" y="153505"/>
                  <a:pt x="941082" y="139970"/>
                </a:cubicBezTo>
                <a:cubicBezTo>
                  <a:pt x="941082" y="126434"/>
                  <a:pt x="952055" y="115462"/>
                  <a:pt x="965591" y="115462"/>
                </a:cubicBezTo>
                <a:close/>
                <a:moveTo>
                  <a:pt x="847159" y="115462"/>
                </a:moveTo>
                <a:cubicBezTo>
                  <a:pt x="860694" y="115462"/>
                  <a:pt x="871667" y="126434"/>
                  <a:pt x="871667" y="139970"/>
                </a:cubicBezTo>
                <a:cubicBezTo>
                  <a:pt x="871667" y="153505"/>
                  <a:pt x="860694" y="164478"/>
                  <a:pt x="847159" y="164478"/>
                </a:cubicBezTo>
                <a:cubicBezTo>
                  <a:pt x="833623" y="164478"/>
                  <a:pt x="822651" y="153505"/>
                  <a:pt x="822651" y="139970"/>
                </a:cubicBezTo>
                <a:cubicBezTo>
                  <a:pt x="822651" y="126434"/>
                  <a:pt x="833623" y="115462"/>
                  <a:pt x="847159" y="115462"/>
                </a:cubicBezTo>
                <a:close/>
                <a:moveTo>
                  <a:pt x="728727" y="115462"/>
                </a:moveTo>
                <a:cubicBezTo>
                  <a:pt x="742263" y="115462"/>
                  <a:pt x="753235" y="126434"/>
                  <a:pt x="753235" y="139970"/>
                </a:cubicBezTo>
                <a:cubicBezTo>
                  <a:pt x="753235" y="153505"/>
                  <a:pt x="742263" y="164478"/>
                  <a:pt x="728727" y="164478"/>
                </a:cubicBezTo>
                <a:cubicBezTo>
                  <a:pt x="715191" y="164478"/>
                  <a:pt x="704219" y="153505"/>
                  <a:pt x="704219" y="139970"/>
                </a:cubicBezTo>
                <a:cubicBezTo>
                  <a:pt x="704219" y="126434"/>
                  <a:pt x="715191" y="115462"/>
                  <a:pt x="728727" y="115462"/>
                </a:cubicBezTo>
                <a:close/>
                <a:moveTo>
                  <a:pt x="610295" y="115462"/>
                </a:moveTo>
                <a:cubicBezTo>
                  <a:pt x="623831" y="115462"/>
                  <a:pt x="634803" y="126434"/>
                  <a:pt x="634803" y="139970"/>
                </a:cubicBezTo>
                <a:cubicBezTo>
                  <a:pt x="634803" y="153505"/>
                  <a:pt x="623831" y="164478"/>
                  <a:pt x="610295" y="164478"/>
                </a:cubicBezTo>
                <a:cubicBezTo>
                  <a:pt x="596759" y="164478"/>
                  <a:pt x="585787" y="153505"/>
                  <a:pt x="585787" y="139970"/>
                </a:cubicBezTo>
                <a:cubicBezTo>
                  <a:pt x="585787" y="126434"/>
                  <a:pt x="596759" y="115462"/>
                  <a:pt x="610295" y="115462"/>
                </a:cubicBezTo>
                <a:close/>
                <a:moveTo>
                  <a:pt x="498235" y="115462"/>
                </a:moveTo>
                <a:cubicBezTo>
                  <a:pt x="511771" y="115462"/>
                  <a:pt x="522743" y="126434"/>
                  <a:pt x="522743" y="139970"/>
                </a:cubicBezTo>
                <a:cubicBezTo>
                  <a:pt x="522743" y="153505"/>
                  <a:pt x="511771" y="164478"/>
                  <a:pt x="498235" y="164478"/>
                </a:cubicBezTo>
                <a:cubicBezTo>
                  <a:pt x="484699" y="164478"/>
                  <a:pt x="473727" y="153505"/>
                  <a:pt x="473727" y="139970"/>
                </a:cubicBezTo>
                <a:cubicBezTo>
                  <a:pt x="473727" y="126434"/>
                  <a:pt x="484699" y="115462"/>
                  <a:pt x="498235" y="115462"/>
                </a:cubicBezTo>
                <a:close/>
                <a:moveTo>
                  <a:pt x="379803" y="115462"/>
                </a:moveTo>
                <a:cubicBezTo>
                  <a:pt x="393339" y="115462"/>
                  <a:pt x="404311" y="126434"/>
                  <a:pt x="404311" y="139970"/>
                </a:cubicBezTo>
                <a:cubicBezTo>
                  <a:pt x="404311" y="153505"/>
                  <a:pt x="393339" y="164478"/>
                  <a:pt x="379803" y="164478"/>
                </a:cubicBezTo>
                <a:cubicBezTo>
                  <a:pt x="366268" y="164478"/>
                  <a:pt x="355295" y="153505"/>
                  <a:pt x="355295" y="139970"/>
                </a:cubicBezTo>
                <a:cubicBezTo>
                  <a:pt x="355295" y="126434"/>
                  <a:pt x="366268" y="115462"/>
                  <a:pt x="379803" y="115462"/>
                </a:cubicBezTo>
                <a:close/>
                <a:moveTo>
                  <a:pt x="261372" y="115462"/>
                </a:moveTo>
                <a:cubicBezTo>
                  <a:pt x="274907" y="115462"/>
                  <a:pt x="285880" y="126434"/>
                  <a:pt x="285880" y="139970"/>
                </a:cubicBezTo>
                <a:cubicBezTo>
                  <a:pt x="285880" y="153505"/>
                  <a:pt x="274907" y="164478"/>
                  <a:pt x="261372" y="164478"/>
                </a:cubicBezTo>
                <a:cubicBezTo>
                  <a:pt x="247836" y="164478"/>
                  <a:pt x="236863" y="153505"/>
                  <a:pt x="236863" y="139970"/>
                </a:cubicBezTo>
                <a:cubicBezTo>
                  <a:pt x="236863" y="126434"/>
                  <a:pt x="247836" y="115462"/>
                  <a:pt x="261372" y="115462"/>
                </a:cubicBezTo>
                <a:close/>
                <a:moveTo>
                  <a:pt x="142940" y="115462"/>
                </a:moveTo>
                <a:cubicBezTo>
                  <a:pt x="156475" y="115462"/>
                  <a:pt x="167448" y="126434"/>
                  <a:pt x="167448" y="139970"/>
                </a:cubicBezTo>
                <a:cubicBezTo>
                  <a:pt x="167448" y="153505"/>
                  <a:pt x="156475" y="164478"/>
                  <a:pt x="142940" y="164478"/>
                </a:cubicBezTo>
                <a:cubicBezTo>
                  <a:pt x="129404" y="164478"/>
                  <a:pt x="118432" y="153505"/>
                  <a:pt x="118432" y="139970"/>
                </a:cubicBezTo>
                <a:cubicBezTo>
                  <a:pt x="118432" y="126434"/>
                  <a:pt x="129404" y="115462"/>
                  <a:pt x="142940" y="115462"/>
                </a:cubicBezTo>
                <a:close/>
                <a:moveTo>
                  <a:pt x="24508" y="115462"/>
                </a:moveTo>
                <a:cubicBezTo>
                  <a:pt x="38044" y="115462"/>
                  <a:pt x="49016" y="126434"/>
                  <a:pt x="49016" y="139970"/>
                </a:cubicBezTo>
                <a:cubicBezTo>
                  <a:pt x="49016" y="153505"/>
                  <a:pt x="38044" y="164478"/>
                  <a:pt x="24508" y="164478"/>
                </a:cubicBezTo>
                <a:cubicBezTo>
                  <a:pt x="10972" y="164478"/>
                  <a:pt x="0" y="153505"/>
                  <a:pt x="0" y="139970"/>
                </a:cubicBezTo>
                <a:cubicBezTo>
                  <a:pt x="0" y="126434"/>
                  <a:pt x="10972" y="115462"/>
                  <a:pt x="24508" y="115462"/>
                </a:cubicBezTo>
                <a:close/>
                <a:moveTo>
                  <a:pt x="1084022" y="0"/>
                </a:moveTo>
                <a:cubicBezTo>
                  <a:pt x="1097558" y="0"/>
                  <a:pt x="1108530" y="10973"/>
                  <a:pt x="1108530" y="24508"/>
                </a:cubicBezTo>
                <a:cubicBezTo>
                  <a:pt x="1108530" y="38044"/>
                  <a:pt x="1097558" y="49016"/>
                  <a:pt x="1084022" y="49016"/>
                </a:cubicBezTo>
                <a:cubicBezTo>
                  <a:pt x="1070486" y="49016"/>
                  <a:pt x="1059514" y="38044"/>
                  <a:pt x="1059514" y="24508"/>
                </a:cubicBezTo>
                <a:cubicBezTo>
                  <a:pt x="1059514" y="10973"/>
                  <a:pt x="1070486" y="0"/>
                  <a:pt x="1084022" y="0"/>
                </a:cubicBezTo>
                <a:close/>
                <a:moveTo>
                  <a:pt x="965591" y="0"/>
                </a:moveTo>
                <a:cubicBezTo>
                  <a:pt x="979126" y="0"/>
                  <a:pt x="990099" y="10973"/>
                  <a:pt x="990099" y="24508"/>
                </a:cubicBezTo>
                <a:cubicBezTo>
                  <a:pt x="990099" y="38044"/>
                  <a:pt x="979126" y="49016"/>
                  <a:pt x="965591" y="49016"/>
                </a:cubicBezTo>
                <a:cubicBezTo>
                  <a:pt x="952055" y="49016"/>
                  <a:pt x="941082" y="38044"/>
                  <a:pt x="941082" y="24508"/>
                </a:cubicBezTo>
                <a:cubicBezTo>
                  <a:pt x="941082" y="10973"/>
                  <a:pt x="952055" y="0"/>
                  <a:pt x="965591" y="0"/>
                </a:cubicBezTo>
                <a:close/>
                <a:moveTo>
                  <a:pt x="847159" y="0"/>
                </a:moveTo>
                <a:cubicBezTo>
                  <a:pt x="860694" y="0"/>
                  <a:pt x="871667" y="10973"/>
                  <a:pt x="871667" y="24508"/>
                </a:cubicBezTo>
                <a:cubicBezTo>
                  <a:pt x="871667" y="38044"/>
                  <a:pt x="860694" y="49016"/>
                  <a:pt x="847159" y="49016"/>
                </a:cubicBezTo>
                <a:cubicBezTo>
                  <a:pt x="833623" y="49016"/>
                  <a:pt x="822651" y="38044"/>
                  <a:pt x="822651" y="24508"/>
                </a:cubicBezTo>
                <a:cubicBezTo>
                  <a:pt x="822651" y="10973"/>
                  <a:pt x="833623" y="0"/>
                  <a:pt x="847159" y="0"/>
                </a:cubicBezTo>
                <a:close/>
                <a:moveTo>
                  <a:pt x="728727" y="0"/>
                </a:moveTo>
                <a:cubicBezTo>
                  <a:pt x="742263" y="0"/>
                  <a:pt x="753235" y="10973"/>
                  <a:pt x="753235" y="24508"/>
                </a:cubicBezTo>
                <a:cubicBezTo>
                  <a:pt x="753235" y="38044"/>
                  <a:pt x="742263" y="49016"/>
                  <a:pt x="728727" y="49016"/>
                </a:cubicBezTo>
                <a:cubicBezTo>
                  <a:pt x="715191" y="49016"/>
                  <a:pt x="704219" y="38044"/>
                  <a:pt x="704219" y="24508"/>
                </a:cubicBezTo>
                <a:cubicBezTo>
                  <a:pt x="704219" y="10973"/>
                  <a:pt x="715191" y="0"/>
                  <a:pt x="728727" y="0"/>
                </a:cubicBezTo>
                <a:close/>
                <a:moveTo>
                  <a:pt x="610295" y="0"/>
                </a:moveTo>
                <a:cubicBezTo>
                  <a:pt x="623831" y="0"/>
                  <a:pt x="634803" y="10973"/>
                  <a:pt x="634803" y="24508"/>
                </a:cubicBezTo>
                <a:cubicBezTo>
                  <a:pt x="634803" y="38044"/>
                  <a:pt x="623831" y="49016"/>
                  <a:pt x="610295" y="49016"/>
                </a:cubicBezTo>
                <a:cubicBezTo>
                  <a:pt x="596759" y="49016"/>
                  <a:pt x="585787" y="38044"/>
                  <a:pt x="585787" y="24508"/>
                </a:cubicBezTo>
                <a:cubicBezTo>
                  <a:pt x="585787" y="10973"/>
                  <a:pt x="596759" y="0"/>
                  <a:pt x="610295" y="0"/>
                </a:cubicBezTo>
                <a:close/>
                <a:moveTo>
                  <a:pt x="498235" y="0"/>
                </a:moveTo>
                <a:cubicBezTo>
                  <a:pt x="511771" y="0"/>
                  <a:pt x="522743" y="10973"/>
                  <a:pt x="522743" y="24508"/>
                </a:cubicBezTo>
                <a:cubicBezTo>
                  <a:pt x="522743" y="38044"/>
                  <a:pt x="511771" y="49016"/>
                  <a:pt x="498235" y="49016"/>
                </a:cubicBezTo>
                <a:cubicBezTo>
                  <a:pt x="484699" y="49016"/>
                  <a:pt x="473727" y="38044"/>
                  <a:pt x="473727" y="24508"/>
                </a:cubicBezTo>
                <a:cubicBezTo>
                  <a:pt x="473727" y="10973"/>
                  <a:pt x="484699" y="0"/>
                  <a:pt x="498235" y="0"/>
                </a:cubicBezTo>
                <a:close/>
                <a:moveTo>
                  <a:pt x="379803" y="0"/>
                </a:moveTo>
                <a:cubicBezTo>
                  <a:pt x="393339" y="0"/>
                  <a:pt x="404311" y="10973"/>
                  <a:pt x="404311" y="24508"/>
                </a:cubicBezTo>
                <a:cubicBezTo>
                  <a:pt x="404311" y="38044"/>
                  <a:pt x="393339" y="49016"/>
                  <a:pt x="379803" y="49016"/>
                </a:cubicBezTo>
                <a:cubicBezTo>
                  <a:pt x="366268" y="49016"/>
                  <a:pt x="355295" y="38044"/>
                  <a:pt x="355295" y="24508"/>
                </a:cubicBezTo>
                <a:cubicBezTo>
                  <a:pt x="355295" y="10973"/>
                  <a:pt x="366268" y="0"/>
                  <a:pt x="379803" y="0"/>
                </a:cubicBezTo>
                <a:close/>
                <a:moveTo>
                  <a:pt x="261372" y="0"/>
                </a:moveTo>
                <a:cubicBezTo>
                  <a:pt x="274907" y="0"/>
                  <a:pt x="285880" y="10973"/>
                  <a:pt x="285880" y="24508"/>
                </a:cubicBezTo>
                <a:cubicBezTo>
                  <a:pt x="285880" y="38044"/>
                  <a:pt x="274907" y="49016"/>
                  <a:pt x="261372" y="49016"/>
                </a:cubicBezTo>
                <a:cubicBezTo>
                  <a:pt x="247836" y="49016"/>
                  <a:pt x="236863" y="38044"/>
                  <a:pt x="236863" y="24508"/>
                </a:cubicBezTo>
                <a:cubicBezTo>
                  <a:pt x="236863" y="10973"/>
                  <a:pt x="247836" y="0"/>
                  <a:pt x="261372" y="0"/>
                </a:cubicBezTo>
                <a:close/>
                <a:moveTo>
                  <a:pt x="142940" y="0"/>
                </a:moveTo>
                <a:cubicBezTo>
                  <a:pt x="156475" y="0"/>
                  <a:pt x="167448" y="10973"/>
                  <a:pt x="167448" y="24508"/>
                </a:cubicBezTo>
                <a:cubicBezTo>
                  <a:pt x="167448" y="38044"/>
                  <a:pt x="156475" y="49016"/>
                  <a:pt x="142940" y="49016"/>
                </a:cubicBezTo>
                <a:cubicBezTo>
                  <a:pt x="129404" y="49016"/>
                  <a:pt x="118432" y="38044"/>
                  <a:pt x="118432" y="24508"/>
                </a:cubicBezTo>
                <a:cubicBezTo>
                  <a:pt x="118432" y="10973"/>
                  <a:pt x="129404" y="0"/>
                  <a:pt x="142940" y="0"/>
                </a:cubicBezTo>
                <a:close/>
                <a:moveTo>
                  <a:pt x="24508" y="0"/>
                </a:moveTo>
                <a:cubicBezTo>
                  <a:pt x="38044" y="0"/>
                  <a:pt x="49016" y="10973"/>
                  <a:pt x="49016" y="24508"/>
                </a:cubicBezTo>
                <a:cubicBezTo>
                  <a:pt x="49016" y="38044"/>
                  <a:pt x="38044" y="49016"/>
                  <a:pt x="24508" y="49016"/>
                </a:cubicBezTo>
                <a:cubicBezTo>
                  <a:pt x="10972" y="49016"/>
                  <a:pt x="0" y="38044"/>
                  <a:pt x="0" y="24508"/>
                </a:cubicBezTo>
                <a:cubicBezTo>
                  <a:pt x="0" y="10973"/>
                  <a:pt x="10972" y="0"/>
                  <a:pt x="24508" y="0"/>
                </a:cubicBezTo>
                <a:close/>
              </a:path>
            </a:pathLst>
          </a:custGeom>
          <a:gradFill>
            <a:gsLst>
              <a:gs pos="0">
                <a:schemeClr val="accent1"/>
              </a:gs>
              <a:gs pos="100000">
                <a:schemeClr val="accent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任意多边形: 形状 9"/>
          <p:cNvSpPr/>
          <p:nvPr userDrawn="1">
            <p:custDataLst>
              <p:tags r:id="rId4"/>
            </p:custDataLst>
          </p:nvPr>
        </p:nvSpPr>
        <p:spPr>
          <a:xfrm>
            <a:off x="0" y="5802312"/>
            <a:ext cx="1055687" cy="1055688"/>
          </a:xfrm>
          <a:custGeom>
            <a:avLst/>
            <a:gdLst>
              <a:gd name="connsiteX0" fmla="*/ 0 w 3429000"/>
              <a:gd name="connsiteY0" fmla="*/ 0 h 3429000"/>
              <a:gd name="connsiteX1" fmla="*/ 3429000 w 3429000"/>
              <a:gd name="connsiteY1" fmla="*/ 3429000 h 3429000"/>
              <a:gd name="connsiteX2" fmla="*/ 2064669 w 3429000"/>
              <a:gd name="connsiteY2" fmla="*/ 3429000 h 3429000"/>
              <a:gd name="connsiteX3" fmla="*/ 0 w 3429000"/>
              <a:gd name="connsiteY3" fmla="*/ 1364331 h 3429000"/>
            </a:gdLst>
            <a:ahLst/>
            <a:cxnLst>
              <a:cxn ang="0">
                <a:pos x="connsiteX0" y="connsiteY0"/>
              </a:cxn>
              <a:cxn ang="0">
                <a:pos x="connsiteX1" y="connsiteY1"/>
              </a:cxn>
              <a:cxn ang="0">
                <a:pos x="connsiteX2" y="connsiteY2"/>
              </a:cxn>
              <a:cxn ang="0">
                <a:pos x="connsiteX3" y="connsiteY3"/>
              </a:cxn>
            </a:cxnLst>
            <a:rect l="l" t="t" r="r" b="b"/>
            <a:pathLst>
              <a:path w="3429000" h="3429000">
                <a:moveTo>
                  <a:pt x="0" y="0"/>
                </a:moveTo>
                <a:cubicBezTo>
                  <a:pt x="1893784" y="0"/>
                  <a:pt x="3429000" y="1535216"/>
                  <a:pt x="3429000" y="3429000"/>
                </a:cubicBezTo>
                <a:lnTo>
                  <a:pt x="2064669" y="3429000"/>
                </a:lnTo>
                <a:cubicBezTo>
                  <a:pt x="2064669" y="2288715"/>
                  <a:pt x="1140285" y="1364331"/>
                  <a:pt x="0" y="1364331"/>
                </a:cubicBezTo>
                <a:close/>
              </a:path>
            </a:pathLst>
          </a:custGeom>
          <a:gradFill flip="none" rotWithShape="1">
            <a:gsLst>
              <a:gs pos="0">
                <a:schemeClr val="accent1">
                  <a:alpha val="0"/>
                </a:schemeClr>
              </a:gs>
              <a:gs pos="100000">
                <a:schemeClr val="accent1">
                  <a:alpha val="2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11" name="椭圆 10"/>
          <p:cNvSpPr/>
          <p:nvPr userDrawn="1">
            <p:custDataLst>
              <p:tags r:id="rId5"/>
            </p:custDataLst>
          </p:nvPr>
        </p:nvSpPr>
        <p:spPr>
          <a:xfrm>
            <a:off x="8483598" y="802733"/>
            <a:ext cx="482602" cy="482602"/>
          </a:xfrm>
          <a:prstGeom prst="ellipse">
            <a:avLst/>
          </a:prstGeom>
          <a:gradFill flip="none" rotWithShape="1">
            <a:gsLst>
              <a:gs pos="0">
                <a:schemeClr val="accent1">
                  <a:lumMod val="40000"/>
                  <a:lumOff val="60000"/>
                </a:schemeClr>
              </a:gs>
              <a:gs pos="100000">
                <a:schemeClr val="accent1">
                  <a:lumMod val="20000"/>
                  <a:lumOff val="80000"/>
                  <a:alpha val="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hasCustomPrompt="1"/>
            <p:custDataLst>
              <p:tags r:id="rId6"/>
            </p:custDataLst>
          </p:nvPr>
        </p:nvSpPr>
        <p:spPr>
          <a:xfrm>
            <a:off x="1055687" y="503490"/>
            <a:ext cx="1687513" cy="1081088"/>
          </a:xfrm>
        </p:spPr>
        <p:txBody>
          <a:bodyPr wrap="square" anchor="b">
            <a:normAutofit/>
          </a:bodyPr>
          <a:lstStyle>
            <a:lvl1pPr>
              <a:defRPr sz="5400"/>
            </a:lvl1pPr>
          </a:lstStyle>
          <a:p>
            <a:r>
              <a:rPr lang="zh-CN" altLang="en-US"/>
              <a:t>标题</a:t>
            </a:r>
          </a:p>
        </p:txBody>
      </p:sp>
      <p:sp>
        <p:nvSpPr>
          <p:cNvPr id="7" name="日期占位符 3"/>
          <p:cNvSpPr>
            <a:spLocks noGrp="1"/>
          </p:cNvSpPr>
          <p:nvPr>
            <p:ph type="dt" sz="half" idx="10"/>
            <p:custDataLst>
              <p:tags r:id="rId7"/>
            </p:custDataLst>
          </p:nvPr>
        </p:nvSpPr>
        <p:spPr/>
        <p:txBody>
          <a:bodyPr wrap="square">
            <a:normAutofit/>
          </a:bodyPr>
          <a:lstStyle/>
          <a:p>
            <a:fld id="{5592522B-0F24-4480-B9DD-A9474A6880D6}" type="datetimeFigureOut">
              <a:rPr lang="zh-CN" altLang="en-US" smtClean="0"/>
              <a:t>2026/4/5</a:t>
            </a:fld>
            <a:endParaRPr lang="zh-CN" altLang="en-US"/>
          </a:p>
        </p:txBody>
      </p:sp>
      <p:sp>
        <p:nvSpPr>
          <p:cNvPr id="8" name="页脚占位符 4"/>
          <p:cNvSpPr>
            <a:spLocks noGrp="1"/>
          </p:cNvSpPr>
          <p:nvPr>
            <p:ph type="ftr" sz="quarter" idx="11"/>
            <p:custDataLst>
              <p:tags r:id="rId8"/>
            </p:custDataLst>
          </p:nvPr>
        </p:nvSpPr>
        <p:spPr/>
        <p:txBody>
          <a:bodyPr/>
          <a:lstStyle/>
          <a:p>
            <a:endParaRPr lang="zh-CN" altLang="en-US"/>
          </a:p>
        </p:txBody>
      </p:sp>
      <p:sp>
        <p:nvSpPr>
          <p:cNvPr id="9" name="灯片编号占位符 5"/>
          <p:cNvSpPr>
            <a:spLocks noGrp="1"/>
          </p:cNvSpPr>
          <p:nvPr>
            <p:ph type="sldNum" sz="quarter" idx="12"/>
            <p:custDataLst>
              <p:tags r:id="rId9"/>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节标题">
    <p:spTree>
      <p:nvGrpSpPr>
        <p:cNvPr id="1" name=""/>
        <p:cNvGrpSpPr/>
        <p:nvPr/>
      </p:nvGrpSpPr>
      <p:grpSpPr>
        <a:xfrm>
          <a:off x="0" y="0"/>
          <a:ext cx="0" cy="0"/>
          <a:chOff x="0" y="0"/>
          <a:chExt cx="0" cy="0"/>
        </a:xfrm>
      </p:grpSpPr>
      <p:sp>
        <p:nvSpPr>
          <p:cNvPr id="7" name="矩形 6"/>
          <p:cNvSpPr/>
          <p:nvPr userDrawn="1">
            <p:custDataLst>
              <p:tags r:id="rId1"/>
            </p:custDataLst>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形状 13"/>
          <p:cNvSpPr/>
          <p:nvPr userDrawn="1">
            <p:custDataLst>
              <p:tags r:id="rId2"/>
            </p:custDataLst>
          </p:nvPr>
        </p:nvSpPr>
        <p:spPr>
          <a:xfrm>
            <a:off x="7933082" y="5776913"/>
            <a:ext cx="3585818" cy="1081087"/>
          </a:xfrm>
          <a:custGeom>
            <a:avLst/>
            <a:gdLst>
              <a:gd name="connsiteX0" fmla="*/ 2179079 w 4341841"/>
              <a:gd name="connsiteY0" fmla="*/ 0 h 1309020"/>
              <a:gd name="connsiteX1" fmla="*/ 4226329 w 4341841"/>
              <a:gd name="connsiteY1" fmla="*/ 1088515 h 1309020"/>
              <a:gd name="connsiteX2" fmla="*/ 4341841 w 4341841"/>
              <a:gd name="connsiteY2" fmla="*/ 1278653 h 1309020"/>
              <a:gd name="connsiteX3" fmla="*/ 4341841 w 4341841"/>
              <a:gd name="connsiteY3" fmla="*/ 1309020 h 1309020"/>
              <a:gd name="connsiteX4" fmla="*/ 0 w 4341841"/>
              <a:gd name="connsiteY4" fmla="*/ 1309020 h 1309020"/>
              <a:gd name="connsiteX5" fmla="*/ 8163 w 4341841"/>
              <a:gd name="connsiteY5" fmla="*/ 1292076 h 1309020"/>
              <a:gd name="connsiteX6" fmla="*/ 2179079 w 4341841"/>
              <a:gd name="connsiteY6" fmla="*/ 0 h 1309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41841" h="1309020">
                <a:moveTo>
                  <a:pt x="2179079" y="0"/>
                </a:moveTo>
                <a:cubicBezTo>
                  <a:pt x="3031288" y="0"/>
                  <a:pt x="3782650" y="431783"/>
                  <a:pt x="4226329" y="1088515"/>
                </a:cubicBezTo>
                <a:lnTo>
                  <a:pt x="4341841" y="1278653"/>
                </a:lnTo>
                <a:lnTo>
                  <a:pt x="4341841" y="1309020"/>
                </a:lnTo>
                <a:lnTo>
                  <a:pt x="0" y="1309020"/>
                </a:lnTo>
                <a:lnTo>
                  <a:pt x="8163" y="1292076"/>
                </a:lnTo>
                <a:cubicBezTo>
                  <a:pt x="426245" y="522458"/>
                  <a:pt x="1241649" y="0"/>
                  <a:pt x="2179079" y="0"/>
                </a:cubicBezTo>
                <a:close/>
              </a:path>
            </a:pathLst>
          </a:custGeom>
          <a:gradFill flip="none" rotWithShape="1">
            <a:gsLst>
              <a:gs pos="0">
                <a:schemeClr val="accent1">
                  <a:lumMod val="60000"/>
                  <a:lumOff val="40000"/>
                </a:schemeClr>
              </a:gs>
              <a:gs pos="100000">
                <a:schemeClr val="accent1">
                  <a:lumMod val="20000"/>
                  <a:lumOff val="80000"/>
                  <a:alpha val="0"/>
                </a:schemeClr>
              </a:gs>
            </a:gsLst>
            <a:lin ang="108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5" name="任意多边形: 形状 14"/>
          <p:cNvSpPr/>
          <p:nvPr userDrawn="1">
            <p:custDataLst>
              <p:tags r:id="rId3"/>
            </p:custDataLst>
          </p:nvPr>
        </p:nvSpPr>
        <p:spPr>
          <a:xfrm>
            <a:off x="6946608" y="5568399"/>
            <a:ext cx="1972948" cy="498232"/>
          </a:xfrm>
          <a:custGeom>
            <a:avLst/>
            <a:gdLst>
              <a:gd name="connsiteX0" fmla="*/ 1084022 w 1108530"/>
              <a:gd name="connsiteY0" fmla="*/ 230923 h 279939"/>
              <a:gd name="connsiteX1" fmla="*/ 1108530 w 1108530"/>
              <a:gd name="connsiteY1" fmla="*/ 255431 h 279939"/>
              <a:gd name="connsiteX2" fmla="*/ 1084022 w 1108530"/>
              <a:gd name="connsiteY2" fmla="*/ 279939 h 279939"/>
              <a:gd name="connsiteX3" fmla="*/ 1059514 w 1108530"/>
              <a:gd name="connsiteY3" fmla="*/ 255431 h 279939"/>
              <a:gd name="connsiteX4" fmla="*/ 1084022 w 1108530"/>
              <a:gd name="connsiteY4" fmla="*/ 230923 h 279939"/>
              <a:gd name="connsiteX5" fmla="*/ 965591 w 1108530"/>
              <a:gd name="connsiteY5" fmla="*/ 230923 h 279939"/>
              <a:gd name="connsiteX6" fmla="*/ 990099 w 1108530"/>
              <a:gd name="connsiteY6" fmla="*/ 255431 h 279939"/>
              <a:gd name="connsiteX7" fmla="*/ 965591 w 1108530"/>
              <a:gd name="connsiteY7" fmla="*/ 279939 h 279939"/>
              <a:gd name="connsiteX8" fmla="*/ 941082 w 1108530"/>
              <a:gd name="connsiteY8" fmla="*/ 255431 h 279939"/>
              <a:gd name="connsiteX9" fmla="*/ 965591 w 1108530"/>
              <a:gd name="connsiteY9" fmla="*/ 230923 h 279939"/>
              <a:gd name="connsiteX10" fmla="*/ 847159 w 1108530"/>
              <a:gd name="connsiteY10" fmla="*/ 230923 h 279939"/>
              <a:gd name="connsiteX11" fmla="*/ 871667 w 1108530"/>
              <a:gd name="connsiteY11" fmla="*/ 255431 h 279939"/>
              <a:gd name="connsiteX12" fmla="*/ 847159 w 1108530"/>
              <a:gd name="connsiteY12" fmla="*/ 279939 h 279939"/>
              <a:gd name="connsiteX13" fmla="*/ 822651 w 1108530"/>
              <a:gd name="connsiteY13" fmla="*/ 255431 h 279939"/>
              <a:gd name="connsiteX14" fmla="*/ 847159 w 1108530"/>
              <a:gd name="connsiteY14" fmla="*/ 230923 h 279939"/>
              <a:gd name="connsiteX15" fmla="*/ 728727 w 1108530"/>
              <a:gd name="connsiteY15" fmla="*/ 230923 h 279939"/>
              <a:gd name="connsiteX16" fmla="*/ 753235 w 1108530"/>
              <a:gd name="connsiteY16" fmla="*/ 255431 h 279939"/>
              <a:gd name="connsiteX17" fmla="*/ 728727 w 1108530"/>
              <a:gd name="connsiteY17" fmla="*/ 279939 h 279939"/>
              <a:gd name="connsiteX18" fmla="*/ 704219 w 1108530"/>
              <a:gd name="connsiteY18" fmla="*/ 255431 h 279939"/>
              <a:gd name="connsiteX19" fmla="*/ 728727 w 1108530"/>
              <a:gd name="connsiteY19" fmla="*/ 230923 h 279939"/>
              <a:gd name="connsiteX20" fmla="*/ 610295 w 1108530"/>
              <a:gd name="connsiteY20" fmla="*/ 230923 h 279939"/>
              <a:gd name="connsiteX21" fmla="*/ 634803 w 1108530"/>
              <a:gd name="connsiteY21" fmla="*/ 255431 h 279939"/>
              <a:gd name="connsiteX22" fmla="*/ 610295 w 1108530"/>
              <a:gd name="connsiteY22" fmla="*/ 279939 h 279939"/>
              <a:gd name="connsiteX23" fmla="*/ 585787 w 1108530"/>
              <a:gd name="connsiteY23" fmla="*/ 255431 h 279939"/>
              <a:gd name="connsiteX24" fmla="*/ 610295 w 1108530"/>
              <a:gd name="connsiteY24" fmla="*/ 230923 h 279939"/>
              <a:gd name="connsiteX25" fmla="*/ 498235 w 1108530"/>
              <a:gd name="connsiteY25" fmla="*/ 230923 h 279939"/>
              <a:gd name="connsiteX26" fmla="*/ 522743 w 1108530"/>
              <a:gd name="connsiteY26" fmla="*/ 255431 h 279939"/>
              <a:gd name="connsiteX27" fmla="*/ 498235 w 1108530"/>
              <a:gd name="connsiteY27" fmla="*/ 279939 h 279939"/>
              <a:gd name="connsiteX28" fmla="*/ 473727 w 1108530"/>
              <a:gd name="connsiteY28" fmla="*/ 255431 h 279939"/>
              <a:gd name="connsiteX29" fmla="*/ 498235 w 1108530"/>
              <a:gd name="connsiteY29" fmla="*/ 230923 h 279939"/>
              <a:gd name="connsiteX30" fmla="*/ 379803 w 1108530"/>
              <a:gd name="connsiteY30" fmla="*/ 230923 h 279939"/>
              <a:gd name="connsiteX31" fmla="*/ 404311 w 1108530"/>
              <a:gd name="connsiteY31" fmla="*/ 255431 h 279939"/>
              <a:gd name="connsiteX32" fmla="*/ 379803 w 1108530"/>
              <a:gd name="connsiteY32" fmla="*/ 279939 h 279939"/>
              <a:gd name="connsiteX33" fmla="*/ 355295 w 1108530"/>
              <a:gd name="connsiteY33" fmla="*/ 255431 h 279939"/>
              <a:gd name="connsiteX34" fmla="*/ 379803 w 1108530"/>
              <a:gd name="connsiteY34" fmla="*/ 230923 h 279939"/>
              <a:gd name="connsiteX35" fmla="*/ 261372 w 1108530"/>
              <a:gd name="connsiteY35" fmla="*/ 230923 h 279939"/>
              <a:gd name="connsiteX36" fmla="*/ 285880 w 1108530"/>
              <a:gd name="connsiteY36" fmla="*/ 255431 h 279939"/>
              <a:gd name="connsiteX37" fmla="*/ 261372 w 1108530"/>
              <a:gd name="connsiteY37" fmla="*/ 279939 h 279939"/>
              <a:gd name="connsiteX38" fmla="*/ 236863 w 1108530"/>
              <a:gd name="connsiteY38" fmla="*/ 255431 h 279939"/>
              <a:gd name="connsiteX39" fmla="*/ 261372 w 1108530"/>
              <a:gd name="connsiteY39" fmla="*/ 230923 h 279939"/>
              <a:gd name="connsiteX40" fmla="*/ 142940 w 1108530"/>
              <a:gd name="connsiteY40" fmla="*/ 230923 h 279939"/>
              <a:gd name="connsiteX41" fmla="*/ 167448 w 1108530"/>
              <a:gd name="connsiteY41" fmla="*/ 255431 h 279939"/>
              <a:gd name="connsiteX42" fmla="*/ 142940 w 1108530"/>
              <a:gd name="connsiteY42" fmla="*/ 279939 h 279939"/>
              <a:gd name="connsiteX43" fmla="*/ 118432 w 1108530"/>
              <a:gd name="connsiteY43" fmla="*/ 255431 h 279939"/>
              <a:gd name="connsiteX44" fmla="*/ 142940 w 1108530"/>
              <a:gd name="connsiteY44" fmla="*/ 230923 h 279939"/>
              <a:gd name="connsiteX45" fmla="*/ 24508 w 1108530"/>
              <a:gd name="connsiteY45" fmla="*/ 230923 h 279939"/>
              <a:gd name="connsiteX46" fmla="*/ 49016 w 1108530"/>
              <a:gd name="connsiteY46" fmla="*/ 255431 h 279939"/>
              <a:gd name="connsiteX47" fmla="*/ 24508 w 1108530"/>
              <a:gd name="connsiteY47" fmla="*/ 279939 h 279939"/>
              <a:gd name="connsiteX48" fmla="*/ 0 w 1108530"/>
              <a:gd name="connsiteY48" fmla="*/ 255431 h 279939"/>
              <a:gd name="connsiteX49" fmla="*/ 24508 w 1108530"/>
              <a:gd name="connsiteY49" fmla="*/ 230923 h 279939"/>
              <a:gd name="connsiteX50" fmla="*/ 1084022 w 1108530"/>
              <a:gd name="connsiteY50" fmla="*/ 115462 h 279939"/>
              <a:gd name="connsiteX51" fmla="*/ 1108530 w 1108530"/>
              <a:gd name="connsiteY51" fmla="*/ 139970 h 279939"/>
              <a:gd name="connsiteX52" fmla="*/ 1084022 w 1108530"/>
              <a:gd name="connsiteY52" fmla="*/ 164478 h 279939"/>
              <a:gd name="connsiteX53" fmla="*/ 1059514 w 1108530"/>
              <a:gd name="connsiteY53" fmla="*/ 139970 h 279939"/>
              <a:gd name="connsiteX54" fmla="*/ 1084022 w 1108530"/>
              <a:gd name="connsiteY54" fmla="*/ 115462 h 279939"/>
              <a:gd name="connsiteX55" fmla="*/ 965591 w 1108530"/>
              <a:gd name="connsiteY55" fmla="*/ 115462 h 279939"/>
              <a:gd name="connsiteX56" fmla="*/ 990099 w 1108530"/>
              <a:gd name="connsiteY56" fmla="*/ 139970 h 279939"/>
              <a:gd name="connsiteX57" fmla="*/ 965591 w 1108530"/>
              <a:gd name="connsiteY57" fmla="*/ 164478 h 279939"/>
              <a:gd name="connsiteX58" fmla="*/ 941082 w 1108530"/>
              <a:gd name="connsiteY58" fmla="*/ 139970 h 279939"/>
              <a:gd name="connsiteX59" fmla="*/ 965591 w 1108530"/>
              <a:gd name="connsiteY59" fmla="*/ 115462 h 279939"/>
              <a:gd name="connsiteX60" fmla="*/ 847159 w 1108530"/>
              <a:gd name="connsiteY60" fmla="*/ 115462 h 279939"/>
              <a:gd name="connsiteX61" fmla="*/ 871667 w 1108530"/>
              <a:gd name="connsiteY61" fmla="*/ 139970 h 279939"/>
              <a:gd name="connsiteX62" fmla="*/ 847159 w 1108530"/>
              <a:gd name="connsiteY62" fmla="*/ 164478 h 279939"/>
              <a:gd name="connsiteX63" fmla="*/ 822651 w 1108530"/>
              <a:gd name="connsiteY63" fmla="*/ 139970 h 279939"/>
              <a:gd name="connsiteX64" fmla="*/ 847159 w 1108530"/>
              <a:gd name="connsiteY64" fmla="*/ 115462 h 279939"/>
              <a:gd name="connsiteX65" fmla="*/ 728727 w 1108530"/>
              <a:gd name="connsiteY65" fmla="*/ 115462 h 279939"/>
              <a:gd name="connsiteX66" fmla="*/ 753235 w 1108530"/>
              <a:gd name="connsiteY66" fmla="*/ 139970 h 279939"/>
              <a:gd name="connsiteX67" fmla="*/ 728727 w 1108530"/>
              <a:gd name="connsiteY67" fmla="*/ 164478 h 279939"/>
              <a:gd name="connsiteX68" fmla="*/ 704219 w 1108530"/>
              <a:gd name="connsiteY68" fmla="*/ 139970 h 279939"/>
              <a:gd name="connsiteX69" fmla="*/ 728727 w 1108530"/>
              <a:gd name="connsiteY69" fmla="*/ 115462 h 279939"/>
              <a:gd name="connsiteX70" fmla="*/ 610295 w 1108530"/>
              <a:gd name="connsiteY70" fmla="*/ 115462 h 279939"/>
              <a:gd name="connsiteX71" fmla="*/ 634803 w 1108530"/>
              <a:gd name="connsiteY71" fmla="*/ 139970 h 279939"/>
              <a:gd name="connsiteX72" fmla="*/ 610295 w 1108530"/>
              <a:gd name="connsiteY72" fmla="*/ 164478 h 279939"/>
              <a:gd name="connsiteX73" fmla="*/ 585787 w 1108530"/>
              <a:gd name="connsiteY73" fmla="*/ 139970 h 279939"/>
              <a:gd name="connsiteX74" fmla="*/ 610295 w 1108530"/>
              <a:gd name="connsiteY74" fmla="*/ 115462 h 279939"/>
              <a:gd name="connsiteX75" fmla="*/ 498235 w 1108530"/>
              <a:gd name="connsiteY75" fmla="*/ 115462 h 279939"/>
              <a:gd name="connsiteX76" fmla="*/ 522743 w 1108530"/>
              <a:gd name="connsiteY76" fmla="*/ 139970 h 279939"/>
              <a:gd name="connsiteX77" fmla="*/ 498235 w 1108530"/>
              <a:gd name="connsiteY77" fmla="*/ 164478 h 279939"/>
              <a:gd name="connsiteX78" fmla="*/ 473727 w 1108530"/>
              <a:gd name="connsiteY78" fmla="*/ 139970 h 279939"/>
              <a:gd name="connsiteX79" fmla="*/ 498235 w 1108530"/>
              <a:gd name="connsiteY79" fmla="*/ 115462 h 279939"/>
              <a:gd name="connsiteX80" fmla="*/ 379803 w 1108530"/>
              <a:gd name="connsiteY80" fmla="*/ 115462 h 279939"/>
              <a:gd name="connsiteX81" fmla="*/ 404311 w 1108530"/>
              <a:gd name="connsiteY81" fmla="*/ 139970 h 279939"/>
              <a:gd name="connsiteX82" fmla="*/ 379803 w 1108530"/>
              <a:gd name="connsiteY82" fmla="*/ 164478 h 279939"/>
              <a:gd name="connsiteX83" fmla="*/ 355295 w 1108530"/>
              <a:gd name="connsiteY83" fmla="*/ 139970 h 279939"/>
              <a:gd name="connsiteX84" fmla="*/ 379803 w 1108530"/>
              <a:gd name="connsiteY84" fmla="*/ 115462 h 279939"/>
              <a:gd name="connsiteX85" fmla="*/ 261372 w 1108530"/>
              <a:gd name="connsiteY85" fmla="*/ 115462 h 279939"/>
              <a:gd name="connsiteX86" fmla="*/ 285880 w 1108530"/>
              <a:gd name="connsiteY86" fmla="*/ 139970 h 279939"/>
              <a:gd name="connsiteX87" fmla="*/ 261372 w 1108530"/>
              <a:gd name="connsiteY87" fmla="*/ 164478 h 279939"/>
              <a:gd name="connsiteX88" fmla="*/ 236863 w 1108530"/>
              <a:gd name="connsiteY88" fmla="*/ 139970 h 279939"/>
              <a:gd name="connsiteX89" fmla="*/ 261372 w 1108530"/>
              <a:gd name="connsiteY89" fmla="*/ 115462 h 279939"/>
              <a:gd name="connsiteX90" fmla="*/ 142940 w 1108530"/>
              <a:gd name="connsiteY90" fmla="*/ 115462 h 279939"/>
              <a:gd name="connsiteX91" fmla="*/ 167448 w 1108530"/>
              <a:gd name="connsiteY91" fmla="*/ 139970 h 279939"/>
              <a:gd name="connsiteX92" fmla="*/ 142940 w 1108530"/>
              <a:gd name="connsiteY92" fmla="*/ 164478 h 279939"/>
              <a:gd name="connsiteX93" fmla="*/ 118432 w 1108530"/>
              <a:gd name="connsiteY93" fmla="*/ 139970 h 279939"/>
              <a:gd name="connsiteX94" fmla="*/ 142940 w 1108530"/>
              <a:gd name="connsiteY94" fmla="*/ 115462 h 279939"/>
              <a:gd name="connsiteX95" fmla="*/ 24508 w 1108530"/>
              <a:gd name="connsiteY95" fmla="*/ 115462 h 279939"/>
              <a:gd name="connsiteX96" fmla="*/ 49016 w 1108530"/>
              <a:gd name="connsiteY96" fmla="*/ 139970 h 279939"/>
              <a:gd name="connsiteX97" fmla="*/ 24508 w 1108530"/>
              <a:gd name="connsiteY97" fmla="*/ 164478 h 279939"/>
              <a:gd name="connsiteX98" fmla="*/ 0 w 1108530"/>
              <a:gd name="connsiteY98" fmla="*/ 139970 h 279939"/>
              <a:gd name="connsiteX99" fmla="*/ 24508 w 1108530"/>
              <a:gd name="connsiteY99" fmla="*/ 115462 h 279939"/>
              <a:gd name="connsiteX100" fmla="*/ 1084022 w 1108530"/>
              <a:gd name="connsiteY100" fmla="*/ 0 h 279939"/>
              <a:gd name="connsiteX101" fmla="*/ 1108530 w 1108530"/>
              <a:gd name="connsiteY101" fmla="*/ 24508 h 279939"/>
              <a:gd name="connsiteX102" fmla="*/ 1084022 w 1108530"/>
              <a:gd name="connsiteY102" fmla="*/ 49016 h 279939"/>
              <a:gd name="connsiteX103" fmla="*/ 1059514 w 1108530"/>
              <a:gd name="connsiteY103" fmla="*/ 24508 h 279939"/>
              <a:gd name="connsiteX104" fmla="*/ 1084022 w 1108530"/>
              <a:gd name="connsiteY104" fmla="*/ 0 h 279939"/>
              <a:gd name="connsiteX105" fmla="*/ 965591 w 1108530"/>
              <a:gd name="connsiteY105" fmla="*/ 0 h 279939"/>
              <a:gd name="connsiteX106" fmla="*/ 990099 w 1108530"/>
              <a:gd name="connsiteY106" fmla="*/ 24508 h 279939"/>
              <a:gd name="connsiteX107" fmla="*/ 965591 w 1108530"/>
              <a:gd name="connsiteY107" fmla="*/ 49016 h 279939"/>
              <a:gd name="connsiteX108" fmla="*/ 941082 w 1108530"/>
              <a:gd name="connsiteY108" fmla="*/ 24508 h 279939"/>
              <a:gd name="connsiteX109" fmla="*/ 965591 w 1108530"/>
              <a:gd name="connsiteY109" fmla="*/ 0 h 279939"/>
              <a:gd name="connsiteX110" fmla="*/ 847159 w 1108530"/>
              <a:gd name="connsiteY110" fmla="*/ 0 h 279939"/>
              <a:gd name="connsiteX111" fmla="*/ 871667 w 1108530"/>
              <a:gd name="connsiteY111" fmla="*/ 24508 h 279939"/>
              <a:gd name="connsiteX112" fmla="*/ 847159 w 1108530"/>
              <a:gd name="connsiteY112" fmla="*/ 49016 h 279939"/>
              <a:gd name="connsiteX113" fmla="*/ 822651 w 1108530"/>
              <a:gd name="connsiteY113" fmla="*/ 24508 h 279939"/>
              <a:gd name="connsiteX114" fmla="*/ 847159 w 1108530"/>
              <a:gd name="connsiteY114" fmla="*/ 0 h 279939"/>
              <a:gd name="connsiteX115" fmla="*/ 728727 w 1108530"/>
              <a:gd name="connsiteY115" fmla="*/ 0 h 279939"/>
              <a:gd name="connsiteX116" fmla="*/ 753235 w 1108530"/>
              <a:gd name="connsiteY116" fmla="*/ 24508 h 279939"/>
              <a:gd name="connsiteX117" fmla="*/ 728727 w 1108530"/>
              <a:gd name="connsiteY117" fmla="*/ 49016 h 279939"/>
              <a:gd name="connsiteX118" fmla="*/ 704219 w 1108530"/>
              <a:gd name="connsiteY118" fmla="*/ 24508 h 279939"/>
              <a:gd name="connsiteX119" fmla="*/ 728727 w 1108530"/>
              <a:gd name="connsiteY119" fmla="*/ 0 h 279939"/>
              <a:gd name="connsiteX120" fmla="*/ 610295 w 1108530"/>
              <a:gd name="connsiteY120" fmla="*/ 0 h 279939"/>
              <a:gd name="connsiteX121" fmla="*/ 634803 w 1108530"/>
              <a:gd name="connsiteY121" fmla="*/ 24508 h 279939"/>
              <a:gd name="connsiteX122" fmla="*/ 610295 w 1108530"/>
              <a:gd name="connsiteY122" fmla="*/ 49016 h 279939"/>
              <a:gd name="connsiteX123" fmla="*/ 585787 w 1108530"/>
              <a:gd name="connsiteY123" fmla="*/ 24508 h 279939"/>
              <a:gd name="connsiteX124" fmla="*/ 610295 w 1108530"/>
              <a:gd name="connsiteY124" fmla="*/ 0 h 279939"/>
              <a:gd name="connsiteX125" fmla="*/ 498235 w 1108530"/>
              <a:gd name="connsiteY125" fmla="*/ 0 h 279939"/>
              <a:gd name="connsiteX126" fmla="*/ 522743 w 1108530"/>
              <a:gd name="connsiteY126" fmla="*/ 24508 h 279939"/>
              <a:gd name="connsiteX127" fmla="*/ 498235 w 1108530"/>
              <a:gd name="connsiteY127" fmla="*/ 49016 h 279939"/>
              <a:gd name="connsiteX128" fmla="*/ 473727 w 1108530"/>
              <a:gd name="connsiteY128" fmla="*/ 24508 h 279939"/>
              <a:gd name="connsiteX129" fmla="*/ 498235 w 1108530"/>
              <a:gd name="connsiteY129" fmla="*/ 0 h 279939"/>
              <a:gd name="connsiteX130" fmla="*/ 379803 w 1108530"/>
              <a:gd name="connsiteY130" fmla="*/ 0 h 279939"/>
              <a:gd name="connsiteX131" fmla="*/ 404311 w 1108530"/>
              <a:gd name="connsiteY131" fmla="*/ 24508 h 279939"/>
              <a:gd name="connsiteX132" fmla="*/ 379803 w 1108530"/>
              <a:gd name="connsiteY132" fmla="*/ 49016 h 279939"/>
              <a:gd name="connsiteX133" fmla="*/ 355295 w 1108530"/>
              <a:gd name="connsiteY133" fmla="*/ 24508 h 279939"/>
              <a:gd name="connsiteX134" fmla="*/ 379803 w 1108530"/>
              <a:gd name="connsiteY134" fmla="*/ 0 h 279939"/>
              <a:gd name="connsiteX135" fmla="*/ 261372 w 1108530"/>
              <a:gd name="connsiteY135" fmla="*/ 0 h 279939"/>
              <a:gd name="connsiteX136" fmla="*/ 285880 w 1108530"/>
              <a:gd name="connsiteY136" fmla="*/ 24508 h 279939"/>
              <a:gd name="connsiteX137" fmla="*/ 261372 w 1108530"/>
              <a:gd name="connsiteY137" fmla="*/ 49016 h 279939"/>
              <a:gd name="connsiteX138" fmla="*/ 236863 w 1108530"/>
              <a:gd name="connsiteY138" fmla="*/ 24508 h 279939"/>
              <a:gd name="connsiteX139" fmla="*/ 261372 w 1108530"/>
              <a:gd name="connsiteY139" fmla="*/ 0 h 279939"/>
              <a:gd name="connsiteX140" fmla="*/ 142940 w 1108530"/>
              <a:gd name="connsiteY140" fmla="*/ 0 h 279939"/>
              <a:gd name="connsiteX141" fmla="*/ 167448 w 1108530"/>
              <a:gd name="connsiteY141" fmla="*/ 24508 h 279939"/>
              <a:gd name="connsiteX142" fmla="*/ 142940 w 1108530"/>
              <a:gd name="connsiteY142" fmla="*/ 49016 h 279939"/>
              <a:gd name="connsiteX143" fmla="*/ 118432 w 1108530"/>
              <a:gd name="connsiteY143" fmla="*/ 24508 h 279939"/>
              <a:gd name="connsiteX144" fmla="*/ 142940 w 1108530"/>
              <a:gd name="connsiteY144" fmla="*/ 0 h 279939"/>
              <a:gd name="connsiteX145" fmla="*/ 24508 w 1108530"/>
              <a:gd name="connsiteY145" fmla="*/ 0 h 279939"/>
              <a:gd name="connsiteX146" fmla="*/ 49016 w 1108530"/>
              <a:gd name="connsiteY146" fmla="*/ 24508 h 279939"/>
              <a:gd name="connsiteX147" fmla="*/ 24508 w 1108530"/>
              <a:gd name="connsiteY147" fmla="*/ 49016 h 279939"/>
              <a:gd name="connsiteX148" fmla="*/ 0 w 1108530"/>
              <a:gd name="connsiteY148" fmla="*/ 24508 h 279939"/>
              <a:gd name="connsiteX149" fmla="*/ 24508 w 1108530"/>
              <a:gd name="connsiteY149" fmla="*/ 0 h 279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1108530" h="279939">
                <a:moveTo>
                  <a:pt x="1084022" y="230923"/>
                </a:moveTo>
                <a:cubicBezTo>
                  <a:pt x="1097558" y="230923"/>
                  <a:pt x="1108530" y="241895"/>
                  <a:pt x="1108530" y="255431"/>
                </a:cubicBezTo>
                <a:cubicBezTo>
                  <a:pt x="1108530" y="268967"/>
                  <a:pt x="1097558" y="279939"/>
                  <a:pt x="1084022" y="279939"/>
                </a:cubicBezTo>
                <a:cubicBezTo>
                  <a:pt x="1070486" y="279939"/>
                  <a:pt x="1059514" y="268967"/>
                  <a:pt x="1059514" y="255431"/>
                </a:cubicBezTo>
                <a:cubicBezTo>
                  <a:pt x="1059514" y="241895"/>
                  <a:pt x="1070486" y="230923"/>
                  <a:pt x="1084022" y="230923"/>
                </a:cubicBezTo>
                <a:close/>
                <a:moveTo>
                  <a:pt x="965591" y="230923"/>
                </a:moveTo>
                <a:cubicBezTo>
                  <a:pt x="979126" y="230923"/>
                  <a:pt x="990099" y="241895"/>
                  <a:pt x="990099" y="255431"/>
                </a:cubicBezTo>
                <a:cubicBezTo>
                  <a:pt x="990099" y="268967"/>
                  <a:pt x="979126" y="279939"/>
                  <a:pt x="965591" y="279939"/>
                </a:cubicBezTo>
                <a:cubicBezTo>
                  <a:pt x="952055" y="279939"/>
                  <a:pt x="941082" y="268967"/>
                  <a:pt x="941082" y="255431"/>
                </a:cubicBezTo>
                <a:cubicBezTo>
                  <a:pt x="941082" y="241895"/>
                  <a:pt x="952055" y="230923"/>
                  <a:pt x="965591" y="230923"/>
                </a:cubicBezTo>
                <a:close/>
                <a:moveTo>
                  <a:pt x="847159" y="230923"/>
                </a:moveTo>
                <a:cubicBezTo>
                  <a:pt x="860694" y="230923"/>
                  <a:pt x="871667" y="241895"/>
                  <a:pt x="871667" y="255431"/>
                </a:cubicBezTo>
                <a:cubicBezTo>
                  <a:pt x="871667" y="268967"/>
                  <a:pt x="860694" y="279939"/>
                  <a:pt x="847159" y="279939"/>
                </a:cubicBezTo>
                <a:cubicBezTo>
                  <a:pt x="833623" y="279939"/>
                  <a:pt x="822651" y="268967"/>
                  <a:pt x="822651" y="255431"/>
                </a:cubicBezTo>
                <a:cubicBezTo>
                  <a:pt x="822651" y="241895"/>
                  <a:pt x="833623" y="230923"/>
                  <a:pt x="847159" y="230923"/>
                </a:cubicBezTo>
                <a:close/>
                <a:moveTo>
                  <a:pt x="728727" y="230923"/>
                </a:moveTo>
                <a:cubicBezTo>
                  <a:pt x="742263" y="230923"/>
                  <a:pt x="753235" y="241895"/>
                  <a:pt x="753235" y="255431"/>
                </a:cubicBezTo>
                <a:cubicBezTo>
                  <a:pt x="753235" y="268967"/>
                  <a:pt x="742263" y="279939"/>
                  <a:pt x="728727" y="279939"/>
                </a:cubicBezTo>
                <a:cubicBezTo>
                  <a:pt x="715191" y="279939"/>
                  <a:pt x="704219" y="268967"/>
                  <a:pt x="704219" y="255431"/>
                </a:cubicBezTo>
                <a:cubicBezTo>
                  <a:pt x="704219" y="241895"/>
                  <a:pt x="715191" y="230923"/>
                  <a:pt x="728727" y="230923"/>
                </a:cubicBezTo>
                <a:close/>
                <a:moveTo>
                  <a:pt x="610295" y="230923"/>
                </a:moveTo>
                <a:cubicBezTo>
                  <a:pt x="623831" y="230923"/>
                  <a:pt x="634803" y="241895"/>
                  <a:pt x="634803" y="255431"/>
                </a:cubicBezTo>
                <a:cubicBezTo>
                  <a:pt x="634803" y="268967"/>
                  <a:pt x="623831" y="279939"/>
                  <a:pt x="610295" y="279939"/>
                </a:cubicBezTo>
                <a:cubicBezTo>
                  <a:pt x="596759" y="279939"/>
                  <a:pt x="585787" y="268967"/>
                  <a:pt x="585787" y="255431"/>
                </a:cubicBezTo>
                <a:cubicBezTo>
                  <a:pt x="585787" y="241895"/>
                  <a:pt x="596759" y="230923"/>
                  <a:pt x="610295" y="230923"/>
                </a:cubicBezTo>
                <a:close/>
                <a:moveTo>
                  <a:pt x="498235" y="230923"/>
                </a:moveTo>
                <a:cubicBezTo>
                  <a:pt x="511771" y="230923"/>
                  <a:pt x="522743" y="241895"/>
                  <a:pt x="522743" y="255431"/>
                </a:cubicBezTo>
                <a:cubicBezTo>
                  <a:pt x="522743" y="268967"/>
                  <a:pt x="511771" y="279939"/>
                  <a:pt x="498235" y="279939"/>
                </a:cubicBezTo>
                <a:cubicBezTo>
                  <a:pt x="484699" y="279939"/>
                  <a:pt x="473727" y="268967"/>
                  <a:pt x="473727" y="255431"/>
                </a:cubicBezTo>
                <a:cubicBezTo>
                  <a:pt x="473727" y="241895"/>
                  <a:pt x="484699" y="230923"/>
                  <a:pt x="498235" y="230923"/>
                </a:cubicBezTo>
                <a:close/>
                <a:moveTo>
                  <a:pt x="379803" y="230923"/>
                </a:moveTo>
                <a:cubicBezTo>
                  <a:pt x="393339" y="230923"/>
                  <a:pt x="404311" y="241895"/>
                  <a:pt x="404311" y="255431"/>
                </a:cubicBezTo>
                <a:cubicBezTo>
                  <a:pt x="404311" y="268967"/>
                  <a:pt x="393339" y="279939"/>
                  <a:pt x="379803" y="279939"/>
                </a:cubicBezTo>
                <a:cubicBezTo>
                  <a:pt x="366268" y="279939"/>
                  <a:pt x="355295" y="268967"/>
                  <a:pt x="355295" y="255431"/>
                </a:cubicBezTo>
                <a:cubicBezTo>
                  <a:pt x="355295" y="241895"/>
                  <a:pt x="366268" y="230923"/>
                  <a:pt x="379803" y="230923"/>
                </a:cubicBezTo>
                <a:close/>
                <a:moveTo>
                  <a:pt x="261372" y="230923"/>
                </a:moveTo>
                <a:cubicBezTo>
                  <a:pt x="274907" y="230923"/>
                  <a:pt x="285880" y="241895"/>
                  <a:pt x="285880" y="255431"/>
                </a:cubicBezTo>
                <a:cubicBezTo>
                  <a:pt x="285880" y="268967"/>
                  <a:pt x="274907" y="279939"/>
                  <a:pt x="261372" y="279939"/>
                </a:cubicBezTo>
                <a:cubicBezTo>
                  <a:pt x="247836" y="279939"/>
                  <a:pt x="236863" y="268967"/>
                  <a:pt x="236863" y="255431"/>
                </a:cubicBezTo>
                <a:cubicBezTo>
                  <a:pt x="236863" y="241895"/>
                  <a:pt x="247836" y="230923"/>
                  <a:pt x="261372" y="230923"/>
                </a:cubicBezTo>
                <a:close/>
                <a:moveTo>
                  <a:pt x="142940" y="230923"/>
                </a:moveTo>
                <a:cubicBezTo>
                  <a:pt x="156475" y="230923"/>
                  <a:pt x="167448" y="241895"/>
                  <a:pt x="167448" y="255431"/>
                </a:cubicBezTo>
                <a:cubicBezTo>
                  <a:pt x="167448" y="268967"/>
                  <a:pt x="156475" y="279939"/>
                  <a:pt x="142940" y="279939"/>
                </a:cubicBezTo>
                <a:cubicBezTo>
                  <a:pt x="129404" y="279939"/>
                  <a:pt x="118432" y="268967"/>
                  <a:pt x="118432" y="255431"/>
                </a:cubicBezTo>
                <a:cubicBezTo>
                  <a:pt x="118432" y="241895"/>
                  <a:pt x="129404" y="230923"/>
                  <a:pt x="142940" y="230923"/>
                </a:cubicBezTo>
                <a:close/>
                <a:moveTo>
                  <a:pt x="24508" y="230923"/>
                </a:moveTo>
                <a:cubicBezTo>
                  <a:pt x="38044" y="230923"/>
                  <a:pt x="49016" y="241895"/>
                  <a:pt x="49016" y="255431"/>
                </a:cubicBezTo>
                <a:cubicBezTo>
                  <a:pt x="49016" y="268967"/>
                  <a:pt x="38044" y="279939"/>
                  <a:pt x="24508" y="279939"/>
                </a:cubicBezTo>
                <a:cubicBezTo>
                  <a:pt x="10972" y="279939"/>
                  <a:pt x="0" y="268967"/>
                  <a:pt x="0" y="255431"/>
                </a:cubicBezTo>
                <a:cubicBezTo>
                  <a:pt x="0" y="241895"/>
                  <a:pt x="10972" y="230923"/>
                  <a:pt x="24508" y="230923"/>
                </a:cubicBezTo>
                <a:close/>
                <a:moveTo>
                  <a:pt x="1084022" y="115462"/>
                </a:moveTo>
                <a:cubicBezTo>
                  <a:pt x="1097558" y="115462"/>
                  <a:pt x="1108530" y="126434"/>
                  <a:pt x="1108530" y="139970"/>
                </a:cubicBezTo>
                <a:cubicBezTo>
                  <a:pt x="1108530" y="153505"/>
                  <a:pt x="1097558" y="164478"/>
                  <a:pt x="1084022" y="164478"/>
                </a:cubicBezTo>
                <a:cubicBezTo>
                  <a:pt x="1070486" y="164478"/>
                  <a:pt x="1059514" y="153505"/>
                  <a:pt x="1059514" y="139970"/>
                </a:cubicBezTo>
                <a:cubicBezTo>
                  <a:pt x="1059514" y="126434"/>
                  <a:pt x="1070486" y="115462"/>
                  <a:pt x="1084022" y="115462"/>
                </a:cubicBezTo>
                <a:close/>
                <a:moveTo>
                  <a:pt x="965591" y="115462"/>
                </a:moveTo>
                <a:cubicBezTo>
                  <a:pt x="979126" y="115462"/>
                  <a:pt x="990099" y="126434"/>
                  <a:pt x="990099" y="139970"/>
                </a:cubicBezTo>
                <a:cubicBezTo>
                  <a:pt x="990099" y="153505"/>
                  <a:pt x="979126" y="164478"/>
                  <a:pt x="965591" y="164478"/>
                </a:cubicBezTo>
                <a:cubicBezTo>
                  <a:pt x="952055" y="164478"/>
                  <a:pt x="941082" y="153505"/>
                  <a:pt x="941082" y="139970"/>
                </a:cubicBezTo>
                <a:cubicBezTo>
                  <a:pt x="941082" y="126434"/>
                  <a:pt x="952055" y="115462"/>
                  <a:pt x="965591" y="115462"/>
                </a:cubicBezTo>
                <a:close/>
                <a:moveTo>
                  <a:pt x="847159" y="115462"/>
                </a:moveTo>
                <a:cubicBezTo>
                  <a:pt x="860694" y="115462"/>
                  <a:pt x="871667" y="126434"/>
                  <a:pt x="871667" y="139970"/>
                </a:cubicBezTo>
                <a:cubicBezTo>
                  <a:pt x="871667" y="153505"/>
                  <a:pt x="860694" y="164478"/>
                  <a:pt x="847159" y="164478"/>
                </a:cubicBezTo>
                <a:cubicBezTo>
                  <a:pt x="833623" y="164478"/>
                  <a:pt x="822651" y="153505"/>
                  <a:pt x="822651" y="139970"/>
                </a:cubicBezTo>
                <a:cubicBezTo>
                  <a:pt x="822651" y="126434"/>
                  <a:pt x="833623" y="115462"/>
                  <a:pt x="847159" y="115462"/>
                </a:cubicBezTo>
                <a:close/>
                <a:moveTo>
                  <a:pt x="728727" y="115462"/>
                </a:moveTo>
                <a:cubicBezTo>
                  <a:pt x="742263" y="115462"/>
                  <a:pt x="753235" y="126434"/>
                  <a:pt x="753235" y="139970"/>
                </a:cubicBezTo>
                <a:cubicBezTo>
                  <a:pt x="753235" y="153505"/>
                  <a:pt x="742263" y="164478"/>
                  <a:pt x="728727" y="164478"/>
                </a:cubicBezTo>
                <a:cubicBezTo>
                  <a:pt x="715191" y="164478"/>
                  <a:pt x="704219" y="153505"/>
                  <a:pt x="704219" y="139970"/>
                </a:cubicBezTo>
                <a:cubicBezTo>
                  <a:pt x="704219" y="126434"/>
                  <a:pt x="715191" y="115462"/>
                  <a:pt x="728727" y="115462"/>
                </a:cubicBezTo>
                <a:close/>
                <a:moveTo>
                  <a:pt x="610295" y="115462"/>
                </a:moveTo>
                <a:cubicBezTo>
                  <a:pt x="623831" y="115462"/>
                  <a:pt x="634803" y="126434"/>
                  <a:pt x="634803" y="139970"/>
                </a:cubicBezTo>
                <a:cubicBezTo>
                  <a:pt x="634803" y="153505"/>
                  <a:pt x="623831" y="164478"/>
                  <a:pt x="610295" y="164478"/>
                </a:cubicBezTo>
                <a:cubicBezTo>
                  <a:pt x="596759" y="164478"/>
                  <a:pt x="585787" y="153505"/>
                  <a:pt x="585787" y="139970"/>
                </a:cubicBezTo>
                <a:cubicBezTo>
                  <a:pt x="585787" y="126434"/>
                  <a:pt x="596759" y="115462"/>
                  <a:pt x="610295" y="115462"/>
                </a:cubicBezTo>
                <a:close/>
                <a:moveTo>
                  <a:pt x="498235" y="115462"/>
                </a:moveTo>
                <a:cubicBezTo>
                  <a:pt x="511771" y="115462"/>
                  <a:pt x="522743" y="126434"/>
                  <a:pt x="522743" y="139970"/>
                </a:cubicBezTo>
                <a:cubicBezTo>
                  <a:pt x="522743" y="153505"/>
                  <a:pt x="511771" y="164478"/>
                  <a:pt x="498235" y="164478"/>
                </a:cubicBezTo>
                <a:cubicBezTo>
                  <a:pt x="484699" y="164478"/>
                  <a:pt x="473727" y="153505"/>
                  <a:pt x="473727" y="139970"/>
                </a:cubicBezTo>
                <a:cubicBezTo>
                  <a:pt x="473727" y="126434"/>
                  <a:pt x="484699" y="115462"/>
                  <a:pt x="498235" y="115462"/>
                </a:cubicBezTo>
                <a:close/>
                <a:moveTo>
                  <a:pt x="379803" y="115462"/>
                </a:moveTo>
                <a:cubicBezTo>
                  <a:pt x="393339" y="115462"/>
                  <a:pt x="404311" y="126434"/>
                  <a:pt x="404311" y="139970"/>
                </a:cubicBezTo>
                <a:cubicBezTo>
                  <a:pt x="404311" y="153505"/>
                  <a:pt x="393339" y="164478"/>
                  <a:pt x="379803" y="164478"/>
                </a:cubicBezTo>
                <a:cubicBezTo>
                  <a:pt x="366268" y="164478"/>
                  <a:pt x="355295" y="153505"/>
                  <a:pt x="355295" y="139970"/>
                </a:cubicBezTo>
                <a:cubicBezTo>
                  <a:pt x="355295" y="126434"/>
                  <a:pt x="366268" y="115462"/>
                  <a:pt x="379803" y="115462"/>
                </a:cubicBezTo>
                <a:close/>
                <a:moveTo>
                  <a:pt x="261372" y="115462"/>
                </a:moveTo>
                <a:cubicBezTo>
                  <a:pt x="274907" y="115462"/>
                  <a:pt x="285880" y="126434"/>
                  <a:pt x="285880" y="139970"/>
                </a:cubicBezTo>
                <a:cubicBezTo>
                  <a:pt x="285880" y="153505"/>
                  <a:pt x="274907" y="164478"/>
                  <a:pt x="261372" y="164478"/>
                </a:cubicBezTo>
                <a:cubicBezTo>
                  <a:pt x="247836" y="164478"/>
                  <a:pt x="236863" y="153505"/>
                  <a:pt x="236863" y="139970"/>
                </a:cubicBezTo>
                <a:cubicBezTo>
                  <a:pt x="236863" y="126434"/>
                  <a:pt x="247836" y="115462"/>
                  <a:pt x="261372" y="115462"/>
                </a:cubicBezTo>
                <a:close/>
                <a:moveTo>
                  <a:pt x="142940" y="115462"/>
                </a:moveTo>
                <a:cubicBezTo>
                  <a:pt x="156475" y="115462"/>
                  <a:pt x="167448" y="126434"/>
                  <a:pt x="167448" y="139970"/>
                </a:cubicBezTo>
                <a:cubicBezTo>
                  <a:pt x="167448" y="153505"/>
                  <a:pt x="156475" y="164478"/>
                  <a:pt x="142940" y="164478"/>
                </a:cubicBezTo>
                <a:cubicBezTo>
                  <a:pt x="129404" y="164478"/>
                  <a:pt x="118432" y="153505"/>
                  <a:pt x="118432" y="139970"/>
                </a:cubicBezTo>
                <a:cubicBezTo>
                  <a:pt x="118432" y="126434"/>
                  <a:pt x="129404" y="115462"/>
                  <a:pt x="142940" y="115462"/>
                </a:cubicBezTo>
                <a:close/>
                <a:moveTo>
                  <a:pt x="24508" y="115462"/>
                </a:moveTo>
                <a:cubicBezTo>
                  <a:pt x="38044" y="115462"/>
                  <a:pt x="49016" y="126434"/>
                  <a:pt x="49016" y="139970"/>
                </a:cubicBezTo>
                <a:cubicBezTo>
                  <a:pt x="49016" y="153505"/>
                  <a:pt x="38044" y="164478"/>
                  <a:pt x="24508" y="164478"/>
                </a:cubicBezTo>
                <a:cubicBezTo>
                  <a:pt x="10972" y="164478"/>
                  <a:pt x="0" y="153505"/>
                  <a:pt x="0" y="139970"/>
                </a:cubicBezTo>
                <a:cubicBezTo>
                  <a:pt x="0" y="126434"/>
                  <a:pt x="10972" y="115462"/>
                  <a:pt x="24508" y="115462"/>
                </a:cubicBezTo>
                <a:close/>
                <a:moveTo>
                  <a:pt x="1084022" y="0"/>
                </a:moveTo>
                <a:cubicBezTo>
                  <a:pt x="1097558" y="0"/>
                  <a:pt x="1108530" y="10973"/>
                  <a:pt x="1108530" y="24508"/>
                </a:cubicBezTo>
                <a:cubicBezTo>
                  <a:pt x="1108530" y="38044"/>
                  <a:pt x="1097558" y="49016"/>
                  <a:pt x="1084022" y="49016"/>
                </a:cubicBezTo>
                <a:cubicBezTo>
                  <a:pt x="1070486" y="49016"/>
                  <a:pt x="1059514" y="38044"/>
                  <a:pt x="1059514" y="24508"/>
                </a:cubicBezTo>
                <a:cubicBezTo>
                  <a:pt x="1059514" y="10973"/>
                  <a:pt x="1070486" y="0"/>
                  <a:pt x="1084022" y="0"/>
                </a:cubicBezTo>
                <a:close/>
                <a:moveTo>
                  <a:pt x="965591" y="0"/>
                </a:moveTo>
                <a:cubicBezTo>
                  <a:pt x="979126" y="0"/>
                  <a:pt x="990099" y="10973"/>
                  <a:pt x="990099" y="24508"/>
                </a:cubicBezTo>
                <a:cubicBezTo>
                  <a:pt x="990099" y="38044"/>
                  <a:pt x="979126" y="49016"/>
                  <a:pt x="965591" y="49016"/>
                </a:cubicBezTo>
                <a:cubicBezTo>
                  <a:pt x="952055" y="49016"/>
                  <a:pt x="941082" y="38044"/>
                  <a:pt x="941082" y="24508"/>
                </a:cubicBezTo>
                <a:cubicBezTo>
                  <a:pt x="941082" y="10973"/>
                  <a:pt x="952055" y="0"/>
                  <a:pt x="965591" y="0"/>
                </a:cubicBezTo>
                <a:close/>
                <a:moveTo>
                  <a:pt x="847159" y="0"/>
                </a:moveTo>
                <a:cubicBezTo>
                  <a:pt x="860694" y="0"/>
                  <a:pt x="871667" y="10973"/>
                  <a:pt x="871667" y="24508"/>
                </a:cubicBezTo>
                <a:cubicBezTo>
                  <a:pt x="871667" y="38044"/>
                  <a:pt x="860694" y="49016"/>
                  <a:pt x="847159" y="49016"/>
                </a:cubicBezTo>
                <a:cubicBezTo>
                  <a:pt x="833623" y="49016"/>
                  <a:pt x="822651" y="38044"/>
                  <a:pt x="822651" y="24508"/>
                </a:cubicBezTo>
                <a:cubicBezTo>
                  <a:pt x="822651" y="10973"/>
                  <a:pt x="833623" y="0"/>
                  <a:pt x="847159" y="0"/>
                </a:cubicBezTo>
                <a:close/>
                <a:moveTo>
                  <a:pt x="728727" y="0"/>
                </a:moveTo>
                <a:cubicBezTo>
                  <a:pt x="742263" y="0"/>
                  <a:pt x="753235" y="10973"/>
                  <a:pt x="753235" y="24508"/>
                </a:cubicBezTo>
                <a:cubicBezTo>
                  <a:pt x="753235" y="38044"/>
                  <a:pt x="742263" y="49016"/>
                  <a:pt x="728727" y="49016"/>
                </a:cubicBezTo>
                <a:cubicBezTo>
                  <a:pt x="715191" y="49016"/>
                  <a:pt x="704219" y="38044"/>
                  <a:pt x="704219" y="24508"/>
                </a:cubicBezTo>
                <a:cubicBezTo>
                  <a:pt x="704219" y="10973"/>
                  <a:pt x="715191" y="0"/>
                  <a:pt x="728727" y="0"/>
                </a:cubicBezTo>
                <a:close/>
                <a:moveTo>
                  <a:pt x="610295" y="0"/>
                </a:moveTo>
                <a:cubicBezTo>
                  <a:pt x="623831" y="0"/>
                  <a:pt x="634803" y="10973"/>
                  <a:pt x="634803" y="24508"/>
                </a:cubicBezTo>
                <a:cubicBezTo>
                  <a:pt x="634803" y="38044"/>
                  <a:pt x="623831" y="49016"/>
                  <a:pt x="610295" y="49016"/>
                </a:cubicBezTo>
                <a:cubicBezTo>
                  <a:pt x="596759" y="49016"/>
                  <a:pt x="585787" y="38044"/>
                  <a:pt x="585787" y="24508"/>
                </a:cubicBezTo>
                <a:cubicBezTo>
                  <a:pt x="585787" y="10973"/>
                  <a:pt x="596759" y="0"/>
                  <a:pt x="610295" y="0"/>
                </a:cubicBezTo>
                <a:close/>
                <a:moveTo>
                  <a:pt x="498235" y="0"/>
                </a:moveTo>
                <a:cubicBezTo>
                  <a:pt x="511771" y="0"/>
                  <a:pt x="522743" y="10973"/>
                  <a:pt x="522743" y="24508"/>
                </a:cubicBezTo>
                <a:cubicBezTo>
                  <a:pt x="522743" y="38044"/>
                  <a:pt x="511771" y="49016"/>
                  <a:pt x="498235" y="49016"/>
                </a:cubicBezTo>
                <a:cubicBezTo>
                  <a:pt x="484699" y="49016"/>
                  <a:pt x="473727" y="38044"/>
                  <a:pt x="473727" y="24508"/>
                </a:cubicBezTo>
                <a:cubicBezTo>
                  <a:pt x="473727" y="10973"/>
                  <a:pt x="484699" y="0"/>
                  <a:pt x="498235" y="0"/>
                </a:cubicBezTo>
                <a:close/>
                <a:moveTo>
                  <a:pt x="379803" y="0"/>
                </a:moveTo>
                <a:cubicBezTo>
                  <a:pt x="393339" y="0"/>
                  <a:pt x="404311" y="10973"/>
                  <a:pt x="404311" y="24508"/>
                </a:cubicBezTo>
                <a:cubicBezTo>
                  <a:pt x="404311" y="38044"/>
                  <a:pt x="393339" y="49016"/>
                  <a:pt x="379803" y="49016"/>
                </a:cubicBezTo>
                <a:cubicBezTo>
                  <a:pt x="366268" y="49016"/>
                  <a:pt x="355295" y="38044"/>
                  <a:pt x="355295" y="24508"/>
                </a:cubicBezTo>
                <a:cubicBezTo>
                  <a:pt x="355295" y="10973"/>
                  <a:pt x="366268" y="0"/>
                  <a:pt x="379803" y="0"/>
                </a:cubicBezTo>
                <a:close/>
                <a:moveTo>
                  <a:pt x="261372" y="0"/>
                </a:moveTo>
                <a:cubicBezTo>
                  <a:pt x="274907" y="0"/>
                  <a:pt x="285880" y="10973"/>
                  <a:pt x="285880" y="24508"/>
                </a:cubicBezTo>
                <a:cubicBezTo>
                  <a:pt x="285880" y="38044"/>
                  <a:pt x="274907" y="49016"/>
                  <a:pt x="261372" y="49016"/>
                </a:cubicBezTo>
                <a:cubicBezTo>
                  <a:pt x="247836" y="49016"/>
                  <a:pt x="236863" y="38044"/>
                  <a:pt x="236863" y="24508"/>
                </a:cubicBezTo>
                <a:cubicBezTo>
                  <a:pt x="236863" y="10973"/>
                  <a:pt x="247836" y="0"/>
                  <a:pt x="261372" y="0"/>
                </a:cubicBezTo>
                <a:close/>
                <a:moveTo>
                  <a:pt x="142940" y="0"/>
                </a:moveTo>
                <a:cubicBezTo>
                  <a:pt x="156475" y="0"/>
                  <a:pt x="167448" y="10973"/>
                  <a:pt x="167448" y="24508"/>
                </a:cubicBezTo>
                <a:cubicBezTo>
                  <a:pt x="167448" y="38044"/>
                  <a:pt x="156475" y="49016"/>
                  <a:pt x="142940" y="49016"/>
                </a:cubicBezTo>
                <a:cubicBezTo>
                  <a:pt x="129404" y="49016"/>
                  <a:pt x="118432" y="38044"/>
                  <a:pt x="118432" y="24508"/>
                </a:cubicBezTo>
                <a:cubicBezTo>
                  <a:pt x="118432" y="10973"/>
                  <a:pt x="129404" y="0"/>
                  <a:pt x="142940" y="0"/>
                </a:cubicBezTo>
                <a:close/>
                <a:moveTo>
                  <a:pt x="24508" y="0"/>
                </a:moveTo>
                <a:cubicBezTo>
                  <a:pt x="38044" y="0"/>
                  <a:pt x="49016" y="10973"/>
                  <a:pt x="49016" y="24508"/>
                </a:cubicBezTo>
                <a:cubicBezTo>
                  <a:pt x="49016" y="38044"/>
                  <a:pt x="38044" y="49016"/>
                  <a:pt x="24508" y="49016"/>
                </a:cubicBezTo>
                <a:cubicBezTo>
                  <a:pt x="10972" y="49016"/>
                  <a:pt x="0" y="38044"/>
                  <a:pt x="0" y="24508"/>
                </a:cubicBezTo>
                <a:cubicBezTo>
                  <a:pt x="0" y="10973"/>
                  <a:pt x="10972" y="0"/>
                  <a:pt x="24508" y="0"/>
                </a:cubicBezTo>
                <a:close/>
              </a:path>
            </a:pathLst>
          </a:custGeom>
          <a:gradFill>
            <a:gsLst>
              <a:gs pos="0">
                <a:schemeClr val="accent1"/>
              </a:gs>
              <a:gs pos="100000">
                <a:schemeClr val="accent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任意多边形: 形状 10"/>
          <p:cNvSpPr/>
          <p:nvPr userDrawn="1">
            <p:custDataLst>
              <p:tags r:id="rId4"/>
            </p:custDataLst>
          </p:nvPr>
        </p:nvSpPr>
        <p:spPr>
          <a:xfrm flipH="1" flipV="1">
            <a:off x="6415314" y="0"/>
            <a:ext cx="5776686" cy="5776686"/>
          </a:xfrm>
          <a:custGeom>
            <a:avLst/>
            <a:gdLst>
              <a:gd name="connsiteX0" fmla="*/ 0 w 1407886"/>
              <a:gd name="connsiteY0" fmla="*/ 0 h 1407886"/>
              <a:gd name="connsiteX1" fmla="*/ 1407886 w 1407886"/>
              <a:gd name="connsiteY1" fmla="*/ 1407886 h 1407886"/>
              <a:gd name="connsiteX2" fmla="*/ 1128871 w 1407886"/>
              <a:gd name="connsiteY2" fmla="*/ 1407886 h 1407886"/>
              <a:gd name="connsiteX3" fmla="*/ 0 w 1407886"/>
              <a:gd name="connsiteY3" fmla="*/ 279015 h 1407886"/>
            </a:gdLst>
            <a:ahLst/>
            <a:cxnLst>
              <a:cxn ang="0">
                <a:pos x="connsiteX0" y="connsiteY0"/>
              </a:cxn>
              <a:cxn ang="0">
                <a:pos x="connsiteX1" y="connsiteY1"/>
              </a:cxn>
              <a:cxn ang="0">
                <a:pos x="connsiteX2" y="connsiteY2"/>
              </a:cxn>
              <a:cxn ang="0">
                <a:pos x="connsiteX3" y="connsiteY3"/>
              </a:cxn>
            </a:cxnLst>
            <a:rect l="l" t="t" r="r" b="b"/>
            <a:pathLst>
              <a:path w="1407886" h="1407886">
                <a:moveTo>
                  <a:pt x="0" y="0"/>
                </a:moveTo>
                <a:cubicBezTo>
                  <a:pt x="777554" y="0"/>
                  <a:pt x="1407886" y="630332"/>
                  <a:pt x="1407886" y="1407886"/>
                </a:cubicBezTo>
                <a:lnTo>
                  <a:pt x="1128871" y="1407886"/>
                </a:lnTo>
                <a:cubicBezTo>
                  <a:pt x="1128871" y="784428"/>
                  <a:pt x="623458" y="279015"/>
                  <a:pt x="0" y="279015"/>
                </a:cubicBezTo>
                <a:close/>
              </a:path>
            </a:pathLst>
          </a:custGeom>
          <a:gradFill flip="none" rotWithShape="1">
            <a:gsLst>
              <a:gs pos="0">
                <a:schemeClr val="accent1">
                  <a:alpha val="0"/>
                </a:schemeClr>
              </a:gs>
              <a:gs pos="85000">
                <a:schemeClr val="accent1"/>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13" name="任意多边形: 形状 12"/>
          <p:cNvSpPr/>
          <p:nvPr userDrawn="1">
            <p:custDataLst>
              <p:tags r:id="rId5"/>
            </p:custDataLst>
          </p:nvPr>
        </p:nvSpPr>
        <p:spPr>
          <a:xfrm>
            <a:off x="1" y="5194298"/>
            <a:ext cx="1663700" cy="1663702"/>
          </a:xfrm>
          <a:custGeom>
            <a:avLst/>
            <a:gdLst>
              <a:gd name="connsiteX0" fmla="*/ 0 w 3429000"/>
              <a:gd name="connsiteY0" fmla="*/ 0 h 3429000"/>
              <a:gd name="connsiteX1" fmla="*/ 3429000 w 3429000"/>
              <a:gd name="connsiteY1" fmla="*/ 3429000 h 3429000"/>
              <a:gd name="connsiteX2" fmla="*/ 2064669 w 3429000"/>
              <a:gd name="connsiteY2" fmla="*/ 3429000 h 3429000"/>
              <a:gd name="connsiteX3" fmla="*/ 0 w 3429000"/>
              <a:gd name="connsiteY3" fmla="*/ 1364331 h 3429000"/>
            </a:gdLst>
            <a:ahLst/>
            <a:cxnLst>
              <a:cxn ang="0">
                <a:pos x="connsiteX0" y="connsiteY0"/>
              </a:cxn>
              <a:cxn ang="0">
                <a:pos x="connsiteX1" y="connsiteY1"/>
              </a:cxn>
              <a:cxn ang="0">
                <a:pos x="connsiteX2" y="connsiteY2"/>
              </a:cxn>
              <a:cxn ang="0">
                <a:pos x="connsiteX3" y="connsiteY3"/>
              </a:cxn>
            </a:cxnLst>
            <a:rect l="l" t="t" r="r" b="b"/>
            <a:pathLst>
              <a:path w="3429000" h="3429000">
                <a:moveTo>
                  <a:pt x="0" y="0"/>
                </a:moveTo>
                <a:cubicBezTo>
                  <a:pt x="1893784" y="0"/>
                  <a:pt x="3429000" y="1535216"/>
                  <a:pt x="3429000" y="3429000"/>
                </a:cubicBezTo>
                <a:lnTo>
                  <a:pt x="2064669" y="3429000"/>
                </a:lnTo>
                <a:cubicBezTo>
                  <a:pt x="2064669" y="2288715"/>
                  <a:pt x="1140285" y="1364331"/>
                  <a:pt x="0" y="1364331"/>
                </a:cubicBezTo>
                <a:close/>
              </a:path>
            </a:pathLst>
          </a:custGeom>
          <a:gradFill flip="none" rotWithShape="1">
            <a:gsLst>
              <a:gs pos="0">
                <a:schemeClr val="accent1">
                  <a:alpha val="0"/>
                </a:schemeClr>
              </a:gs>
              <a:gs pos="100000">
                <a:schemeClr val="accent1">
                  <a:alpha val="2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2" name="标题 1"/>
          <p:cNvSpPr>
            <a:spLocks noGrp="1"/>
          </p:cNvSpPr>
          <p:nvPr>
            <p:ph type="title"/>
            <p:custDataLst>
              <p:tags r:id="rId6"/>
            </p:custDataLst>
          </p:nvPr>
        </p:nvSpPr>
        <p:spPr>
          <a:xfrm>
            <a:off x="1526400" y="3625730"/>
            <a:ext cx="5903100" cy="1790041"/>
          </a:xfrm>
        </p:spPr>
        <p:txBody>
          <a:bodyPr wrap="square" anchor="t" anchorCtr="0">
            <a:normAutofit/>
          </a:bodyPr>
          <a:lstStyle>
            <a:lvl1pPr algn="l">
              <a:defRPr sz="5400"/>
            </a:lvl1pPr>
          </a:lstStyle>
          <a:p>
            <a:r>
              <a:rPr lang="zh-CN" altLang="en-US"/>
              <a:t>单击此处编辑母版标题样式</a:t>
            </a:r>
          </a:p>
        </p:txBody>
      </p:sp>
      <p:sp>
        <p:nvSpPr>
          <p:cNvPr id="8" name="节编号 3"/>
          <p:cNvSpPr>
            <a:spLocks noGrp="1"/>
          </p:cNvSpPr>
          <p:nvPr>
            <p:ph type="body" sz="quarter" idx="13" hasCustomPrompt="1"/>
            <p:custDataLst>
              <p:tags r:id="rId7"/>
            </p:custDataLst>
          </p:nvPr>
        </p:nvSpPr>
        <p:spPr>
          <a:xfrm>
            <a:off x="1524000" y="1859048"/>
            <a:ext cx="5903100" cy="1663702"/>
          </a:xfrm>
        </p:spPr>
        <p:txBody>
          <a:bodyPr wrap="none" anchor="b" anchorCtr="0">
            <a:normAutofit/>
          </a:bodyPr>
          <a:lstStyle>
            <a:lvl1pPr marL="0" indent="0" algn="l">
              <a:buNone/>
              <a:defRPr sz="7200" b="1">
                <a:solidFill>
                  <a:schemeClr val="accent1"/>
                </a:solidFill>
              </a:defRPr>
            </a:lvl1pPr>
          </a:lstStyle>
          <a:p>
            <a:pPr lvl="0"/>
            <a:r>
              <a:rPr lang="zh-CN" altLang="en-US"/>
              <a:t>节编号</a:t>
            </a:r>
          </a:p>
        </p:txBody>
      </p:sp>
      <p:sp>
        <p:nvSpPr>
          <p:cNvPr id="4" name="日期占位符 4"/>
          <p:cNvSpPr>
            <a:spLocks noGrp="1"/>
          </p:cNvSpPr>
          <p:nvPr>
            <p:ph type="dt" sz="half" idx="10"/>
            <p:custDataLst>
              <p:tags r:id="rId8"/>
            </p:custDataLst>
          </p:nvPr>
        </p:nvSpPr>
        <p:spPr/>
        <p:txBody>
          <a:bodyPr wrap="square">
            <a:normAutofit/>
          </a:bodyPr>
          <a:lstStyle/>
          <a:p>
            <a:fld id="{5592522B-0F24-4480-B9DD-A9474A6880D6}" type="datetimeFigureOut">
              <a:rPr lang="zh-CN" altLang="en-US" smtClean="0"/>
              <a:t>2026/4/5</a:t>
            </a:fld>
            <a:endParaRPr lang="zh-CN" altLang="en-US"/>
          </a:p>
        </p:txBody>
      </p:sp>
      <p:sp>
        <p:nvSpPr>
          <p:cNvPr id="5" name="页脚占位符 5"/>
          <p:cNvSpPr>
            <a:spLocks noGrp="1"/>
          </p:cNvSpPr>
          <p:nvPr>
            <p:ph type="ftr" sz="quarter" idx="11"/>
            <p:custDataLst>
              <p:tags r:id="rId9"/>
            </p:custDataLst>
          </p:nvPr>
        </p:nvSpPr>
        <p:spPr/>
        <p:txBody>
          <a:bodyPr/>
          <a:lstStyle/>
          <a:p>
            <a:endParaRPr lang="zh-CN" altLang="en-US"/>
          </a:p>
        </p:txBody>
      </p:sp>
      <p:sp>
        <p:nvSpPr>
          <p:cNvPr id="6" name="灯片编号占位符 6"/>
          <p:cNvSpPr>
            <a:spLocks noGrp="1"/>
          </p:cNvSpPr>
          <p:nvPr>
            <p:ph type="sldNum" sz="quarter" idx="12"/>
            <p:custDataLst>
              <p:tags r:id="rId10"/>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vert="horz" wrap="square" lIns="0" tIns="0" rIns="0" bIns="0" rtlCol="0" anchor="b">
            <a:normAutofit/>
          </a:bodyPr>
          <a:lstStyle>
            <a:lvl1pPr>
              <a:defRPr lang="zh-CN" altLang="en-US"/>
            </a:lvl1p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695960" y="1301750"/>
            <a:ext cx="5323840" cy="4875850"/>
          </a:xfrm>
        </p:spPr>
        <p:txBody>
          <a:bodyPr wrap="square">
            <a:normAutofit/>
          </a:bodyPr>
          <a:lstStyle/>
          <a:p>
            <a:pPr lvl="0"/>
            <a:r>
              <a:rPr lang="zh-CN" altLang="en-US"/>
              <a:t>单击此处编辑母版文本样式</a:t>
            </a:r>
          </a:p>
          <a:p>
            <a:pPr lvl="1"/>
            <a:r>
              <a:rPr lang="zh-CN" altLang="en-US">
                <a:sym typeface="+mn-ea"/>
              </a:rPr>
              <a:t>第</a:t>
            </a:r>
            <a:r>
              <a:rPr lang="zh-CN" altLang="en-US"/>
              <a:t>二级</a:t>
            </a:r>
          </a:p>
          <a:p>
            <a:pPr lvl="2"/>
            <a:r>
              <a:rPr lang="zh-CN" altLang="en-US">
                <a:sym typeface="+mn-ea"/>
              </a:rPr>
              <a:t>第</a:t>
            </a:r>
            <a:r>
              <a:rPr lang="zh-CN" altLang="en-US"/>
              <a:t>三级</a:t>
            </a:r>
          </a:p>
          <a:p>
            <a:pPr lvl="3"/>
            <a:r>
              <a:rPr lang="zh-CN" altLang="en-US">
                <a:sym typeface="+mn-ea"/>
              </a:rPr>
              <a:t>第</a:t>
            </a:r>
            <a:r>
              <a:rPr lang="zh-CN" altLang="en-US"/>
              <a:t>四级</a:t>
            </a:r>
          </a:p>
          <a:p>
            <a:pPr lvl="4"/>
            <a:r>
              <a:rPr lang="zh-CN" altLang="en-US">
                <a:sym typeface="+mn-ea"/>
              </a:rPr>
              <a:t>第</a:t>
            </a:r>
            <a:r>
              <a:rPr lang="zh-CN" altLang="en-US"/>
              <a:t>五级</a:t>
            </a:r>
          </a:p>
        </p:txBody>
      </p:sp>
      <p:sp>
        <p:nvSpPr>
          <p:cNvPr id="4" name="内容占位符 3"/>
          <p:cNvSpPr>
            <a:spLocks noGrp="1"/>
          </p:cNvSpPr>
          <p:nvPr>
            <p:ph sz="half" idx="2"/>
            <p:custDataLst>
              <p:tags r:id="rId3"/>
            </p:custDataLst>
          </p:nvPr>
        </p:nvSpPr>
        <p:spPr>
          <a:xfrm>
            <a:off x="6172200" y="1301750"/>
            <a:ext cx="5323840" cy="4875850"/>
          </a:xfrm>
        </p:spPr>
        <p:txBody>
          <a:bodyPr wrap="square">
            <a:normAutofit/>
          </a:bodyPr>
          <a:lstStyle/>
          <a:p>
            <a:pPr lvl="0"/>
            <a:r>
              <a:rPr lang="zh-CN" altLang="en-US"/>
              <a:t>单击此处编辑母版文本样式</a:t>
            </a:r>
          </a:p>
          <a:p>
            <a:pPr lvl="1"/>
            <a:r>
              <a:rPr lang="zh-CN" altLang="en-US">
                <a:sym typeface="+mn-ea"/>
              </a:rPr>
              <a:t>第</a:t>
            </a:r>
            <a:r>
              <a:rPr lang="zh-CN" altLang="en-US"/>
              <a:t>二级</a:t>
            </a:r>
          </a:p>
          <a:p>
            <a:pPr lvl="2"/>
            <a:r>
              <a:rPr lang="zh-CN" altLang="en-US">
                <a:sym typeface="+mn-ea"/>
              </a:rPr>
              <a:t>第</a:t>
            </a:r>
            <a:r>
              <a:rPr lang="zh-CN" altLang="en-US"/>
              <a:t>三级</a:t>
            </a:r>
          </a:p>
          <a:p>
            <a:pPr lvl="3"/>
            <a:r>
              <a:rPr lang="zh-CN" altLang="en-US">
                <a:sym typeface="+mn-ea"/>
              </a:rPr>
              <a:t>第</a:t>
            </a:r>
            <a:r>
              <a:rPr lang="zh-CN" altLang="en-US"/>
              <a:t>四级</a:t>
            </a:r>
          </a:p>
          <a:p>
            <a:pPr lvl="4"/>
            <a:r>
              <a:rPr lang="zh-CN" altLang="en-US">
                <a:sym typeface="+mn-ea"/>
              </a:rPr>
              <a:t>第</a:t>
            </a:r>
            <a:r>
              <a:rPr lang="zh-CN" altLang="en-US"/>
              <a:t>五级</a:t>
            </a:r>
          </a:p>
        </p:txBody>
      </p:sp>
      <p:sp>
        <p:nvSpPr>
          <p:cNvPr id="5" name="日期占位符 4"/>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t>2026/4/5</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839788" y="360000"/>
            <a:ext cx="10515600" cy="864000"/>
          </a:xfrm>
        </p:spPr>
        <p:txBody>
          <a:bodyPr vert="horz" wrap="square" lIns="0" tIns="0" rIns="0" bIns="0" rtlCol="0" anchor="b">
            <a:normAutofit/>
          </a:bodyPr>
          <a:lstStyle>
            <a:lvl1pPr>
              <a:defRPr lang="zh-CN" altLang="en-US"/>
            </a:lvl1p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9596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单击此处编辑母版标题样式</a:t>
            </a:r>
          </a:p>
        </p:txBody>
      </p:sp>
      <p:sp>
        <p:nvSpPr>
          <p:cNvPr id="4" name="内容占位符 3"/>
          <p:cNvSpPr>
            <a:spLocks noGrp="1"/>
          </p:cNvSpPr>
          <p:nvPr>
            <p:ph sz="half" idx="2"/>
            <p:custDataLst>
              <p:tags r:id="rId3"/>
            </p:custDataLst>
          </p:nvPr>
        </p:nvSpPr>
        <p:spPr>
          <a:xfrm>
            <a:off x="695960" y="1875099"/>
            <a:ext cx="5323840" cy="4300276"/>
          </a:xfrm>
        </p:spPr>
        <p:txBody>
          <a:bodyPr wrap="square">
            <a:normAutofit/>
          </a:bodyPr>
          <a:lstStyle>
            <a:lvl1pPr>
              <a:defRPr sz="2200"/>
            </a:lvl1pPr>
          </a:lstStyle>
          <a:p>
            <a:pPr lvl="0"/>
            <a:r>
              <a:rPr lang="zh-CN" altLang="en-US"/>
              <a:t>单击此处编辑母版文本样式</a:t>
            </a:r>
          </a:p>
          <a:p>
            <a:pPr lvl="1"/>
            <a:r>
              <a:rPr lang="zh-CN" altLang="en-US">
                <a:sym typeface="+mn-ea"/>
              </a:rPr>
              <a:t>第</a:t>
            </a:r>
            <a:r>
              <a:rPr lang="zh-CN" altLang="en-US"/>
              <a:t>二级</a:t>
            </a:r>
          </a:p>
          <a:p>
            <a:pPr lvl="2"/>
            <a:r>
              <a:rPr lang="zh-CN" altLang="en-US">
                <a:sym typeface="+mn-ea"/>
              </a:rPr>
              <a:t>第</a:t>
            </a:r>
            <a:r>
              <a:rPr lang="zh-CN" altLang="en-US"/>
              <a:t>三级</a:t>
            </a:r>
          </a:p>
          <a:p>
            <a:pPr lvl="3"/>
            <a:r>
              <a:rPr lang="zh-CN" altLang="en-US">
                <a:sym typeface="+mn-ea"/>
              </a:rPr>
              <a:t>第</a:t>
            </a:r>
            <a:r>
              <a:rPr lang="zh-CN" altLang="en-US"/>
              <a:t>四级</a:t>
            </a:r>
          </a:p>
          <a:p>
            <a:pPr lvl="4"/>
            <a:r>
              <a:rPr lang="zh-CN" altLang="en-US">
                <a:sym typeface="+mn-ea"/>
              </a:rPr>
              <a:t>第</a:t>
            </a:r>
            <a:r>
              <a:rPr lang="zh-CN" altLang="en-US"/>
              <a:t>五级</a:t>
            </a:r>
          </a:p>
        </p:txBody>
      </p:sp>
      <p:sp>
        <p:nvSpPr>
          <p:cNvPr id="5" name="文本占位符 4"/>
          <p:cNvSpPr>
            <a:spLocks noGrp="1"/>
          </p:cNvSpPr>
          <p:nvPr>
            <p:ph type="body" sz="quarter" idx="3" hasCustomPrompt="1"/>
            <p:custDataLst>
              <p:tags r:id="rId4"/>
            </p:custDataLst>
          </p:nvPr>
        </p:nvSpPr>
        <p:spPr>
          <a:xfrm>
            <a:off x="617220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单击此处编辑母版标题样式</a:t>
            </a:r>
          </a:p>
        </p:txBody>
      </p:sp>
      <p:sp>
        <p:nvSpPr>
          <p:cNvPr id="6" name="内容占位符 5"/>
          <p:cNvSpPr>
            <a:spLocks noGrp="1"/>
          </p:cNvSpPr>
          <p:nvPr>
            <p:ph sz="quarter" idx="4"/>
            <p:custDataLst>
              <p:tags r:id="rId5"/>
            </p:custDataLst>
          </p:nvPr>
        </p:nvSpPr>
        <p:spPr>
          <a:xfrm>
            <a:off x="6172200" y="1875099"/>
            <a:ext cx="5323840" cy="4300276"/>
          </a:xfrm>
        </p:spPr>
        <p:txBody>
          <a:bodyPr wrap="square">
            <a:normAutofit/>
          </a:bodyPr>
          <a:lstStyle>
            <a:lvl1pPr>
              <a:defRPr sz="2200"/>
            </a:lvl1pPr>
          </a:lstStyle>
          <a:p>
            <a:pPr lvl="0"/>
            <a:r>
              <a:rPr lang="zh-CN" altLang="en-US"/>
              <a:t>单击此处编辑母版文本样式</a:t>
            </a:r>
          </a:p>
          <a:p>
            <a:pPr lvl="1"/>
            <a:r>
              <a:rPr lang="zh-CN" altLang="en-US">
                <a:sym typeface="+mn-ea"/>
              </a:rPr>
              <a:t>第</a:t>
            </a:r>
            <a:r>
              <a:rPr lang="zh-CN" altLang="en-US"/>
              <a:t>二级</a:t>
            </a:r>
          </a:p>
          <a:p>
            <a:pPr lvl="2"/>
            <a:r>
              <a:rPr lang="zh-CN" altLang="en-US">
                <a:sym typeface="+mn-ea"/>
              </a:rPr>
              <a:t>第</a:t>
            </a:r>
            <a:r>
              <a:rPr lang="zh-CN" altLang="en-US"/>
              <a:t>三级</a:t>
            </a:r>
          </a:p>
          <a:p>
            <a:pPr lvl="3"/>
            <a:r>
              <a:rPr lang="zh-CN" altLang="en-US">
                <a:sym typeface="+mn-ea"/>
              </a:rPr>
              <a:t>第</a:t>
            </a:r>
            <a:r>
              <a:rPr lang="zh-CN" altLang="en-US"/>
              <a:t>四级</a:t>
            </a:r>
          </a:p>
          <a:p>
            <a:pPr lvl="4"/>
            <a:r>
              <a:rPr lang="zh-CN" altLang="en-US">
                <a:sym typeface="+mn-ea"/>
              </a:rPr>
              <a:t>第</a:t>
            </a:r>
            <a:r>
              <a:rPr lang="zh-CN" altLang="en-US"/>
              <a:t>五级</a:t>
            </a:r>
          </a:p>
        </p:txBody>
      </p:sp>
      <p:sp>
        <p:nvSpPr>
          <p:cNvPr id="7" name="日期占位符 6"/>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t>2026/4/5</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wrap="square">
            <a:normAutofit/>
          </a:bodyPr>
          <a:lstStyle/>
          <a:p>
            <a:r>
              <a:rPr lang="zh-CN" altLang="en-US"/>
              <a:t>单击此处编辑母版标题样式</a:t>
            </a:r>
          </a:p>
        </p:txBody>
      </p:sp>
      <p:sp>
        <p:nvSpPr>
          <p:cNvPr id="3" name="日期占位符 2"/>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t>2026/4/5</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wrap="square">
            <a:normAutofit/>
          </a:bodyPr>
          <a:lstStyle/>
          <a:p>
            <a:fld id="{5592522B-0F24-4480-B9DD-A9474A6880D6}" type="datetimeFigureOut">
              <a:rPr lang="zh-CN" altLang="en-US" smtClean="0"/>
              <a:t>2026/4/5</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1"/>
            </p:custDataLst>
          </p:nvPr>
        </p:nvSpPr>
        <p:spPr>
          <a:xfrm>
            <a:off x="695960" y="360045"/>
            <a:ext cx="10801985" cy="5817870"/>
          </a:xfrm>
        </p:spPr>
        <p:txBody>
          <a:bodyPr wrap="square">
            <a:normAutofit/>
          </a:bodyPr>
          <a:lstStyle/>
          <a:p>
            <a:pPr lvl="0"/>
            <a:r>
              <a:rPr lang="zh-CN" altLang="en-US"/>
              <a:t>单击此处编辑母版文本样式</a:t>
            </a:r>
          </a:p>
          <a:p>
            <a:pPr lvl="1"/>
            <a:r>
              <a:rPr lang="zh-CN" altLang="en-US">
                <a:sym typeface="+mn-ea"/>
              </a:rPr>
              <a:t>第</a:t>
            </a:r>
            <a:r>
              <a:rPr lang="zh-CN" altLang="en-US"/>
              <a:t>二级</a:t>
            </a:r>
          </a:p>
          <a:p>
            <a:pPr lvl="2"/>
            <a:r>
              <a:rPr lang="zh-CN" altLang="en-US">
                <a:sym typeface="+mn-ea"/>
              </a:rPr>
              <a:t>第</a:t>
            </a:r>
            <a:r>
              <a:rPr lang="zh-CN" altLang="en-US"/>
              <a:t>三级</a:t>
            </a:r>
          </a:p>
          <a:p>
            <a:pPr lvl="3"/>
            <a:r>
              <a:rPr lang="zh-CN" altLang="en-US">
                <a:sym typeface="+mn-ea"/>
              </a:rPr>
              <a:t>第</a:t>
            </a:r>
            <a:r>
              <a:rPr lang="zh-CN" altLang="en-US"/>
              <a:t>四级</a:t>
            </a:r>
          </a:p>
          <a:p>
            <a:pPr lvl="4"/>
            <a:r>
              <a:rPr lang="zh-CN" altLang="en-US">
                <a:sym typeface="+mn-ea"/>
              </a:rPr>
              <a:t>第</a:t>
            </a:r>
            <a:r>
              <a:rPr lang="zh-CN" altLang="en-US"/>
              <a:t>五级</a:t>
            </a:r>
          </a:p>
        </p:txBody>
      </p:sp>
      <p:sp>
        <p:nvSpPr>
          <p:cNvPr id="4" name="日期占位符 2"/>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t>2026/4/5</a:t>
            </a:fld>
            <a:endParaRPr lang="zh-CN" altLang="en-US"/>
          </a:p>
        </p:txBody>
      </p:sp>
      <p:sp>
        <p:nvSpPr>
          <p:cNvPr id="5" name="页脚占位符 3"/>
          <p:cNvSpPr>
            <a:spLocks noGrp="1"/>
          </p:cNvSpPr>
          <p:nvPr>
            <p:ph type="ftr" sz="quarter" idx="11"/>
            <p:custDataLst>
              <p:tags r:id="rId3"/>
            </p:custDataLst>
          </p:nvPr>
        </p:nvSpPr>
        <p:spPr/>
        <p:txBody>
          <a:bodyPr/>
          <a:lstStyle/>
          <a:p>
            <a:endParaRPr lang="zh-CN" altLang="en-US"/>
          </a:p>
        </p:txBody>
      </p:sp>
      <p:sp>
        <p:nvSpPr>
          <p:cNvPr id="6" name="灯片编号占位符 4"/>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839788" y="360000"/>
            <a:ext cx="10515600" cy="864000"/>
          </a:xfrm>
        </p:spPr>
        <p:txBody>
          <a:bodyPr wrap="square">
            <a:normAutofit/>
          </a:bodyPr>
          <a:lstStyle/>
          <a:p>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95960" y="1301750"/>
            <a:ext cx="10799088" cy="405553"/>
          </a:xfrm>
        </p:spPr>
        <p:txBody>
          <a:bodyPr wrap="square" anchor="t">
            <a:norm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a:t>单击此处编辑副标题</a:t>
            </a:r>
          </a:p>
        </p:txBody>
      </p:sp>
      <p:sp>
        <p:nvSpPr>
          <p:cNvPr id="7"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t>2026/4/5</a:t>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9"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7" name="矩形 6"/>
          <p:cNvSpPr/>
          <p:nvPr userDrawn="1">
            <p:custDataLst>
              <p:tags r:id="rId1"/>
            </p:custDataLst>
          </p:nvPr>
        </p:nvSpPr>
        <p:spPr>
          <a:xfrm>
            <a:off x="0" y="0"/>
            <a:ext cx="12192000" cy="6858000"/>
          </a:xfrm>
          <a:prstGeom prst="rect">
            <a:avLst/>
          </a:prstGeom>
          <a:gradFill flip="none" rotWithShape="1">
            <a:gsLst>
              <a:gs pos="0">
                <a:schemeClr val="bg1"/>
              </a:gs>
              <a:gs pos="100000">
                <a:schemeClr val="bg2">
                  <a:lumMod val="90000"/>
                </a:schemeClr>
              </a:gs>
              <a:gs pos="55000">
                <a:schemeClr val="bg2"/>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形状 17"/>
          <p:cNvSpPr/>
          <p:nvPr userDrawn="1">
            <p:custDataLst>
              <p:tags r:id="rId2"/>
            </p:custDataLst>
          </p:nvPr>
        </p:nvSpPr>
        <p:spPr>
          <a:xfrm>
            <a:off x="7933082" y="5776912"/>
            <a:ext cx="3585818" cy="1081087"/>
          </a:xfrm>
          <a:custGeom>
            <a:avLst/>
            <a:gdLst>
              <a:gd name="connsiteX0" fmla="*/ 2179079 w 4341841"/>
              <a:gd name="connsiteY0" fmla="*/ 0 h 1309020"/>
              <a:gd name="connsiteX1" fmla="*/ 4226329 w 4341841"/>
              <a:gd name="connsiteY1" fmla="*/ 1088515 h 1309020"/>
              <a:gd name="connsiteX2" fmla="*/ 4341841 w 4341841"/>
              <a:gd name="connsiteY2" fmla="*/ 1278653 h 1309020"/>
              <a:gd name="connsiteX3" fmla="*/ 4341841 w 4341841"/>
              <a:gd name="connsiteY3" fmla="*/ 1309020 h 1309020"/>
              <a:gd name="connsiteX4" fmla="*/ 0 w 4341841"/>
              <a:gd name="connsiteY4" fmla="*/ 1309020 h 1309020"/>
              <a:gd name="connsiteX5" fmla="*/ 8163 w 4341841"/>
              <a:gd name="connsiteY5" fmla="*/ 1292076 h 1309020"/>
              <a:gd name="connsiteX6" fmla="*/ 2179079 w 4341841"/>
              <a:gd name="connsiteY6" fmla="*/ 0 h 1309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41841" h="1309020">
                <a:moveTo>
                  <a:pt x="2179079" y="0"/>
                </a:moveTo>
                <a:cubicBezTo>
                  <a:pt x="3031288" y="0"/>
                  <a:pt x="3782650" y="431783"/>
                  <a:pt x="4226329" y="1088515"/>
                </a:cubicBezTo>
                <a:lnTo>
                  <a:pt x="4341841" y="1278653"/>
                </a:lnTo>
                <a:lnTo>
                  <a:pt x="4341841" y="1309020"/>
                </a:lnTo>
                <a:lnTo>
                  <a:pt x="0" y="1309020"/>
                </a:lnTo>
                <a:lnTo>
                  <a:pt x="8163" y="1292076"/>
                </a:lnTo>
                <a:cubicBezTo>
                  <a:pt x="426245" y="522458"/>
                  <a:pt x="1241649" y="0"/>
                  <a:pt x="2179079" y="0"/>
                </a:cubicBezTo>
                <a:close/>
              </a:path>
            </a:pathLst>
          </a:custGeom>
          <a:gradFill flip="none" rotWithShape="1">
            <a:gsLst>
              <a:gs pos="22000">
                <a:schemeClr val="accent1">
                  <a:lumMod val="60000"/>
                  <a:lumOff val="40000"/>
                </a:schemeClr>
              </a:gs>
              <a:gs pos="100000">
                <a:schemeClr val="accent1">
                  <a:lumMod val="20000"/>
                  <a:lumOff val="80000"/>
                  <a:alpha val="0"/>
                </a:schemeClr>
              </a:gs>
            </a:gsLst>
            <a:lin ang="108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0" name="任意多边形: 形状 19"/>
          <p:cNvSpPr/>
          <p:nvPr userDrawn="1">
            <p:custDataLst>
              <p:tags r:id="rId3"/>
            </p:custDataLst>
          </p:nvPr>
        </p:nvSpPr>
        <p:spPr>
          <a:xfrm>
            <a:off x="6946608" y="5568399"/>
            <a:ext cx="1972948" cy="498232"/>
          </a:xfrm>
          <a:custGeom>
            <a:avLst/>
            <a:gdLst>
              <a:gd name="connsiteX0" fmla="*/ 1084022 w 1108530"/>
              <a:gd name="connsiteY0" fmla="*/ 230923 h 279939"/>
              <a:gd name="connsiteX1" fmla="*/ 1108530 w 1108530"/>
              <a:gd name="connsiteY1" fmla="*/ 255431 h 279939"/>
              <a:gd name="connsiteX2" fmla="*/ 1084022 w 1108530"/>
              <a:gd name="connsiteY2" fmla="*/ 279939 h 279939"/>
              <a:gd name="connsiteX3" fmla="*/ 1059514 w 1108530"/>
              <a:gd name="connsiteY3" fmla="*/ 255431 h 279939"/>
              <a:gd name="connsiteX4" fmla="*/ 1084022 w 1108530"/>
              <a:gd name="connsiteY4" fmla="*/ 230923 h 279939"/>
              <a:gd name="connsiteX5" fmla="*/ 965591 w 1108530"/>
              <a:gd name="connsiteY5" fmla="*/ 230923 h 279939"/>
              <a:gd name="connsiteX6" fmla="*/ 990099 w 1108530"/>
              <a:gd name="connsiteY6" fmla="*/ 255431 h 279939"/>
              <a:gd name="connsiteX7" fmla="*/ 965591 w 1108530"/>
              <a:gd name="connsiteY7" fmla="*/ 279939 h 279939"/>
              <a:gd name="connsiteX8" fmla="*/ 941082 w 1108530"/>
              <a:gd name="connsiteY8" fmla="*/ 255431 h 279939"/>
              <a:gd name="connsiteX9" fmla="*/ 965591 w 1108530"/>
              <a:gd name="connsiteY9" fmla="*/ 230923 h 279939"/>
              <a:gd name="connsiteX10" fmla="*/ 847159 w 1108530"/>
              <a:gd name="connsiteY10" fmla="*/ 230923 h 279939"/>
              <a:gd name="connsiteX11" fmla="*/ 871667 w 1108530"/>
              <a:gd name="connsiteY11" fmla="*/ 255431 h 279939"/>
              <a:gd name="connsiteX12" fmla="*/ 847159 w 1108530"/>
              <a:gd name="connsiteY12" fmla="*/ 279939 h 279939"/>
              <a:gd name="connsiteX13" fmla="*/ 822651 w 1108530"/>
              <a:gd name="connsiteY13" fmla="*/ 255431 h 279939"/>
              <a:gd name="connsiteX14" fmla="*/ 847159 w 1108530"/>
              <a:gd name="connsiteY14" fmla="*/ 230923 h 279939"/>
              <a:gd name="connsiteX15" fmla="*/ 728727 w 1108530"/>
              <a:gd name="connsiteY15" fmla="*/ 230923 h 279939"/>
              <a:gd name="connsiteX16" fmla="*/ 753235 w 1108530"/>
              <a:gd name="connsiteY16" fmla="*/ 255431 h 279939"/>
              <a:gd name="connsiteX17" fmla="*/ 728727 w 1108530"/>
              <a:gd name="connsiteY17" fmla="*/ 279939 h 279939"/>
              <a:gd name="connsiteX18" fmla="*/ 704219 w 1108530"/>
              <a:gd name="connsiteY18" fmla="*/ 255431 h 279939"/>
              <a:gd name="connsiteX19" fmla="*/ 728727 w 1108530"/>
              <a:gd name="connsiteY19" fmla="*/ 230923 h 279939"/>
              <a:gd name="connsiteX20" fmla="*/ 610295 w 1108530"/>
              <a:gd name="connsiteY20" fmla="*/ 230923 h 279939"/>
              <a:gd name="connsiteX21" fmla="*/ 634803 w 1108530"/>
              <a:gd name="connsiteY21" fmla="*/ 255431 h 279939"/>
              <a:gd name="connsiteX22" fmla="*/ 610295 w 1108530"/>
              <a:gd name="connsiteY22" fmla="*/ 279939 h 279939"/>
              <a:gd name="connsiteX23" fmla="*/ 585787 w 1108530"/>
              <a:gd name="connsiteY23" fmla="*/ 255431 h 279939"/>
              <a:gd name="connsiteX24" fmla="*/ 610295 w 1108530"/>
              <a:gd name="connsiteY24" fmla="*/ 230923 h 279939"/>
              <a:gd name="connsiteX25" fmla="*/ 498235 w 1108530"/>
              <a:gd name="connsiteY25" fmla="*/ 230923 h 279939"/>
              <a:gd name="connsiteX26" fmla="*/ 522743 w 1108530"/>
              <a:gd name="connsiteY26" fmla="*/ 255431 h 279939"/>
              <a:gd name="connsiteX27" fmla="*/ 498235 w 1108530"/>
              <a:gd name="connsiteY27" fmla="*/ 279939 h 279939"/>
              <a:gd name="connsiteX28" fmla="*/ 473727 w 1108530"/>
              <a:gd name="connsiteY28" fmla="*/ 255431 h 279939"/>
              <a:gd name="connsiteX29" fmla="*/ 498235 w 1108530"/>
              <a:gd name="connsiteY29" fmla="*/ 230923 h 279939"/>
              <a:gd name="connsiteX30" fmla="*/ 379803 w 1108530"/>
              <a:gd name="connsiteY30" fmla="*/ 230923 h 279939"/>
              <a:gd name="connsiteX31" fmla="*/ 404311 w 1108530"/>
              <a:gd name="connsiteY31" fmla="*/ 255431 h 279939"/>
              <a:gd name="connsiteX32" fmla="*/ 379803 w 1108530"/>
              <a:gd name="connsiteY32" fmla="*/ 279939 h 279939"/>
              <a:gd name="connsiteX33" fmla="*/ 355295 w 1108530"/>
              <a:gd name="connsiteY33" fmla="*/ 255431 h 279939"/>
              <a:gd name="connsiteX34" fmla="*/ 379803 w 1108530"/>
              <a:gd name="connsiteY34" fmla="*/ 230923 h 279939"/>
              <a:gd name="connsiteX35" fmla="*/ 261372 w 1108530"/>
              <a:gd name="connsiteY35" fmla="*/ 230923 h 279939"/>
              <a:gd name="connsiteX36" fmla="*/ 285880 w 1108530"/>
              <a:gd name="connsiteY36" fmla="*/ 255431 h 279939"/>
              <a:gd name="connsiteX37" fmla="*/ 261372 w 1108530"/>
              <a:gd name="connsiteY37" fmla="*/ 279939 h 279939"/>
              <a:gd name="connsiteX38" fmla="*/ 236863 w 1108530"/>
              <a:gd name="connsiteY38" fmla="*/ 255431 h 279939"/>
              <a:gd name="connsiteX39" fmla="*/ 261372 w 1108530"/>
              <a:gd name="connsiteY39" fmla="*/ 230923 h 279939"/>
              <a:gd name="connsiteX40" fmla="*/ 142940 w 1108530"/>
              <a:gd name="connsiteY40" fmla="*/ 230923 h 279939"/>
              <a:gd name="connsiteX41" fmla="*/ 167448 w 1108530"/>
              <a:gd name="connsiteY41" fmla="*/ 255431 h 279939"/>
              <a:gd name="connsiteX42" fmla="*/ 142940 w 1108530"/>
              <a:gd name="connsiteY42" fmla="*/ 279939 h 279939"/>
              <a:gd name="connsiteX43" fmla="*/ 118432 w 1108530"/>
              <a:gd name="connsiteY43" fmla="*/ 255431 h 279939"/>
              <a:gd name="connsiteX44" fmla="*/ 142940 w 1108530"/>
              <a:gd name="connsiteY44" fmla="*/ 230923 h 279939"/>
              <a:gd name="connsiteX45" fmla="*/ 24508 w 1108530"/>
              <a:gd name="connsiteY45" fmla="*/ 230923 h 279939"/>
              <a:gd name="connsiteX46" fmla="*/ 49016 w 1108530"/>
              <a:gd name="connsiteY46" fmla="*/ 255431 h 279939"/>
              <a:gd name="connsiteX47" fmla="*/ 24508 w 1108530"/>
              <a:gd name="connsiteY47" fmla="*/ 279939 h 279939"/>
              <a:gd name="connsiteX48" fmla="*/ 0 w 1108530"/>
              <a:gd name="connsiteY48" fmla="*/ 255431 h 279939"/>
              <a:gd name="connsiteX49" fmla="*/ 24508 w 1108530"/>
              <a:gd name="connsiteY49" fmla="*/ 230923 h 279939"/>
              <a:gd name="connsiteX50" fmla="*/ 1084022 w 1108530"/>
              <a:gd name="connsiteY50" fmla="*/ 115462 h 279939"/>
              <a:gd name="connsiteX51" fmla="*/ 1108530 w 1108530"/>
              <a:gd name="connsiteY51" fmla="*/ 139970 h 279939"/>
              <a:gd name="connsiteX52" fmla="*/ 1084022 w 1108530"/>
              <a:gd name="connsiteY52" fmla="*/ 164478 h 279939"/>
              <a:gd name="connsiteX53" fmla="*/ 1059514 w 1108530"/>
              <a:gd name="connsiteY53" fmla="*/ 139970 h 279939"/>
              <a:gd name="connsiteX54" fmla="*/ 1084022 w 1108530"/>
              <a:gd name="connsiteY54" fmla="*/ 115462 h 279939"/>
              <a:gd name="connsiteX55" fmla="*/ 965591 w 1108530"/>
              <a:gd name="connsiteY55" fmla="*/ 115462 h 279939"/>
              <a:gd name="connsiteX56" fmla="*/ 990099 w 1108530"/>
              <a:gd name="connsiteY56" fmla="*/ 139970 h 279939"/>
              <a:gd name="connsiteX57" fmla="*/ 965591 w 1108530"/>
              <a:gd name="connsiteY57" fmla="*/ 164478 h 279939"/>
              <a:gd name="connsiteX58" fmla="*/ 941082 w 1108530"/>
              <a:gd name="connsiteY58" fmla="*/ 139970 h 279939"/>
              <a:gd name="connsiteX59" fmla="*/ 965591 w 1108530"/>
              <a:gd name="connsiteY59" fmla="*/ 115462 h 279939"/>
              <a:gd name="connsiteX60" fmla="*/ 847159 w 1108530"/>
              <a:gd name="connsiteY60" fmla="*/ 115462 h 279939"/>
              <a:gd name="connsiteX61" fmla="*/ 871667 w 1108530"/>
              <a:gd name="connsiteY61" fmla="*/ 139970 h 279939"/>
              <a:gd name="connsiteX62" fmla="*/ 847159 w 1108530"/>
              <a:gd name="connsiteY62" fmla="*/ 164478 h 279939"/>
              <a:gd name="connsiteX63" fmla="*/ 822651 w 1108530"/>
              <a:gd name="connsiteY63" fmla="*/ 139970 h 279939"/>
              <a:gd name="connsiteX64" fmla="*/ 847159 w 1108530"/>
              <a:gd name="connsiteY64" fmla="*/ 115462 h 279939"/>
              <a:gd name="connsiteX65" fmla="*/ 728727 w 1108530"/>
              <a:gd name="connsiteY65" fmla="*/ 115462 h 279939"/>
              <a:gd name="connsiteX66" fmla="*/ 753235 w 1108530"/>
              <a:gd name="connsiteY66" fmla="*/ 139970 h 279939"/>
              <a:gd name="connsiteX67" fmla="*/ 728727 w 1108530"/>
              <a:gd name="connsiteY67" fmla="*/ 164478 h 279939"/>
              <a:gd name="connsiteX68" fmla="*/ 704219 w 1108530"/>
              <a:gd name="connsiteY68" fmla="*/ 139970 h 279939"/>
              <a:gd name="connsiteX69" fmla="*/ 728727 w 1108530"/>
              <a:gd name="connsiteY69" fmla="*/ 115462 h 279939"/>
              <a:gd name="connsiteX70" fmla="*/ 610295 w 1108530"/>
              <a:gd name="connsiteY70" fmla="*/ 115462 h 279939"/>
              <a:gd name="connsiteX71" fmla="*/ 634803 w 1108530"/>
              <a:gd name="connsiteY71" fmla="*/ 139970 h 279939"/>
              <a:gd name="connsiteX72" fmla="*/ 610295 w 1108530"/>
              <a:gd name="connsiteY72" fmla="*/ 164478 h 279939"/>
              <a:gd name="connsiteX73" fmla="*/ 585787 w 1108530"/>
              <a:gd name="connsiteY73" fmla="*/ 139970 h 279939"/>
              <a:gd name="connsiteX74" fmla="*/ 610295 w 1108530"/>
              <a:gd name="connsiteY74" fmla="*/ 115462 h 279939"/>
              <a:gd name="connsiteX75" fmla="*/ 498235 w 1108530"/>
              <a:gd name="connsiteY75" fmla="*/ 115462 h 279939"/>
              <a:gd name="connsiteX76" fmla="*/ 522743 w 1108530"/>
              <a:gd name="connsiteY76" fmla="*/ 139970 h 279939"/>
              <a:gd name="connsiteX77" fmla="*/ 498235 w 1108530"/>
              <a:gd name="connsiteY77" fmla="*/ 164478 h 279939"/>
              <a:gd name="connsiteX78" fmla="*/ 473727 w 1108530"/>
              <a:gd name="connsiteY78" fmla="*/ 139970 h 279939"/>
              <a:gd name="connsiteX79" fmla="*/ 498235 w 1108530"/>
              <a:gd name="connsiteY79" fmla="*/ 115462 h 279939"/>
              <a:gd name="connsiteX80" fmla="*/ 379803 w 1108530"/>
              <a:gd name="connsiteY80" fmla="*/ 115462 h 279939"/>
              <a:gd name="connsiteX81" fmla="*/ 404311 w 1108530"/>
              <a:gd name="connsiteY81" fmla="*/ 139970 h 279939"/>
              <a:gd name="connsiteX82" fmla="*/ 379803 w 1108530"/>
              <a:gd name="connsiteY82" fmla="*/ 164478 h 279939"/>
              <a:gd name="connsiteX83" fmla="*/ 355295 w 1108530"/>
              <a:gd name="connsiteY83" fmla="*/ 139970 h 279939"/>
              <a:gd name="connsiteX84" fmla="*/ 379803 w 1108530"/>
              <a:gd name="connsiteY84" fmla="*/ 115462 h 279939"/>
              <a:gd name="connsiteX85" fmla="*/ 261372 w 1108530"/>
              <a:gd name="connsiteY85" fmla="*/ 115462 h 279939"/>
              <a:gd name="connsiteX86" fmla="*/ 285880 w 1108530"/>
              <a:gd name="connsiteY86" fmla="*/ 139970 h 279939"/>
              <a:gd name="connsiteX87" fmla="*/ 261372 w 1108530"/>
              <a:gd name="connsiteY87" fmla="*/ 164478 h 279939"/>
              <a:gd name="connsiteX88" fmla="*/ 236863 w 1108530"/>
              <a:gd name="connsiteY88" fmla="*/ 139970 h 279939"/>
              <a:gd name="connsiteX89" fmla="*/ 261372 w 1108530"/>
              <a:gd name="connsiteY89" fmla="*/ 115462 h 279939"/>
              <a:gd name="connsiteX90" fmla="*/ 142940 w 1108530"/>
              <a:gd name="connsiteY90" fmla="*/ 115462 h 279939"/>
              <a:gd name="connsiteX91" fmla="*/ 167448 w 1108530"/>
              <a:gd name="connsiteY91" fmla="*/ 139970 h 279939"/>
              <a:gd name="connsiteX92" fmla="*/ 142940 w 1108530"/>
              <a:gd name="connsiteY92" fmla="*/ 164478 h 279939"/>
              <a:gd name="connsiteX93" fmla="*/ 118432 w 1108530"/>
              <a:gd name="connsiteY93" fmla="*/ 139970 h 279939"/>
              <a:gd name="connsiteX94" fmla="*/ 142940 w 1108530"/>
              <a:gd name="connsiteY94" fmla="*/ 115462 h 279939"/>
              <a:gd name="connsiteX95" fmla="*/ 24508 w 1108530"/>
              <a:gd name="connsiteY95" fmla="*/ 115462 h 279939"/>
              <a:gd name="connsiteX96" fmla="*/ 49016 w 1108530"/>
              <a:gd name="connsiteY96" fmla="*/ 139970 h 279939"/>
              <a:gd name="connsiteX97" fmla="*/ 24508 w 1108530"/>
              <a:gd name="connsiteY97" fmla="*/ 164478 h 279939"/>
              <a:gd name="connsiteX98" fmla="*/ 0 w 1108530"/>
              <a:gd name="connsiteY98" fmla="*/ 139970 h 279939"/>
              <a:gd name="connsiteX99" fmla="*/ 24508 w 1108530"/>
              <a:gd name="connsiteY99" fmla="*/ 115462 h 279939"/>
              <a:gd name="connsiteX100" fmla="*/ 1084022 w 1108530"/>
              <a:gd name="connsiteY100" fmla="*/ 0 h 279939"/>
              <a:gd name="connsiteX101" fmla="*/ 1108530 w 1108530"/>
              <a:gd name="connsiteY101" fmla="*/ 24508 h 279939"/>
              <a:gd name="connsiteX102" fmla="*/ 1084022 w 1108530"/>
              <a:gd name="connsiteY102" fmla="*/ 49016 h 279939"/>
              <a:gd name="connsiteX103" fmla="*/ 1059514 w 1108530"/>
              <a:gd name="connsiteY103" fmla="*/ 24508 h 279939"/>
              <a:gd name="connsiteX104" fmla="*/ 1084022 w 1108530"/>
              <a:gd name="connsiteY104" fmla="*/ 0 h 279939"/>
              <a:gd name="connsiteX105" fmla="*/ 965591 w 1108530"/>
              <a:gd name="connsiteY105" fmla="*/ 0 h 279939"/>
              <a:gd name="connsiteX106" fmla="*/ 990099 w 1108530"/>
              <a:gd name="connsiteY106" fmla="*/ 24508 h 279939"/>
              <a:gd name="connsiteX107" fmla="*/ 965591 w 1108530"/>
              <a:gd name="connsiteY107" fmla="*/ 49016 h 279939"/>
              <a:gd name="connsiteX108" fmla="*/ 941082 w 1108530"/>
              <a:gd name="connsiteY108" fmla="*/ 24508 h 279939"/>
              <a:gd name="connsiteX109" fmla="*/ 965591 w 1108530"/>
              <a:gd name="connsiteY109" fmla="*/ 0 h 279939"/>
              <a:gd name="connsiteX110" fmla="*/ 847159 w 1108530"/>
              <a:gd name="connsiteY110" fmla="*/ 0 h 279939"/>
              <a:gd name="connsiteX111" fmla="*/ 871667 w 1108530"/>
              <a:gd name="connsiteY111" fmla="*/ 24508 h 279939"/>
              <a:gd name="connsiteX112" fmla="*/ 847159 w 1108530"/>
              <a:gd name="connsiteY112" fmla="*/ 49016 h 279939"/>
              <a:gd name="connsiteX113" fmla="*/ 822651 w 1108530"/>
              <a:gd name="connsiteY113" fmla="*/ 24508 h 279939"/>
              <a:gd name="connsiteX114" fmla="*/ 847159 w 1108530"/>
              <a:gd name="connsiteY114" fmla="*/ 0 h 279939"/>
              <a:gd name="connsiteX115" fmla="*/ 728727 w 1108530"/>
              <a:gd name="connsiteY115" fmla="*/ 0 h 279939"/>
              <a:gd name="connsiteX116" fmla="*/ 753235 w 1108530"/>
              <a:gd name="connsiteY116" fmla="*/ 24508 h 279939"/>
              <a:gd name="connsiteX117" fmla="*/ 728727 w 1108530"/>
              <a:gd name="connsiteY117" fmla="*/ 49016 h 279939"/>
              <a:gd name="connsiteX118" fmla="*/ 704219 w 1108530"/>
              <a:gd name="connsiteY118" fmla="*/ 24508 h 279939"/>
              <a:gd name="connsiteX119" fmla="*/ 728727 w 1108530"/>
              <a:gd name="connsiteY119" fmla="*/ 0 h 279939"/>
              <a:gd name="connsiteX120" fmla="*/ 610295 w 1108530"/>
              <a:gd name="connsiteY120" fmla="*/ 0 h 279939"/>
              <a:gd name="connsiteX121" fmla="*/ 634803 w 1108530"/>
              <a:gd name="connsiteY121" fmla="*/ 24508 h 279939"/>
              <a:gd name="connsiteX122" fmla="*/ 610295 w 1108530"/>
              <a:gd name="connsiteY122" fmla="*/ 49016 h 279939"/>
              <a:gd name="connsiteX123" fmla="*/ 585787 w 1108530"/>
              <a:gd name="connsiteY123" fmla="*/ 24508 h 279939"/>
              <a:gd name="connsiteX124" fmla="*/ 610295 w 1108530"/>
              <a:gd name="connsiteY124" fmla="*/ 0 h 279939"/>
              <a:gd name="connsiteX125" fmla="*/ 498235 w 1108530"/>
              <a:gd name="connsiteY125" fmla="*/ 0 h 279939"/>
              <a:gd name="connsiteX126" fmla="*/ 522743 w 1108530"/>
              <a:gd name="connsiteY126" fmla="*/ 24508 h 279939"/>
              <a:gd name="connsiteX127" fmla="*/ 498235 w 1108530"/>
              <a:gd name="connsiteY127" fmla="*/ 49016 h 279939"/>
              <a:gd name="connsiteX128" fmla="*/ 473727 w 1108530"/>
              <a:gd name="connsiteY128" fmla="*/ 24508 h 279939"/>
              <a:gd name="connsiteX129" fmla="*/ 498235 w 1108530"/>
              <a:gd name="connsiteY129" fmla="*/ 0 h 279939"/>
              <a:gd name="connsiteX130" fmla="*/ 379803 w 1108530"/>
              <a:gd name="connsiteY130" fmla="*/ 0 h 279939"/>
              <a:gd name="connsiteX131" fmla="*/ 404311 w 1108530"/>
              <a:gd name="connsiteY131" fmla="*/ 24508 h 279939"/>
              <a:gd name="connsiteX132" fmla="*/ 379803 w 1108530"/>
              <a:gd name="connsiteY132" fmla="*/ 49016 h 279939"/>
              <a:gd name="connsiteX133" fmla="*/ 355295 w 1108530"/>
              <a:gd name="connsiteY133" fmla="*/ 24508 h 279939"/>
              <a:gd name="connsiteX134" fmla="*/ 379803 w 1108530"/>
              <a:gd name="connsiteY134" fmla="*/ 0 h 279939"/>
              <a:gd name="connsiteX135" fmla="*/ 261372 w 1108530"/>
              <a:gd name="connsiteY135" fmla="*/ 0 h 279939"/>
              <a:gd name="connsiteX136" fmla="*/ 285880 w 1108530"/>
              <a:gd name="connsiteY136" fmla="*/ 24508 h 279939"/>
              <a:gd name="connsiteX137" fmla="*/ 261372 w 1108530"/>
              <a:gd name="connsiteY137" fmla="*/ 49016 h 279939"/>
              <a:gd name="connsiteX138" fmla="*/ 236863 w 1108530"/>
              <a:gd name="connsiteY138" fmla="*/ 24508 h 279939"/>
              <a:gd name="connsiteX139" fmla="*/ 261372 w 1108530"/>
              <a:gd name="connsiteY139" fmla="*/ 0 h 279939"/>
              <a:gd name="connsiteX140" fmla="*/ 142940 w 1108530"/>
              <a:gd name="connsiteY140" fmla="*/ 0 h 279939"/>
              <a:gd name="connsiteX141" fmla="*/ 167448 w 1108530"/>
              <a:gd name="connsiteY141" fmla="*/ 24508 h 279939"/>
              <a:gd name="connsiteX142" fmla="*/ 142940 w 1108530"/>
              <a:gd name="connsiteY142" fmla="*/ 49016 h 279939"/>
              <a:gd name="connsiteX143" fmla="*/ 118432 w 1108530"/>
              <a:gd name="connsiteY143" fmla="*/ 24508 h 279939"/>
              <a:gd name="connsiteX144" fmla="*/ 142940 w 1108530"/>
              <a:gd name="connsiteY144" fmla="*/ 0 h 279939"/>
              <a:gd name="connsiteX145" fmla="*/ 24508 w 1108530"/>
              <a:gd name="connsiteY145" fmla="*/ 0 h 279939"/>
              <a:gd name="connsiteX146" fmla="*/ 49016 w 1108530"/>
              <a:gd name="connsiteY146" fmla="*/ 24508 h 279939"/>
              <a:gd name="connsiteX147" fmla="*/ 24508 w 1108530"/>
              <a:gd name="connsiteY147" fmla="*/ 49016 h 279939"/>
              <a:gd name="connsiteX148" fmla="*/ 0 w 1108530"/>
              <a:gd name="connsiteY148" fmla="*/ 24508 h 279939"/>
              <a:gd name="connsiteX149" fmla="*/ 24508 w 1108530"/>
              <a:gd name="connsiteY149" fmla="*/ 0 h 279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1108530" h="279939">
                <a:moveTo>
                  <a:pt x="1084022" y="230923"/>
                </a:moveTo>
                <a:cubicBezTo>
                  <a:pt x="1097558" y="230923"/>
                  <a:pt x="1108530" y="241895"/>
                  <a:pt x="1108530" y="255431"/>
                </a:cubicBezTo>
                <a:cubicBezTo>
                  <a:pt x="1108530" y="268967"/>
                  <a:pt x="1097558" y="279939"/>
                  <a:pt x="1084022" y="279939"/>
                </a:cubicBezTo>
                <a:cubicBezTo>
                  <a:pt x="1070486" y="279939"/>
                  <a:pt x="1059514" y="268967"/>
                  <a:pt x="1059514" y="255431"/>
                </a:cubicBezTo>
                <a:cubicBezTo>
                  <a:pt x="1059514" y="241895"/>
                  <a:pt x="1070486" y="230923"/>
                  <a:pt x="1084022" y="230923"/>
                </a:cubicBezTo>
                <a:close/>
                <a:moveTo>
                  <a:pt x="965591" y="230923"/>
                </a:moveTo>
                <a:cubicBezTo>
                  <a:pt x="979126" y="230923"/>
                  <a:pt x="990099" y="241895"/>
                  <a:pt x="990099" y="255431"/>
                </a:cubicBezTo>
                <a:cubicBezTo>
                  <a:pt x="990099" y="268967"/>
                  <a:pt x="979126" y="279939"/>
                  <a:pt x="965591" y="279939"/>
                </a:cubicBezTo>
                <a:cubicBezTo>
                  <a:pt x="952055" y="279939"/>
                  <a:pt x="941082" y="268967"/>
                  <a:pt x="941082" y="255431"/>
                </a:cubicBezTo>
                <a:cubicBezTo>
                  <a:pt x="941082" y="241895"/>
                  <a:pt x="952055" y="230923"/>
                  <a:pt x="965591" y="230923"/>
                </a:cubicBezTo>
                <a:close/>
                <a:moveTo>
                  <a:pt x="847159" y="230923"/>
                </a:moveTo>
                <a:cubicBezTo>
                  <a:pt x="860694" y="230923"/>
                  <a:pt x="871667" y="241895"/>
                  <a:pt x="871667" y="255431"/>
                </a:cubicBezTo>
                <a:cubicBezTo>
                  <a:pt x="871667" y="268967"/>
                  <a:pt x="860694" y="279939"/>
                  <a:pt x="847159" y="279939"/>
                </a:cubicBezTo>
                <a:cubicBezTo>
                  <a:pt x="833623" y="279939"/>
                  <a:pt x="822651" y="268967"/>
                  <a:pt x="822651" y="255431"/>
                </a:cubicBezTo>
                <a:cubicBezTo>
                  <a:pt x="822651" y="241895"/>
                  <a:pt x="833623" y="230923"/>
                  <a:pt x="847159" y="230923"/>
                </a:cubicBezTo>
                <a:close/>
                <a:moveTo>
                  <a:pt x="728727" y="230923"/>
                </a:moveTo>
                <a:cubicBezTo>
                  <a:pt x="742263" y="230923"/>
                  <a:pt x="753235" y="241895"/>
                  <a:pt x="753235" y="255431"/>
                </a:cubicBezTo>
                <a:cubicBezTo>
                  <a:pt x="753235" y="268967"/>
                  <a:pt x="742263" y="279939"/>
                  <a:pt x="728727" y="279939"/>
                </a:cubicBezTo>
                <a:cubicBezTo>
                  <a:pt x="715191" y="279939"/>
                  <a:pt x="704219" y="268967"/>
                  <a:pt x="704219" y="255431"/>
                </a:cubicBezTo>
                <a:cubicBezTo>
                  <a:pt x="704219" y="241895"/>
                  <a:pt x="715191" y="230923"/>
                  <a:pt x="728727" y="230923"/>
                </a:cubicBezTo>
                <a:close/>
                <a:moveTo>
                  <a:pt x="610295" y="230923"/>
                </a:moveTo>
                <a:cubicBezTo>
                  <a:pt x="623831" y="230923"/>
                  <a:pt x="634803" y="241895"/>
                  <a:pt x="634803" y="255431"/>
                </a:cubicBezTo>
                <a:cubicBezTo>
                  <a:pt x="634803" y="268967"/>
                  <a:pt x="623831" y="279939"/>
                  <a:pt x="610295" y="279939"/>
                </a:cubicBezTo>
                <a:cubicBezTo>
                  <a:pt x="596759" y="279939"/>
                  <a:pt x="585787" y="268967"/>
                  <a:pt x="585787" y="255431"/>
                </a:cubicBezTo>
                <a:cubicBezTo>
                  <a:pt x="585787" y="241895"/>
                  <a:pt x="596759" y="230923"/>
                  <a:pt x="610295" y="230923"/>
                </a:cubicBezTo>
                <a:close/>
                <a:moveTo>
                  <a:pt x="498235" y="230923"/>
                </a:moveTo>
                <a:cubicBezTo>
                  <a:pt x="511771" y="230923"/>
                  <a:pt x="522743" y="241895"/>
                  <a:pt x="522743" y="255431"/>
                </a:cubicBezTo>
                <a:cubicBezTo>
                  <a:pt x="522743" y="268967"/>
                  <a:pt x="511771" y="279939"/>
                  <a:pt x="498235" y="279939"/>
                </a:cubicBezTo>
                <a:cubicBezTo>
                  <a:pt x="484699" y="279939"/>
                  <a:pt x="473727" y="268967"/>
                  <a:pt x="473727" y="255431"/>
                </a:cubicBezTo>
                <a:cubicBezTo>
                  <a:pt x="473727" y="241895"/>
                  <a:pt x="484699" y="230923"/>
                  <a:pt x="498235" y="230923"/>
                </a:cubicBezTo>
                <a:close/>
                <a:moveTo>
                  <a:pt x="379803" y="230923"/>
                </a:moveTo>
                <a:cubicBezTo>
                  <a:pt x="393339" y="230923"/>
                  <a:pt x="404311" y="241895"/>
                  <a:pt x="404311" y="255431"/>
                </a:cubicBezTo>
                <a:cubicBezTo>
                  <a:pt x="404311" y="268967"/>
                  <a:pt x="393339" y="279939"/>
                  <a:pt x="379803" y="279939"/>
                </a:cubicBezTo>
                <a:cubicBezTo>
                  <a:pt x="366268" y="279939"/>
                  <a:pt x="355295" y="268967"/>
                  <a:pt x="355295" y="255431"/>
                </a:cubicBezTo>
                <a:cubicBezTo>
                  <a:pt x="355295" y="241895"/>
                  <a:pt x="366268" y="230923"/>
                  <a:pt x="379803" y="230923"/>
                </a:cubicBezTo>
                <a:close/>
                <a:moveTo>
                  <a:pt x="261372" y="230923"/>
                </a:moveTo>
                <a:cubicBezTo>
                  <a:pt x="274907" y="230923"/>
                  <a:pt x="285880" y="241895"/>
                  <a:pt x="285880" y="255431"/>
                </a:cubicBezTo>
                <a:cubicBezTo>
                  <a:pt x="285880" y="268967"/>
                  <a:pt x="274907" y="279939"/>
                  <a:pt x="261372" y="279939"/>
                </a:cubicBezTo>
                <a:cubicBezTo>
                  <a:pt x="247836" y="279939"/>
                  <a:pt x="236863" y="268967"/>
                  <a:pt x="236863" y="255431"/>
                </a:cubicBezTo>
                <a:cubicBezTo>
                  <a:pt x="236863" y="241895"/>
                  <a:pt x="247836" y="230923"/>
                  <a:pt x="261372" y="230923"/>
                </a:cubicBezTo>
                <a:close/>
                <a:moveTo>
                  <a:pt x="142940" y="230923"/>
                </a:moveTo>
                <a:cubicBezTo>
                  <a:pt x="156475" y="230923"/>
                  <a:pt x="167448" y="241895"/>
                  <a:pt x="167448" y="255431"/>
                </a:cubicBezTo>
                <a:cubicBezTo>
                  <a:pt x="167448" y="268967"/>
                  <a:pt x="156475" y="279939"/>
                  <a:pt x="142940" y="279939"/>
                </a:cubicBezTo>
                <a:cubicBezTo>
                  <a:pt x="129404" y="279939"/>
                  <a:pt x="118432" y="268967"/>
                  <a:pt x="118432" y="255431"/>
                </a:cubicBezTo>
                <a:cubicBezTo>
                  <a:pt x="118432" y="241895"/>
                  <a:pt x="129404" y="230923"/>
                  <a:pt x="142940" y="230923"/>
                </a:cubicBezTo>
                <a:close/>
                <a:moveTo>
                  <a:pt x="24508" y="230923"/>
                </a:moveTo>
                <a:cubicBezTo>
                  <a:pt x="38044" y="230923"/>
                  <a:pt x="49016" y="241895"/>
                  <a:pt x="49016" y="255431"/>
                </a:cubicBezTo>
                <a:cubicBezTo>
                  <a:pt x="49016" y="268967"/>
                  <a:pt x="38044" y="279939"/>
                  <a:pt x="24508" y="279939"/>
                </a:cubicBezTo>
                <a:cubicBezTo>
                  <a:pt x="10972" y="279939"/>
                  <a:pt x="0" y="268967"/>
                  <a:pt x="0" y="255431"/>
                </a:cubicBezTo>
                <a:cubicBezTo>
                  <a:pt x="0" y="241895"/>
                  <a:pt x="10972" y="230923"/>
                  <a:pt x="24508" y="230923"/>
                </a:cubicBezTo>
                <a:close/>
                <a:moveTo>
                  <a:pt x="1084022" y="115462"/>
                </a:moveTo>
                <a:cubicBezTo>
                  <a:pt x="1097558" y="115462"/>
                  <a:pt x="1108530" y="126434"/>
                  <a:pt x="1108530" y="139970"/>
                </a:cubicBezTo>
                <a:cubicBezTo>
                  <a:pt x="1108530" y="153505"/>
                  <a:pt x="1097558" y="164478"/>
                  <a:pt x="1084022" y="164478"/>
                </a:cubicBezTo>
                <a:cubicBezTo>
                  <a:pt x="1070486" y="164478"/>
                  <a:pt x="1059514" y="153505"/>
                  <a:pt x="1059514" y="139970"/>
                </a:cubicBezTo>
                <a:cubicBezTo>
                  <a:pt x="1059514" y="126434"/>
                  <a:pt x="1070486" y="115462"/>
                  <a:pt x="1084022" y="115462"/>
                </a:cubicBezTo>
                <a:close/>
                <a:moveTo>
                  <a:pt x="965591" y="115462"/>
                </a:moveTo>
                <a:cubicBezTo>
                  <a:pt x="979126" y="115462"/>
                  <a:pt x="990099" y="126434"/>
                  <a:pt x="990099" y="139970"/>
                </a:cubicBezTo>
                <a:cubicBezTo>
                  <a:pt x="990099" y="153505"/>
                  <a:pt x="979126" y="164478"/>
                  <a:pt x="965591" y="164478"/>
                </a:cubicBezTo>
                <a:cubicBezTo>
                  <a:pt x="952055" y="164478"/>
                  <a:pt x="941082" y="153505"/>
                  <a:pt x="941082" y="139970"/>
                </a:cubicBezTo>
                <a:cubicBezTo>
                  <a:pt x="941082" y="126434"/>
                  <a:pt x="952055" y="115462"/>
                  <a:pt x="965591" y="115462"/>
                </a:cubicBezTo>
                <a:close/>
                <a:moveTo>
                  <a:pt x="847159" y="115462"/>
                </a:moveTo>
                <a:cubicBezTo>
                  <a:pt x="860694" y="115462"/>
                  <a:pt x="871667" y="126434"/>
                  <a:pt x="871667" y="139970"/>
                </a:cubicBezTo>
                <a:cubicBezTo>
                  <a:pt x="871667" y="153505"/>
                  <a:pt x="860694" y="164478"/>
                  <a:pt x="847159" y="164478"/>
                </a:cubicBezTo>
                <a:cubicBezTo>
                  <a:pt x="833623" y="164478"/>
                  <a:pt x="822651" y="153505"/>
                  <a:pt x="822651" y="139970"/>
                </a:cubicBezTo>
                <a:cubicBezTo>
                  <a:pt x="822651" y="126434"/>
                  <a:pt x="833623" y="115462"/>
                  <a:pt x="847159" y="115462"/>
                </a:cubicBezTo>
                <a:close/>
                <a:moveTo>
                  <a:pt x="728727" y="115462"/>
                </a:moveTo>
                <a:cubicBezTo>
                  <a:pt x="742263" y="115462"/>
                  <a:pt x="753235" y="126434"/>
                  <a:pt x="753235" y="139970"/>
                </a:cubicBezTo>
                <a:cubicBezTo>
                  <a:pt x="753235" y="153505"/>
                  <a:pt x="742263" y="164478"/>
                  <a:pt x="728727" y="164478"/>
                </a:cubicBezTo>
                <a:cubicBezTo>
                  <a:pt x="715191" y="164478"/>
                  <a:pt x="704219" y="153505"/>
                  <a:pt x="704219" y="139970"/>
                </a:cubicBezTo>
                <a:cubicBezTo>
                  <a:pt x="704219" y="126434"/>
                  <a:pt x="715191" y="115462"/>
                  <a:pt x="728727" y="115462"/>
                </a:cubicBezTo>
                <a:close/>
                <a:moveTo>
                  <a:pt x="610295" y="115462"/>
                </a:moveTo>
                <a:cubicBezTo>
                  <a:pt x="623831" y="115462"/>
                  <a:pt x="634803" y="126434"/>
                  <a:pt x="634803" y="139970"/>
                </a:cubicBezTo>
                <a:cubicBezTo>
                  <a:pt x="634803" y="153505"/>
                  <a:pt x="623831" y="164478"/>
                  <a:pt x="610295" y="164478"/>
                </a:cubicBezTo>
                <a:cubicBezTo>
                  <a:pt x="596759" y="164478"/>
                  <a:pt x="585787" y="153505"/>
                  <a:pt x="585787" y="139970"/>
                </a:cubicBezTo>
                <a:cubicBezTo>
                  <a:pt x="585787" y="126434"/>
                  <a:pt x="596759" y="115462"/>
                  <a:pt x="610295" y="115462"/>
                </a:cubicBezTo>
                <a:close/>
                <a:moveTo>
                  <a:pt x="498235" y="115462"/>
                </a:moveTo>
                <a:cubicBezTo>
                  <a:pt x="511771" y="115462"/>
                  <a:pt x="522743" y="126434"/>
                  <a:pt x="522743" y="139970"/>
                </a:cubicBezTo>
                <a:cubicBezTo>
                  <a:pt x="522743" y="153505"/>
                  <a:pt x="511771" y="164478"/>
                  <a:pt x="498235" y="164478"/>
                </a:cubicBezTo>
                <a:cubicBezTo>
                  <a:pt x="484699" y="164478"/>
                  <a:pt x="473727" y="153505"/>
                  <a:pt x="473727" y="139970"/>
                </a:cubicBezTo>
                <a:cubicBezTo>
                  <a:pt x="473727" y="126434"/>
                  <a:pt x="484699" y="115462"/>
                  <a:pt x="498235" y="115462"/>
                </a:cubicBezTo>
                <a:close/>
                <a:moveTo>
                  <a:pt x="379803" y="115462"/>
                </a:moveTo>
                <a:cubicBezTo>
                  <a:pt x="393339" y="115462"/>
                  <a:pt x="404311" y="126434"/>
                  <a:pt x="404311" y="139970"/>
                </a:cubicBezTo>
                <a:cubicBezTo>
                  <a:pt x="404311" y="153505"/>
                  <a:pt x="393339" y="164478"/>
                  <a:pt x="379803" y="164478"/>
                </a:cubicBezTo>
                <a:cubicBezTo>
                  <a:pt x="366268" y="164478"/>
                  <a:pt x="355295" y="153505"/>
                  <a:pt x="355295" y="139970"/>
                </a:cubicBezTo>
                <a:cubicBezTo>
                  <a:pt x="355295" y="126434"/>
                  <a:pt x="366268" y="115462"/>
                  <a:pt x="379803" y="115462"/>
                </a:cubicBezTo>
                <a:close/>
                <a:moveTo>
                  <a:pt x="261372" y="115462"/>
                </a:moveTo>
                <a:cubicBezTo>
                  <a:pt x="274907" y="115462"/>
                  <a:pt x="285880" y="126434"/>
                  <a:pt x="285880" y="139970"/>
                </a:cubicBezTo>
                <a:cubicBezTo>
                  <a:pt x="285880" y="153505"/>
                  <a:pt x="274907" y="164478"/>
                  <a:pt x="261372" y="164478"/>
                </a:cubicBezTo>
                <a:cubicBezTo>
                  <a:pt x="247836" y="164478"/>
                  <a:pt x="236863" y="153505"/>
                  <a:pt x="236863" y="139970"/>
                </a:cubicBezTo>
                <a:cubicBezTo>
                  <a:pt x="236863" y="126434"/>
                  <a:pt x="247836" y="115462"/>
                  <a:pt x="261372" y="115462"/>
                </a:cubicBezTo>
                <a:close/>
                <a:moveTo>
                  <a:pt x="142940" y="115462"/>
                </a:moveTo>
                <a:cubicBezTo>
                  <a:pt x="156475" y="115462"/>
                  <a:pt x="167448" y="126434"/>
                  <a:pt x="167448" y="139970"/>
                </a:cubicBezTo>
                <a:cubicBezTo>
                  <a:pt x="167448" y="153505"/>
                  <a:pt x="156475" y="164478"/>
                  <a:pt x="142940" y="164478"/>
                </a:cubicBezTo>
                <a:cubicBezTo>
                  <a:pt x="129404" y="164478"/>
                  <a:pt x="118432" y="153505"/>
                  <a:pt x="118432" y="139970"/>
                </a:cubicBezTo>
                <a:cubicBezTo>
                  <a:pt x="118432" y="126434"/>
                  <a:pt x="129404" y="115462"/>
                  <a:pt x="142940" y="115462"/>
                </a:cubicBezTo>
                <a:close/>
                <a:moveTo>
                  <a:pt x="24508" y="115462"/>
                </a:moveTo>
                <a:cubicBezTo>
                  <a:pt x="38044" y="115462"/>
                  <a:pt x="49016" y="126434"/>
                  <a:pt x="49016" y="139970"/>
                </a:cubicBezTo>
                <a:cubicBezTo>
                  <a:pt x="49016" y="153505"/>
                  <a:pt x="38044" y="164478"/>
                  <a:pt x="24508" y="164478"/>
                </a:cubicBezTo>
                <a:cubicBezTo>
                  <a:pt x="10972" y="164478"/>
                  <a:pt x="0" y="153505"/>
                  <a:pt x="0" y="139970"/>
                </a:cubicBezTo>
                <a:cubicBezTo>
                  <a:pt x="0" y="126434"/>
                  <a:pt x="10972" y="115462"/>
                  <a:pt x="24508" y="115462"/>
                </a:cubicBezTo>
                <a:close/>
                <a:moveTo>
                  <a:pt x="1084022" y="0"/>
                </a:moveTo>
                <a:cubicBezTo>
                  <a:pt x="1097558" y="0"/>
                  <a:pt x="1108530" y="10973"/>
                  <a:pt x="1108530" y="24508"/>
                </a:cubicBezTo>
                <a:cubicBezTo>
                  <a:pt x="1108530" y="38044"/>
                  <a:pt x="1097558" y="49016"/>
                  <a:pt x="1084022" y="49016"/>
                </a:cubicBezTo>
                <a:cubicBezTo>
                  <a:pt x="1070486" y="49016"/>
                  <a:pt x="1059514" y="38044"/>
                  <a:pt x="1059514" y="24508"/>
                </a:cubicBezTo>
                <a:cubicBezTo>
                  <a:pt x="1059514" y="10973"/>
                  <a:pt x="1070486" y="0"/>
                  <a:pt x="1084022" y="0"/>
                </a:cubicBezTo>
                <a:close/>
                <a:moveTo>
                  <a:pt x="965591" y="0"/>
                </a:moveTo>
                <a:cubicBezTo>
                  <a:pt x="979126" y="0"/>
                  <a:pt x="990099" y="10973"/>
                  <a:pt x="990099" y="24508"/>
                </a:cubicBezTo>
                <a:cubicBezTo>
                  <a:pt x="990099" y="38044"/>
                  <a:pt x="979126" y="49016"/>
                  <a:pt x="965591" y="49016"/>
                </a:cubicBezTo>
                <a:cubicBezTo>
                  <a:pt x="952055" y="49016"/>
                  <a:pt x="941082" y="38044"/>
                  <a:pt x="941082" y="24508"/>
                </a:cubicBezTo>
                <a:cubicBezTo>
                  <a:pt x="941082" y="10973"/>
                  <a:pt x="952055" y="0"/>
                  <a:pt x="965591" y="0"/>
                </a:cubicBezTo>
                <a:close/>
                <a:moveTo>
                  <a:pt x="847159" y="0"/>
                </a:moveTo>
                <a:cubicBezTo>
                  <a:pt x="860694" y="0"/>
                  <a:pt x="871667" y="10973"/>
                  <a:pt x="871667" y="24508"/>
                </a:cubicBezTo>
                <a:cubicBezTo>
                  <a:pt x="871667" y="38044"/>
                  <a:pt x="860694" y="49016"/>
                  <a:pt x="847159" y="49016"/>
                </a:cubicBezTo>
                <a:cubicBezTo>
                  <a:pt x="833623" y="49016"/>
                  <a:pt x="822651" y="38044"/>
                  <a:pt x="822651" y="24508"/>
                </a:cubicBezTo>
                <a:cubicBezTo>
                  <a:pt x="822651" y="10973"/>
                  <a:pt x="833623" y="0"/>
                  <a:pt x="847159" y="0"/>
                </a:cubicBezTo>
                <a:close/>
                <a:moveTo>
                  <a:pt x="728727" y="0"/>
                </a:moveTo>
                <a:cubicBezTo>
                  <a:pt x="742263" y="0"/>
                  <a:pt x="753235" y="10973"/>
                  <a:pt x="753235" y="24508"/>
                </a:cubicBezTo>
                <a:cubicBezTo>
                  <a:pt x="753235" y="38044"/>
                  <a:pt x="742263" y="49016"/>
                  <a:pt x="728727" y="49016"/>
                </a:cubicBezTo>
                <a:cubicBezTo>
                  <a:pt x="715191" y="49016"/>
                  <a:pt x="704219" y="38044"/>
                  <a:pt x="704219" y="24508"/>
                </a:cubicBezTo>
                <a:cubicBezTo>
                  <a:pt x="704219" y="10973"/>
                  <a:pt x="715191" y="0"/>
                  <a:pt x="728727" y="0"/>
                </a:cubicBezTo>
                <a:close/>
                <a:moveTo>
                  <a:pt x="610295" y="0"/>
                </a:moveTo>
                <a:cubicBezTo>
                  <a:pt x="623831" y="0"/>
                  <a:pt x="634803" y="10973"/>
                  <a:pt x="634803" y="24508"/>
                </a:cubicBezTo>
                <a:cubicBezTo>
                  <a:pt x="634803" y="38044"/>
                  <a:pt x="623831" y="49016"/>
                  <a:pt x="610295" y="49016"/>
                </a:cubicBezTo>
                <a:cubicBezTo>
                  <a:pt x="596759" y="49016"/>
                  <a:pt x="585787" y="38044"/>
                  <a:pt x="585787" y="24508"/>
                </a:cubicBezTo>
                <a:cubicBezTo>
                  <a:pt x="585787" y="10973"/>
                  <a:pt x="596759" y="0"/>
                  <a:pt x="610295" y="0"/>
                </a:cubicBezTo>
                <a:close/>
                <a:moveTo>
                  <a:pt x="498235" y="0"/>
                </a:moveTo>
                <a:cubicBezTo>
                  <a:pt x="511771" y="0"/>
                  <a:pt x="522743" y="10973"/>
                  <a:pt x="522743" y="24508"/>
                </a:cubicBezTo>
                <a:cubicBezTo>
                  <a:pt x="522743" y="38044"/>
                  <a:pt x="511771" y="49016"/>
                  <a:pt x="498235" y="49016"/>
                </a:cubicBezTo>
                <a:cubicBezTo>
                  <a:pt x="484699" y="49016"/>
                  <a:pt x="473727" y="38044"/>
                  <a:pt x="473727" y="24508"/>
                </a:cubicBezTo>
                <a:cubicBezTo>
                  <a:pt x="473727" y="10973"/>
                  <a:pt x="484699" y="0"/>
                  <a:pt x="498235" y="0"/>
                </a:cubicBezTo>
                <a:close/>
                <a:moveTo>
                  <a:pt x="379803" y="0"/>
                </a:moveTo>
                <a:cubicBezTo>
                  <a:pt x="393339" y="0"/>
                  <a:pt x="404311" y="10973"/>
                  <a:pt x="404311" y="24508"/>
                </a:cubicBezTo>
                <a:cubicBezTo>
                  <a:pt x="404311" y="38044"/>
                  <a:pt x="393339" y="49016"/>
                  <a:pt x="379803" y="49016"/>
                </a:cubicBezTo>
                <a:cubicBezTo>
                  <a:pt x="366268" y="49016"/>
                  <a:pt x="355295" y="38044"/>
                  <a:pt x="355295" y="24508"/>
                </a:cubicBezTo>
                <a:cubicBezTo>
                  <a:pt x="355295" y="10973"/>
                  <a:pt x="366268" y="0"/>
                  <a:pt x="379803" y="0"/>
                </a:cubicBezTo>
                <a:close/>
                <a:moveTo>
                  <a:pt x="261372" y="0"/>
                </a:moveTo>
                <a:cubicBezTo>
                  <a:pt x="274907" y="0"/>
                  <a:pt x="285880" y="10973"/>
                  <a:pt x="285880" y="24508"/>
                </a:cubicBezTo>
                <a:cubicBezTo>
                  <a:pt x="285880" y="38044"/>
                  <a:pt x="274907" y="49016"/>
                  <a:pt x="261372" y="49016"/>
                </a:cubicBezTo>
                <a:cubicBezTo>
                  <a:pt x="247836" y="49016"/>
                  <a:pt x="236863" y="38044"/>
                  <a:pt x="236863" y="24508"/>
                </a:cubicBezTo>
                <a:cubicBezTo>
                  <a:pt x="236863" y="10973"/>
                  <a:pt x="247836" y="0"/>
                  <a:pt x="261372" y="0"/>
                </a:cubicBezTo>
                <a:close/>
                <a:moveTo>
                  <a:pt x="142940" y="0"/>
                </a:moveTo>
                <a:cubicBezTo>
                  <a:pt x="156475" y="0"/>
                  <a:pt x="167448" y="10973"/>
                  <a:pt x="167448" y="24508"/>
                </a:cubicBezTo>
                <a:cubicBezTo>
                  <a:pt x="167448" y="38044"/>
                  <a:pt x="156475" y="49016"/>
                  <a:pt x="142940" y="49016"/>
                </a:cubicBezTo>
                <a:cubicBezTo>
                  <a:pt x="129404" y="49016"/>
                  <a:pt x="118432" y="38044"/>
                  <a:pt x="118432" y="24508"/>
                </a:cubicBezTo>
                <a:cubicBezTo>
                  <a:pt x="118432" y="10973"/>
                  <a:pt x="129404" y="0"/>
                  <a:pt x="142940" y="0"/>
                </a:cubicBezTo>
                <a:close/>
                <a:moveTo>
                  <a:pt x="24508" y="0"/>
                </a:moveTo>
                <a:cubicBezTo>
                  <a:pt x="38044" y="0"/>
                  <a:pt x="49016" y="10973"/>
                  <a:pt x="49016" y="24508"/>
                </a:cubicBezTo>
                <a:cubicBezTo>
                  <a:pt x="49016" y="38044"/>
                  <a:pt x="38044" y="49016"/>
                  <a:pt x="24508" y="49016"/>
                </a:cubicBezTo>
                <a:cubicBezTo>
                  <a:pt x="10972" y="49016"/>
                  <a:pt x="0" y="38044"/>
                  <a:pt x="0" y="24508"/>
                </a:cubicBezTo>
                <a:cubicBezTo>
                  <a:pt x="0" y="10973"/>
                  <a:pt x="10972" y="0"/>
                  <a:pt x="24508" y="0"/>
                </a:cubicBezTo>
                <a:close/>
              </a:path>
            </a:pathLst>
          </a:custGeom>
          <a:gradFill>
            <a:gsLst>
              <a:gs pos="0">
                <a:schemeClr val="accent1"/>
              </a:gs>
              <a:gs pos="100000">
                <a:schemeClr val="accent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形状 7"/>
          <p:cNvSpPr/>
          <p:nvPr userDrawn="1">
            <p:custDataLst>
              <p:tags r:id="rId4"/>
            </p:custDataLst>
          </p:nvPr>
        </p:nvSpPr>
        <p:spPr>
          <a:xfrm>
            <a:off x="0" y="5802312"/>
            <a:ext cx="1055687" cy="1055688"/>
          </a:xfrm>
          <a:custGeom>
            <a:avLst/>
            <a:gdLst>
              <a:gd name="connsiteX0" fmla="*/ 0 w 3429000"/>
              <a:gd name="connsiteY0" fmla="*/ 0 h 3429000"/>
              <a:gd name="connsiteX1" fmla="*/ 3429000 w 3429000"/>
              <a:gd name="connsiteY1" fmla="*/ 3429000 h 3429000"/>
              <a:gd name="connsiteX2" fmla="*/ 2064669 w 3429000"/>
              <a:gd name="connsiteY2" fmla="*/ 3429000 h 3429000"/>
              <a:gd name="connsiteX3" fmla="*/ 0 w 3429000"/>
              <a:gd name="connsiteY3" fmla="*/ 1364331 h 3429000"/>
            </a:gdLst>
            <a:ahLst/>
            <a:cxnLst>
              <a:cxn ang="0">
                <a:pos x="connsiteX0" y="connsiteY0"/>
              </a:cxn>
              <a:cxn ang="0">
                <a:pos x="connsiteX1" y="connsiteY1"/>
              </a:cxn>
              <a:cxn ang="0">
                <a:pos x="connsiteX2" y="connsiteY2"/>
              </a:cxn>
              <a:cxn ang="0">
                <a:pos x="connsiteX3" y="connsiteY3"/>
              </a:cxn>
            </a:cxnLst>
            <a:rect l="l" t="t" r="r" b="b"/>
            <a:pathLst>
              <a:path w="3429000" h="3429000">
                <a:moveTo>
                  <a:pt x="0" y="0"/>
                </a:moveTo>
                <a:cubicBezTo>
                  <a:pt x="1893784" y="0"/>
                  <a:pt x="3429000" y="1535216"/>
                  <a:pt x="3429000" y="3429000"/>
                </a:cubicBezTo>
                <a:lnTo>
                  <a:pt x="2064669" y="3429000"/>
                </a:lnTo>
                <a:cubicBezTo>
                  <a:pt x="2064669" y="2288715"/>
                  <a:pt x="1140285" y="1364331"/>
                  <a:pt x="0" y="1364331"/>
                </a:cubicBezTo>
                <a:close/>
              </a:path>
            </a:pathLst>
          </a:custGeom>
          <a:gradFill flip="none" rotWithShape="1">
            <a:gsLst>
              <a:gs pos="0">
                <a:schemeClr val="accent1">
                  <a:alpha val="0"/>
                </a:schemeClr>
              </a:gs>
              <a:gs pos="100000">
                <a:schemeClr val="accent1">
                  <a:alpha val="2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cxnSp>
        <p:nvCxnSpPr>
          <p:cNvPr id="13" name="直接连接符 12"/>
          <p:cNvCxnSpPr/>
          <p:nvPr userDrawn="1">
            <p:custDataLst>
              <p:tags r:id="rId5"/>
            </p:custDataLst>
          </p:nvPr>
        </p:nvCxnSpPr>
        <p:spPr>
          <a:xfrm>
            <a:off x="1067581" y="863874"/>
            <a:ext cx="173050" cy="0"/>
          </a:xfrm>
          <a:prstGeom prst="line">
            <a:avLst/>
          </a:prstGeom>
          <a:ln w="19050"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userDrawn="1">
            <p:custDataLst>
              <p:tags r:id="rId6"/>
            </p:custDataLst>
          </p:nvPr>
        </p:nvCxnSpPr>
        <p:spPr>
          <a:xfrm>
            <a:off x="1067581" y="920961"/>
            <a:ext cx="173050" cy="0"/>
          </a:xfrm>
          <a:prstGeom prst="line">
            <a:avLst/>
          </a:prstGeom>
          <a:ln w="19050"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7"/>
            </p:custDataLst>
          </p:nvPr>
        </p:nvCxnSpPr>
        <p:spPr>
          <a:xfrm>
            <a:off x="1067581" y="978048"/>
            <a:ext cx="173050" cy="0"/>
          </a:xfrm>
          <a:prstGeom prst="line">
            <a:avLst/>
          </a:prstGeom>
          <a:ln w="19050"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任意多边形: 形状 8"/>
          <p:cNvSpPr/>
          <p:nvPr userDrawn="1">
            <p:custDataLst>
              <p:tags r:id="rId8"/>
            </p:custDataLst>
          </p:nvPr>
        </p:nvSpPr>
        <p:spPr>
          <a:xfrm flipH="1" flipV="1">
            <a:off x="10150845" y="0"/>
            <a:ext cx="2041155" cy="2041155"/>
          </a:xfrm>
          <a:custGeom>
            <a:avLst/>
            <a:gdLst>
              <a:gd name="connsiteX0" fmla="*/ 0 w 1407886"/>
              <a:gd name="connsiteY0" fmla="*/ 0 h 1407886"/>
              <a:gd name="connsiteX1" fmla="*/ 1407886 w 1407886"/>
              <a:gd name="connsiteY1" fmla="*/ 1407886 h 1407886"/>
              <a:gd name="connsiteX2" fmla="*/ 1128871 w 1407886"/>
              <a:gd name="connsiteY2" fmla="*/ 1407886 h 1407886"/>
              <a:gd name="connsiteX3" fmla="*/ 0 w 1407886"/>
              <a:gd name="connsiteY3" fmla="*/ 279015 h 1407886"/>
            </a:gdLst>
            <a:ahLst/>
            <a:cxnLst>
              <a:cxn ang="0">
                <a:pos x="connsiteX0" y="connsiteY0"/>
              </a:cxn>
              <a:cxn ang="0">
                <a:pos x="connsiteX1" y="connsiteY1"/>
              </a:cxn>
              <a:cxn ang="0">
                <a:pos x="connsiteX2" y="connsiteY2"/>
              </a:cxn>
              <a:cxn ang="0">
                <a:pos x="connsiteX3" y="connsiteY3"/>
              </a:cxn>
            </a:cxnLst>
            <a:rect l="l" t="t" r="r" b="b"/>
            <a:pathLst>
              <a:path w="1407886" h="1407886">
                <a:moveTo>
                  <a:pt x="0" y="0"/>
                </a:moveTo>
                <a:cubicBezTo>
                  <a:pt x="777554" y="0"/>
                  <a:pt x="1407886" y="630332"/>
                  <a:pt x="1407886" y="1407886"/>
                </a:cubicBezTo>
                <a:lnTo>
                  <a:pt x="1128871" y="1407886"/>
                </a:lnTo>
                <a:cubicBezTo>
                  <a:pt x="1128871" y="784428"/>
                  <a:pt x="623458" y="279015"/>
                  <a:pt x="0" y="279015"/>
                </a:cubicBezTo>
                <a:close/>
              </a:path>
            </a:pathLst>
          </a:custGeom>
          <a:gradFill flip="none" rotWithShape="1">
            <a:gsLst>
              <a:gs pos="0">
                <a:schemeClr val="accent1">
                  <a:alpha val="0"/>
                </a:schemeClr>
              </a:gs>
              <a:gs pos="85000">
                <a:schemeClr val="accent1"/>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pic>
        <p:nvPicPr>
          <p:cNvPr id="17" name="图片 16"/>
          <p:cNvPicPr>
            <a:picLocks noChangeAspect="1"/>
          </p:cNvPicPr>
          <p:nvPr userDrawn="1">
            <p:custDataLst>
              <p:tags r:id="rId9"/>
            </p:custDataLst>
          </p:nvPr>
        </p:nvPicPr>
        <p:blipFill>
          <a:blip r:embed="rId19">
            <a:extLst>
              <a:ext uri="{28A0092B-C50C-407E-A947-70E740481C1C}">
                <a14:useLocalDpi xmlns:a14="http://schemas.microsoft.com/office/drawing/2010/main" val="0"/>
              </a:ext>
            </a:extLst>
          </a:blip>
          <a:stretch>
            <a:fillRect/>
          </a:stretch>
        </p:blipFill>
        <p:spPr>
          <a:xfrm>
            <a:off x="7220633" y="2"/>
            <a:ext cx="4971367" cy="4971368"/>
          </a:xfrm>
          <a:custGeom>
            <a:avLst/>
            <a:gdLst>
              <a:gd name="connsiteX0" fmla="*/ 0 w 4723034"/>
              <a:gd name="connsiteY0" fmla="*/ 0 h 4723035"/>
              <a:gd name="connsiteX1" fmla="*/ 2361517 w 4723034"/>
              <a:gd name="connsiteY1" fmla="*/ 0 h 4723035"/>
              <a:gd name="connsiteX2" fmla="*/ 4723034 w 4723034"/>
              <a:gd name="connsiteY2" fmla="*/ 2361518 h 4723035"/>
              <a:gd name="connsiteX3" fmla="*/ 4723034 w 4723034"/>
              <a:gd name="connsiteY3" fmla="*/ 4723035 h 4723035"/>
              <a:gd name="connsiteX4" fmla="*/ 0 w 4723034"/>
              <a:gd name="connsiteY4" fmla="*/ 0 h 47230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3034" h="4723035">
                <a:moveTo>
                  <a:pt x="0" y="0"/>
                </a:moveTo>
                <a:lnTo>
                  <a:pt x="2361517" y="0"/>
                </a:lnTo>
                <a:cubicBezTo>
                  <a:pt x="2361517" y="1304230"/>
                  <a:pt x="3418804" y="2361518"/>
                  <a:pt x="4723034" y="2361518"/>
                </a:cubicBezTo>
                <a:lnTo>
                  <a:pt x="4723034" y="4723035"/>
                </a:lnTo>
                <a:cubicBezTo>
                  <a:pt x="2114574" y="4723035"/>
                  <a:pt x="0" y="2608460"/>
                  <a:pt x="0" y="0"/>
                </a:cubicBezTo>
                <a:close/>
              </a:path>
            </a:pathLst>
          </a:custGeom>
        </p:spPr>
      </p:pic>
      <p:sp>
        <p:nvSpPr>
          <p:cNvPr id="19" name="任意多边形: 形状 18"/>
          <p:cNvSpPr/>
          <p:nvPr userDrawn="1">
            <p:custDataLst>
              <p:tags r:id="rId10"/>
            </p:custDataLst>
          </p:nvPr>
        </p:nvSpPr>
        <p:spPr>
          <a:xfrm flipH="1" flipV="1">
            <a:off x="6426267" y="0"/>
            <a:ext cx="5765733" cy="5776914"/>
          </a:xfrm>
          <a:custGeom>
            <a:avLst/>
            <a:gdLst>
              <a:gd name="connsiteX0" fmla="*/ 0 w 3976914"/>
              <a:gd name="connsiteY0" fmla="*/ 0 h 3984625"/>
              <a:gd name="connsiteX1" fmla="*/ 3976914 w 3976914"/>
              <a:gd name="connsiteY1" fmla="*/ 3976914 h 3984625"/>
              <a:gd name="connsiteX2" fmla="*/ 3976719 w 3976914"/>
              <a:gd name="connsiteY2" fmla="*/ 3984625 h 3984625"/>
              <a:gd name="connsiteX3" fmla="*/ 2582139 w 3976914"/>
              <a:gd name="connsiteY3" fmla="*/ 3984625 h 3984625"/>
              <a:gd name="connsiteX4" fmla="*/ 2582528 w 3976914"/>
              <a:gd name="connsiteY4" fmla="*/ 3976914 h 3984625"/>
              <a:gd name="connsiteX5" fmla="*/ 0 w 3976914"/>
              <a:gd name="connsiteY5" fmla="*/ 1394386 h 3984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76913" h="3984625">
                <a:moveTo>
                  <a:pt x="0" y="0"/>
                </a:moveTo>
                <a:cubicBezTo>
                  <a:pt x="2196389" y="0"/>
                  <a:pt x="3976914" y="1780525"/>
                  <a:pt x="3976914" y="3976914"/>
                </a:cubicBezTo>
                <a:lnTo>
                  <a:pt x="3976719" y="3984625"/>
                </a:lnTo>
                <a:lnTo>
                  <a:pt x="2582139" y="3984625"/>
                </a:lnTo>
                <a:lnTo>
                  <a:pt x="2582528" y="3976914"/>
                </a:lnTo>
                <a:cubicBezTo>
                  <a:pt x="2582528" y="2550623"/>
                  <a:pt x="1426291" y="1394386"/>
                  <a:pt x="0" y="1394386"/>
                </a:cubicBezTo>
                <a:close/>
              </a:path>
            </a:pathLst>
          </a:custGeom>
          <a:gradFill flip="none" rotWithShape="1">
            <a:gsLst>
              <a:gs pos="0">
                <a:schemeClr val="accent1">
                  <a:alpha val="70000"/>
                </a:schemeClr>
              </a:gs>
              <a:gs pos="100000">
                <a:schemeClr val="accent1">
                  <a:alpha val="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2" name="标题 1"/>
          <p:cNvSpPr>
            <a:spLocks noGrp="1"/>
          </p:cNvSpPr>
          <p:nvPr userDrawn="1">
            <p:ph type="ctrTitle"/>
            <p:custDataLst>
              <p:tags r:id="rId11"/>
            </p:custDataLst>
          </p:nvPr>
        </p:nvSpPr>
        <p:spPr>
          <a:xfrm>
            <a:off x="1067581" y="1438875"/>
            <a:ext cx="5841220" cy="2090350"/>
          </a:xfrm>
        </p:spPr>
        <p:txBody>
          <a:bodyPr wrap="square" anchor="b">
            <a:normAutofit/>
          </a:bodyPr>
          <a:lstStyle>
            <a:lvl1pPr algn="l">
              <a:lnSpc>
                <a:spcPct val="100000"/>
              </a:lnSpc>
              <a:defRPr sz="6000"/>
            </a:lvl1pPr>
          </a:lstStyle>
          <a:p>
            <a:r>
              <a:rPr lang="zh-CN" altLang="en-US"/>
              <a:t>单击此处编辑母版标题样式</a:t>
            </a:r>
          </a:p>
        </p:txBody>
      </p:sp>
      <p:sp>
        <p:nvSpPr>
          <p:cNvPr id="3" name="副标题 2"/>
          <p:cNvSpPr>
            <a:spLocks noGrp="1"/>
          </p:cNvSpPr>
          <p:nvPr userDrawn="1">
            <p:ph type="subTitle" idx="1" hasCustomPrompt="1"/>
            <p:custDataLst>
              <p:tags r:id="rId12"/>
            </p:custDataLst>
          </p:nvPr>
        </p:nvSpPr>
        <p:spPr>
          <a:xfrm>
            <a:off x="1067581" y="3673225"/>
            <a:ext cx="5841220" cy="972000"/>
          </a:xfrm>
        </p:spPr>
        <p:txBody>
          <a:bodyPr wrap="square">
            <a:normAutofit/>
          </a:bodyPr>
          <a:lstStyle>
            <a:lvl1pPr marL="0" indent="0" algn="l">
              <a:lnSpc>
                <a:spcPct val="100000"/>
              </a:lnSpc>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单击此处编辑副标题</a:t>
            </a:r>
          </a:p>
        </p:txBody>
      </p:sp>
      <p:sp>
        <p:nvSpPr>
          <p:cNvPr id="4" name="日期占位符 3"/>
          <p:cNvSpPr>
            <a:spLocks noGrp="1"/>
          </p:cNvSpPr>
          <p:nvPr userDrawn="1">
            <p:ph type="dt" sz="half" idx="10"/>
            <p:custDataLst>
              <p:tags r:id="rId13"/>
            </p:custDataLst>
          </p:nvPr>
        </p:nvSpPr>
        <p:spPr/>
        <p:txBody>
          <a:bodyPr wrap="square">
            <a:normAutofit/>
          </a:bodyPr>
          <a:lstStyle/>
          <a:p>
            <a:fld id="{5592522B-0F24-4480-B9DD-A9474A6880D6}" type="datetimeFigureOut">
              <a:rPr lang="zh-CN" altLang="en-US" smtClean="0"/>
              <a:t>2026/4/5</a:t>
            </a:fld>
            <a:endParaRPr lang="zh-CN" altLang="en-US"/>
          </a:p>
        </p:txBody>
      </p:sp>
      <p:sp>
        <p:nvSpPr>
          <p:cNvPr id="5" name="页脚占位符 4"/>
          <p:cNvSpPr>
            <a:spLocks noGrp="1"/>
          </p:cNvSpPr>
          <p:nvPr userDrawn="1">
            <p:ph type="ftr" sz="quarter" idx="11"/>
            <p:custDataLst>
              <p:tags r:id="rId14"/>
            </p:custDataLst>
          </p:nvPr>
        </p:nvSpPr>
        <p:spPr/>
        <p:txBody>
          <a:bodyPr/>
          <a:lstStyle/>
          <a:p>
            <a:endParaRPr lang="zh-CN" altLang="en-US"/>
          </a:p>
        </p:txBody>
      </p:sp>
      <p:sp>
        <p:nvSpPr>
          <p:cNvPr id="6" name="灯片编号占位符 5"/>
          <p:cNvSpPr>
            <a:spLocks noGrp="1"/>
          </p:cNvSpPr>
          <p:nvPr userDrawn="1">
            <p:ph type="sldNum" sz="quarter" idx="12"/>
            <p:custDataLst>
              <p:tags r:id="rId15"/>
            </p:custDataLst>
          </p:nvPr>
        </p:nvSpPr>
        <p:spPr>
          <a:xfrm>
            <a:off x="8610600" y="6356350"/>
            <a:ext cx="2743200" cy="365125"/>
          </a:xfrm>
        </p:spPr>
        <p:txBody>
          <a:bodyPr wrap="square">
            <a:normAutofit/>
          </a:bodyPr>
          <a:lstStyle/>
          <a:p>
            <a:fld id="{BE5F26B5-172A-4DC2-B0B7-181CFC56B87C}" type="slidenum">
              <a:rPr lang="zh-CN" altLang="en-US" smtClean="0"/>
              <a:t>‹#›</a:t>
            </a:fld>
            <a:endParaRPr lang="zh-CN" altLang="en-US"/>
          </a:p>
        </p:txBody>
      </p:sp>
      <p:sp>
        <p:nvSpPr>
          <p:cNvPr id="10" name="公司名占位符 6"/>
          <p:cNvSpPr>
            <a:spLocks noGrp="1"/>
          </p:cNvSpPr>
          <p:nvPr userDrawn="1">
            <p:ph type="body" sz="quarter" idx="13" hasCustomPrompt="1"/>
            <p:custDataLst>
              <p:tags r:id="rId16"/>
            </p:custDataLst>
          </p:nvPr>
        </p:nvSpPr>
        <p:spPr>
          <a:xfrm>
            <a:off x="1446737" y="666000"/>
            <a:ext cx="2880000" cy="504000"/>
          </a:xfrm>
        </p:spPr>
        <p:txBody>
          <a:bodyPr wrap="square" anchor="ctr">
            <a:normAutofit/>
          </a:bodyPr>
          <a:lstStyle>
            <a:lvl1pPr marL="0" indent="0">
              <a:lnSpc>
                <a:spcPct val="100000"/>
              </a:lnSpc>
              <a:buNone/>
              <a:defRPr sz="1600">
                <a:solidFill>
                  <a:schemeClr val="tx1">
                    <a:lumMod val="60000"/>
                    <a:lumOff val="40000"/>
                  </a:schemeClr>
                </a:solidFill>
              </a:defRPr>
            </a:lvl1pPr>
          </a:lstStyle>
          <a:p>
            <a:pPr lvl="0"/>
            <a:r>
              <a:rPr lang="zh-CN" altLang="en-US"/>
              <a:t>公司名</a:t>
            </a:r>
          </a:p>
        </p:txBody>
      </p:sp>
      <p:sp>
        <p:nvSpPr>
          <p:cNvPr id="24" name="署名占位符 10"/>
          <p:cNvSpPr>
            <a:spLocks noGrp="1"/>
          </p:cNvSpPr>
          <p:nvPr userDrawn="1">
            <p:ph type="body" sz="quarter" idx="17" hasCustomPrompt="1"/>
            <p:custDataLst>
              <p:tags r:id="rId17"/>
            </p:custDataLst>
          </p:nvPr>
        </p:nvSpPr>
        <p:spPr>
          <a:xfrm>
            <a:off x="1067581" y="5258398"/>
            <a:ext cx="2880000" cy="504000"/>
          </a:xfrm>
          <a:prstGeom prst="roundRect">
            <a:avLst>
              <a:gd name="adj" fmla="val 50000"/>
            </a:avLst>
          </a:prstGeom>
          <a:solidFill>
            <a:schemeClr val="accent1"/>
          </a:solidFill>
        </p:spPr>
        <p:txBody>
          <a:bodyPr wrap="square" anchor="ctr">
            <a:normAutofit/>
          </a:bodyPr>
          <a:lstStyle>
            <a:lvl1pPr marL="0" indent="0" algn="ctr">
              <a:lnSpc>
                <a:spcPct val="100000"/>
              </a:lnSpc>
              <a:buNone/>
              <a:defRPr sz="1600">
                <a:solidFill>
                  <a:srgbClr val="FFFFFF"/>
                </a:solidFill>
              </a:defRPr>
            </a:lvl1pPr>
          </a:lstStyle>
          <a:p>
            <a:pPr lvl="0"/>
            <a:r>
              <a:rPr lang="zh-CN" altLang="en-US"/>
              <a:t>署名</a:t>
            </a: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18" Type="http://schemas.openxmlformats.org/officeDocument/2006/relationships/tags" Target="../tags/tag7.xml"/><Relationship Id="rId3" Type="http://schemas.openxmlformats.org/officeDocument/2006/relationships/slideLayout" Target="../slideLayouts/slideLayout3.xml"/><Relationship Id="rId21" Type="http://schemas.openxmlformats.org/officeDocument/2006/relationships/tags" Target="../tags/tag10.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tags" Target="../tags/tag5.xml"/><Relationship Id="rId20" Type="http://schemas.openxmlformats.org/officeDocument/2006/relationships/tags" Target="../tags/tag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file:///D:\qq&#25991;&#20214;\712321467\Image\C2C\Image2\%7b75232B38-A165-1FB7-499C-2E1C792CACB5%7d.png" TargetMode="External"/><Relationship Id="rId5" Type="http://schemas.openxmlformats.org/officeDocument/2006/relationships/slideLayout" Target="../slideLayouts/slideLayout5.xml"/><Relationship Id="rId15" Type="http://schemas.openxmlformats.org/officeDocument/2006/relationships/tags" Target="../tags/tag4.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tags" Target="../tags/tag8.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 Id="rId22" Type="http://schemas.openxmlformats.org/officeDocument/2006/relationships/tags" Target="../tags/tag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8" name="矩形 7"/>
          <p:cNvSpPr/>
          <p:nvPr userDrawn="1">
            <p:custDataLst>
              <p:tags r:id="rId13"/>
            </p:custDataLst>
          </p:nvPr>
        </p:nvSpPr>
        <p:spPr>
          <a:xfrm>
            <a:off x="0" y="0"/>
            <a:ext cx="12192000" cy="6858000"/>
          </a:xfrm>
          <a:prstGeom prst="rect">
            <a:avLst/>
          </a:prstGeom>
          <a:gradFill flip="none" rotWithShape="1">
            <a:gsLst>
              <a:gs pos="0">
                <a:schemeClr val="bg1"/>
              </a:gs>
              <a:gs pos="55000">
                <a:schemeClr val="bg2"/>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p:cNvSpPr/>
          <p:nvPr userDrawn="1">
            <p:custDataLst>
              <p:tags r:id="rId14"/>
            </p:custDataLst>
          </p:nvPr>
        </p:nvSpPr>
        <p:spPr>
          <a:xfrm>
            <a:off x="10941050" y="6104029"/>
            <a:ext cx="1250950" cy="753971"/>
          </a:xfrm>
          <a:custGeom>
            <a:avLst/>
            <a:gdLst>
              <a:gd name="connsiteX0" fmla="*/ 1250950 w 1250950"/>
              <a:gd name="connsiteY0" fmla="*/ 0 h 753971"/>
              <a:gd name="connsiteX1" fmla="*/ 1250950 w 1250950"/>
              <a:gd name="connsiteY1" fmla="*/ 753971 h 753971"/>
              <a:gd name="connsiteX2" fmla="*/ 0 w 1250950"/>
              <a:gd name="connsiteY2" fmla="*/ 753971 h 753971"/>
              <a:gd name="connsiteX3" fmla="*/ 4704 w 1250950"/>
              <a:gd name="connsiteY3" fmla="*/ 744208 h 753971"/>
              <a:gd name="connsiteX4" fmla="*/ 1056691 w 1250950"/>
              <a:gd name="connsiteY4" fmla="*/ 13476 h 753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0950" h="753971">
                <a:moveTo>
                  <a:pt x="1250950" y="0"/>
                </a:moveTo>
                <a:lnTo>
                  <a:pt x="1250950" y="753971"/>
                </a:lnTo>
                <a:lnTo>
                  <a:pt x="0" y="753971"/>
                </a:lnTo>
                <a:lnTo>
                  <a:pt x="4704" y="744208"/>
                </a:lnTo>
                <a:cubicBezTo>
                  <a:pt x="215501" y="356165"/>
                  <a:pt x="601588" y="77164"/>
                  <a:pt x="1056691" y="13476"/>
                </a:cubicBezTo>
                <a:close/>
              </a:path>
            </a:pathLst>
          </a:custGeom>
          <a:gradFill flip="none" rotWithShape="1">
            <a:gsLst>
              <a:gs pos="0">
                <a:schemeClr val="accent1">
                  <a:lumMod val="40000"/>
                  <a:lumOff val="60000"/>
                </a:schemeClr>
              </a:gs>
              <a:gs pos="100000">
                <a:schemeClr val="accent1">
                  <a:lumMod val="20000"/>
                  <a:lumOff val="80000"/>
                  <a:alpha val="0"/>
                </a:schemeClr>
              </a:gs>
            </a:gsLst>
            <a:lin ang="108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任意多边形: 形状 9"/>
          <p:cNvSpPr/>
          <p:nvPr userDrawn="1">
            <p:custDataLst>
              <p:tags r:id="rId15"/>
            </p:custDataLst>
          </p:nvPr>
        </p:nvSpPr>
        <p:spPr>
          <a:xfrm>
            <a:off x="10941050" y="6350351"/>
            <a:ext cx="1034820" cy="261325"/>
          </a:xfrm>
          <a:custGeom>
            <a:avLst/>
            <a:gdLst>
              <a:gd name="connsiteX0" fmla="*/ 1084022 w 1108530"/>
              <a:gd name="connsiteY0" fmla="*/ 230923 h 279939"/>
              <a:gd name="connsiteX1" fmla="*/ 1108530 w 1108530"/>
              <a:gd name="connsiteY1" fmla="*/ 255431 h 279939"/>
              <a:gd name="connsiteX2" fmla="*/ 1084022 w 1108530"/>
              <a:gd name="connsiteY2" fmla="*/ 279939 h 279939"/>
              <a:gd name="connsiteX3" fmla="*/ 1059514 w 1108530"/>
              <a:gd name="connsiteY3" fmla="*/ 255431 h 279939"/>
              <a:gd name="connsiteX4" fmla="*/ 1084022 w 1108530"/>
              <a:gd name="connsiteY4" fmla="*/ 230923 h 279939"/>
              <a:gd name="connsiteX5" fmla="*/ 965591 w 1108530"/>
              <a:gd name="connsiteY5" fmla="*/ 230923 h 279939"/>
              <a:gd name="connsiteX6" fmla="*/ 990099 w 1108530"/>
              <a:gd name="connsiteY6" fmla="*/ 255431 h 279939"/>
              <a:gd name="connsiteX7" fmla="*/ 965591 w 1108530"/>
              <a:gd name="connsiteY7" fmla="*/ 279939 h 279939"/>
              <a:gd name="connsiteX8" fmla="*/ 941082 w 1108530"/>
              <a:gd name="connsiteY8" fmla="*/ 255431 h 279939"/>
              <a:gd name="connsiteX9" fmla="*/ 965591 w 1108530"/>
              <a:gd name="connsiteY9" fmla="*/ 230923 h 279939"/>
              <a:gd name="connsiteX10" fmla="*/ 847159 w 1108530"/>
              <a:gd name="connsiteY10" fmla="*/ 230923 h 279939"/>
              <a:gd name="connsiteX11" fmla="*/ 871667 w 1108530"/>
              <a:gd name="connsiteY11" fmla="*/ 255431 h 279939"/>
              <a:gd name="connsiteX12" fmla="*/ 847159 w 1108530"/>
              <a:gd name="connsiteY12" fmla="*/ 279939 h 279939"/>
              <a:gd name="connsiteX13" fmla="*/ 822651 w 1108530"/>
              <a:gd name="connsiteY13" fmla="*/ 255431 h 279939"/>
              <a:gd name="connsiteX14" fmla="*/ 847159 w 1108530"/>
              <a:gd name="connsiteY14" fmla="*/ 230923 h 279939"/>
              <a:gd name="connsiteX15" fmla="*/ 728727 w 1108530"/>
              <a:gd name="connsiteY15" fmla="*/ 230923 h 279939"/>
              <a:gd name="connsiteX16" fmla="*/ 753235 w 1108530"/>
              <a:gd name="connsiteY16" fmla="*/ 255431 h 279939"/>
              <a:gd name="connsiteX17" fmla="*/ 728727 w 1108530"/>
              <a:gd name="connsiteY17" fmla="*/ 279939 h 279939"/>
              <a:gd name="connsiteX18" fmla="*/ 704219 w 1108530"/>
              <a:gd name="connsiteY18" fmla="*/ 255431 h 279939"/>
              <a:gd name="connsiteX19" fmla="*/ 728727 w 1108530"/>
              <a:gd name="connsiteY19" fmla="*/ 230923 h 279939"/>
              <a:gd name="connsiteX20" fmla="*/ 610295 w 1108530"/>
              <a:gd name="connsiteY20" fmla="*/ 230923 h 279939"/>
              <a:gd name="connsiteX21" fmla="*/ 634803 w 1108530"/>
              <a:gd name="connsiteY21" fmla="*/ 255431 h 279939"/>
              <a:gd name="connsiteX22" fmla="*/ 610295 w 1108530"/>
              <a:gd name="connsiteY22" fmla="*/ 279939 h 279939"/>
              <a:gd name="connsiteX23" fmla="*/ 585787 w 1108530"/>
              <a:gd name="connsiteY23" fmla="*/ 255431 h 279939"/>
              <a:gd name="connsiteX24" fmla="*/ 610295 w 1108530"/>
              <a:gd name="connsiteY24" fmla="*/ 230923 h 279939"/>
              <a:gd name="connsiteX25" fmla="*/ 498235 w 1108530"/>
              <a:gd name="connsiteY25" fmla="*/ 230923 h 279939"/>
              <a:gd name="connsiteX26" fmla="*/ 522743 w 1108530"/>
              <a:gd name="connsiteY26" fmla="*/ 255431 h 279939"/>
              <a:gd name="connsiteX27" fmla="*/ 498235 w 1108530"/>
              <a:gd name="connsiteY27" fmla="*/ 279939 h 279939"/>
              <a:gd name="connsiteX28" fmla="*/ 473727 w 1108530"/>
              <a:gd name="connsiteY28" fmla="*/ 255431 h 279939"/>
              <a:gd name="connsiteX29" fmla="*/ 498235 w 1108530"/>
              <a:gd name="connsiteY29" fmla="*/ 230923 h 279939"/>
              <a:gd name="connsiteX30" fmla="*/ 379803 w 1108530"/>
              <a:gd name="connsiteY30" fmla="*/ 230923 h 279939"/>
              <a:gd name="connsiteX31" fmla="*/ 404311 w 1108530"/>
              <a:gd name="connsiteY31" fmla="*/ 255431 h 279939"/>
              <a:gd name="connsiteX32" fmla="*/ 379803 w 1108530"/>
              <a:gd name="connsiteY32" fmla="*/ 279939 h 279939"/>
              <a:gd name="connsiteX33" fmla="*/ 355295 w 1108530"/>
              <a:gd name="connsiteY33" fmla="*/ 255431 h 279939"/>
              <a:gd name="connsiteX34" fmla="*/ 379803 w 1108530"/>
              <a:gd name="connsiteY34" fmla="*/ 230923 h 279939"/>
              <a:gd name="connsiteX35" fmla="*/ 261372 w 1108530"/>
              <a:gd name="connsiteY35" fmla="*/ 230923 h 279939"/>
              <a:gd name="connsiteX36" fmla="*/ 285880 w 1108530"/>
              <a:gd name="connsiteY36" fmla="*/ 255431 h 279939"/>
              <a:gd name="connsiteX37" fmla="*/ 261372 w 1108530"/>
              <a:gd name="connsiteY37" fmla="*/ 279939 h 279939"/>
              <a:gd name="connsiteX38" fmla="*/ 236863 w 1108530"/>
              <a:gd name="connsiteY38" fmla="*/ 255431 h 279939"/>
              <a:gd name="connsiteX39" fmla="*/ 261372 w 1108530"/>
              <a:gd name="connsiteY39" fmla="*/ 230923 h 279939"/>
              <a:gd name="connsiteX40" fmla="*/ 142940 w 1108530"/>
              <a:gd name="connsiteY40" fmla="*/ 230923 h 279939"/>
              <a:gd name="connsiteX41" fmla="*/ 167448 w 1108530"/>
              <a:gd name="connsiteY41" fmla="*/ 255431 h 279939"/>
              <a:gd name="connsiteX42" fmla="*/ 142940 w 1108530"/>
              <a:gd name="connsiteY42" fmla="*/ 279939 h 279939"/>
              <a:gd name="connsiteX43" fmla="*/ 118432 w 1108530"/>
              <a:gd name="connsiteY43" fmla="*/ 255431 h 279939"/>
              <a:gd name="connsiteX44" fmla="*/ 142940 w 1108530"/>
              <a:gd name="connsiteY44" fmla="*/ 230923 h 279939"/>
              <a:gd name="connsiteX45" fmla="*/ 24508 w 1108530"/>
              <a:gd name="connsiteY45" fmla="*/ 230923 h 279939"/>
              <a:gd name="connsiteX46" fmla="*/ 49016 w 1108530"/>
              <a:gd name="connsiteY46" fmla="*/ 255431 h 279939"/>
              <a:gd name="connsiteX47" fmla="*/ 24508 w 1108530"/>
              <a:gd name="connsiteY47" fmla="*/ 279939 h 279939"/>
              <a:gd name="connsiteX48" fmla="*/ 0 w 1108530"/>
              <a:gd name="connsiteY48" fmla="*/ 255431 h 279939"/>
              <a:gd name="connsiteX49" fmla="*/ 24508 w 1108530"/>
              <a:gd name="connsiteY49" fmla="*/ 230923 h 279939"/>
              <a:gd name="connsiteX50" fmla="*/ 1084022 w 1108530"/>
              <a:gd name="connsiteY50" fmla="*/ 115462 h 279939"/>
              <a:gd name="connsiteX51" fmla="*/ 1108530 w 1108530"/>
              <a:gd name="connsiteY51" fmla="*/ 139970 h 279939"/>
              <a:gd name="connsiteX52" fmla="*/ 1084022 w 1108530"/>
              <a:gd name="connsiteY52" fmla="*/ 164478 h 279939"/>
              <a:gd name="connsiteX53" fmla="*/ 1059514 w 1108530"/>
              <a:gd name="connsiteY53" fmla="*/ 139970 h 279939"/>
              <a:gd name="connsiteX54" fmla="*/ 1084022 w 1108530"/>
              <a:gd name="connsiteY54" fmla="*/ 115462 h 279939"/>
              <a:gd name="connsiteX55" fmla="*/ 965591 w 1108530"/>
              <a:gd name="connsiteY55" fmla="*/ 115462 h 279939"/>
              <a:gd name="connsiteX56" fmla="*/ 990099 w 1108530"/>
              <a:gd name="connsiteY56" fmla="*/ 139970 h 279939"/>
              <a:gd name="connsiteX57" fmla="*/ 965591 w 1108530"/>
              <a:gd name="connsiteY57" fmla="*/ 164478 h 279939"/>
              <a:gd name="connsiteX58" fmla="*/ 941082 w 1108530"/>
              <a:gd name="connsiteY58" fmla="*/ 139970 h 279939"/>
              <a:gd name="connsiteX59" fmla="*/ 965591 w 1108530"/>
              <a:gd name="connsiteY59" fmla="*/ 115462 h 279939"/>
              <a:gd name="connsiteX60" fmla="*/ 847159 w 1108530"/>
              <a:gd name="connsiteY60" fmla="*/ 115462 h 279939"/>
              <a:gd name="connsiteX61" fmla="*/ 871667 w 1108530"/>
              <a:gd name="connsiteY61" fmla="*/ 139970 h 279939"/>
              <a:gd name="connsiteX62" fmla="*/ 847159 w 1108530"/>
              <a:gd name="connsiteY62" fmla="*/ 164478 h 279939"/>
              <a:gd name="connsiteX63" fmla="*/ 822651 w 1108530"/>
              <a:gd name="connsiteY63" fmla="*/ 139970 h 279939"/>
              <a:gd name="connsiteX64" fmla="*/ 847159 w 1108530"/>
              <a:gd name="connsiteY64" fmla="*/ 115462 h 279939"/>
              <a:gd name="connsiteX65" fmla="*/ 728727 w 1108530"/>
              <a:gd name="connsiteY65" fmla="*/ 115462 h 279939"/>
              <a:gd name="connsiteX66" fmla="*/ 753235 w 1108530"/>
              <a:gd name="connsiteY66" fmla="*/ 139970 h 279939"/>
              <a:gd name="connsiteX67" fmla="*/ 728727 w 1108530"/>
              <a:gd name="connsiteY67" fmla="*/ 164478 h 279939"/>
              <a:gd name="connsiteX68" fmla="*/ 704219 w 1108530"/>
              <a:gd name="connsiteY68" fmla="*/ 139970 h 279939"/>
              <a:gd name="connsiteX69" fmla="*/ 728727 w 1108530"/>
              <a:gd name="connsiteY69" fmla="*/ 115462 h 279939"/>
              <a:gd name="connsiteX70" fmla="*/ 610295 w 1108530"/>
              <a:gd name="connsiteY70" fmla="*/ 115462 h 279939"/>
              <a:gd name="connsiteX71" fmla="*/ 634803 w 1108530"/>
              <a:gd name="connsiteY71" fmla="*/ 139970 h 279939"/>
              <a:gd name="connsiteX72" fmla="*/ 610295 w 1108530"/>
              <a:gd name="connsiteY72" fmla="*/ 164478 h 279939"/>
              <a:gd name="connsiteX73" fmla="*/ 585787 w 1108530"/>
              <a:gd name="connsiteY73" fmla="*/ 139970 h 279939"/>
              <a:gd name="connsiteX74" fmla="*/ 610295 w 1108530"/>
              <a:gd name="connsiteY74" fmla="*/ 115462 h 279939"/>
              <a:gd name="connsiteX75" fmla="*/ 498235 w 1108530"/>
              <a:gd name="connsiteY75" fmla="*/ 115462 h 279939"/>
              <a:gd name="connsiteX76" fmla="*/ 522743 w 1108530"/>
              <a:gd name="connsiteY76" fmla="*/ 139970 h 279939"/>
              <a:gd name="connsiteX77" fmla="*/ 498235 w 1108530"/>
              <a:gd name="connsiteY77" fmla="*/ 164478 h 279939"/>
              <a:gd name="connsiteX78" fmla="*/ 473727 w 1108530"/>
              <a:gd name="connsiteY78" fmla="*/ 139970 h 279939"/>
              <a:gd name="connsiteX79" fmla="*/ 498235 w 1108530"/>
              <a:gd name="connsiteY79" fmla="*/ 115462 h 279939"/>
              <a:gd name="connsiteX80" fmla="*/ 379803 w 1108530"/>
              <a:gd name="connsiteY80" fmla="*/ 115462 h 279939"/>
              <a:gd name="connsiteX81" fmla="*/ 404311 w 1108530"/>
              <a:gd name="connsiteY81" fmla="*/ 139970 h 279939"/>
              <a:gd name="connsiteX82" fmla="*/ 379803 w 1108530"/>
              <a:gd name="connsiteY82" fmla="*/ 164478 h 279939"/>
              <a:gd name="connsiteX83" fmla="*/ 355295 w 1108530"/>
              <a:gd name="connsiteY83" fmla="*/ 139970 h 279939"/>
              <a:gd name="connsiteX84" fmla="*/ 379803 w 1108530"/>
              <a:gd name="connsiteY84" fmla="*/ 115462 h 279939"/>
              <a:gd name="connsiteX85" fmla="*/ 261372 w 1108530"/>
              <a:gd name="connsiteY85" fmla="*/ 115462 h 279939"/>
              <a:gd name="connsiteX86" fmla="*/ 285880 w 1108530"/>
              <a:gd name="connsiteY86" fmla="*/ 139970 h 279939"/>
              <a:gd name="connsiteX87" fmla="*/ 261372 w 1108530"/>
              <a:gd name="connsiteY87" fmla="*/ 164478 h 279939"/>
              <a:gd name="connsiteX88" fmla="*/ 236863 w 1108530"/>
              <a:gd name="connsiteY88" fmla="*/ 139970 h 279939"/>
              <a:gd name="connsiteX89" fmla="*/ 261372 w 1108530"/>
              <a:gd name="connsiteY89" fmla="*/ 115462 h 279939"/>
              <a:gd name="connsiteX90" fmla="*/ 142940 w 1108530"/>
              <a:gd name="connsiteY90" fmla="*/ 115462 h 279939"/>
              <a:gd name="connsiteX91" fmla="*/ 167448 w 1108530"/>
              <a:gd name="connsiteY91" fmla="*/ 139970 h 279939"/>
              <a:gd name="connsiteX92" fmla="*/ 142940 w 1108530"/>
              <a:gd name="connsiteY92" fmla="*/ 164478 h 279939"/>
              <a:gd name="connsiteX93" fmla="*/ 118432 w 1108530"/>
              <a:gd name="connsiteY93" fmla="*/ 139970 h 279939"/>
              <a:gd name="connsiteX94" fmla="*/ 142940 w 1108530"/>
              <a:gd name="connsiteY94" fmla="*/ 115462 h 279939"/>
              <a:gd name="connsiteX95" fmla="*/ 24508 w 1108530"/>
              <a:gd name="connsiteY95" fmla="*/ 115462 h 279939"/>
              <a:gd name="connsiteX96" fmla="*/ 49016 w 1108530"/>
              <a:gd name="connsiteY96" fmla="*/ 139970 h 279939"/>
              <a:gd name="connsiteX97" fmla="*/ 24508 w 1108530"/>
              <a:gd name="connsiteY97" fmla="*/ 164478 h 279939"/>
              <a:gd name="connsiteX98" fmla="*/ 0 w 1108530"/>
              <a:gd name="connsiteY98" fmla="*/ 139970 h 279939"/>
              <a:gd name="connsiteX99" fmla="*/ 24508 w 1108530"/>
              <a:gd name="connsiteY99" fmla="*/ 115462 h 279939"/>
              <a:gd name="connsiteX100" fmla="*/ 1084022 w 1108530"/>
              <a:gd name="connsiteY100" fmla="*/ 0 h 279939"/>
              <a:gd name="connsiteX101" fmla="*/ 1108530 w 1108530"/>
              <a:gd name="connsiteY101" fmla="*/ 24508 h 279939"/>
              <a:gd name="connsiteX102" fmla="*/ 1084022 w 1108530"/>
              <a:gd name="connsiteY102" fmla="*/ 49016 h 279939"/>
              <a:gd name="connsiteX103" fmla="*/ 1059514 w 1108530"/>
              <a:gd name="connsiteY103" fmla="*/ 24508 h 279939"/>
              <a:gd name="connsiteX104" fmla="*/ 1084022 w 1108530"/>
              <a:gd name="connsiteY104" fmla="*/ 0 h 279939"/>
              <a:gd name="connsiteX105" fmla="*/ 965591 w 1108530"/>
              <a:gd name="connsiteY105" fmla="*/ 0 h 279939"/>
              <a:gd name="connsiteX106" fmla="*/ 990099 w 1108530"/>
              <a:gd name="connsiteY106" fmla="*/ 24508 h 279939"/>
              <a:gd name="connsiteX107" fmla="*/ 965591 w 1108530"/>
              <a:gd name="connsiteY107" fmla="*/ 49016 h 279939"/>
              <a:gd name="connsiteX108" fmla="*/ 941082 w 1108530"/>
              <a:gd name="connsiteY108" fmla="*/ 24508 h 279939"/>
              <a:gd name="connsiteX109" fmla="*/ 965591 w 1108530"/>
              <a:gd name="connsiteY109" fmla="*/ 0 h 279939"/>
              <a:gd name="connsiteX110" fmla="*/ 847159 w 1108530"/>
              <a:gd name="connsiteY110" fmla="*/ 0 h 279939"/>
              <a:gd name="connsiteX111" fmla="*/ 871667 w 1108530"/>
              <a:gd name="connsiteY111" fmla="*/ 24508 h 279939"/>
              <a:gd name="connsiteX112" fmla="*/ 847159 w 1108530"/>
              <a:gd name="connsiteY112" fmla="*/ 49016 h 279939"/>
              <a:gd name="connsiteX113" fmla="*/ 822651 w 1108530"/>
              <a:gd name="connsiteY113" fmla="*/ 24508 h 279939"/>
              <a:gd name="connsiteX114" fmla="*/ 847159 w 1108530"/>
              <a:gd name="connsiteY114" fmla="*/ 0 h 279939"/>
              <a:gd name="connsiteX115" fmla="*/ 728727 w 1108530"/>
              <a:gd name="connsiteY115" fmla="*/ 0 h 279939"/>
              <a:gd name="connsiteX116" fmla="*/ 753235 w 1108530"/>
              <a:gd name="connsiteY116" fmla="*/ 24508 h 279939"/>
              <a:gd name="connsiteX117" fmla="*/ 728727 w 1108530"/>
              <a:gd name="connsiteY117" fmla="*/ 49016 h 279939"/>
              <a:gd name="connsiteX118" fmla="*/ 704219 w 1108530"/>
              <a:gd name="connsiteY118" fmla="*/ 24508 h 279939"/>
              <a:gd name="connsiteX119" fmla="*/ 728727 w 1108530"/>
              <a:gd name="connsiteY119" fmla="*/ 0 h 279939"/>
              <a:gd name="connsiteX120" fmla="*/ 610295 w 1108530"/>
              <a:gd name="connsiteY120" fmla="*/ 0 h 279939"/>
              <a:gd name="connsiteX121" fmla="*/ 634803 w 1108530"/>
              <a:gd name="connsiteY121" fmla="*/ 24508 h 279939"/>
              <a:gd name="connsiteX122" fmla="*/ 610295 w 1108530"/>
              <a:gd name="connsiteY122" fmla="*/ 49016 h 279939"/>
              <a:gd name="connsiteX123" fmla="*/ 585787 w 1108530"/>
              <a:gd name="connsiteY123" fmla="*/ 24508 h 279939"/>
              <a:gd name="connsiteX124" fmla="*/ 610295 w 1108530"/>
              <a:gd name="connsiteY124" fmla="*/ 0 h 279939"/>
              <a:gd name="connsiteX125" fmla="*/ 498235 w 1108530"/>
              <a:gd name="connsiteY125" fmla="*/ 0 h 279939"/>
              <a:gd name="connsiteX126" fmla="*/ 522743 w 1108530"/>
              <a:gd name="connsiteY126" fmla="*/ 24508 h 279939"/>
              <a:gd name="connsiteX127" fmla="*/ 498235 w 1108530"/>
              <a:gd name="connsiteY127" fmla="*/ 49016 h 279939"/>
              <a:gd name="connsiteX128" fmla="*/ 473727 w 1108530"/>
              <a:gd name="connsiteY128" fmla="*/ 24508 h 279939"/>
              <a:gd name="connsiteX129" fmla="*/ 498235 w 1108530"/>
              <a:gd name="connsiteY129" fmla="*/ 0 h 279939"/>
              <a:gd name="connsiteX130" fmla="*/ 379803 w 1108530"/>
              <a:gd name="connsiteY130" fmla="*/ 0 h 279939"/>
              <a:gd name="connsiteX131" fmla="*/ 404311 w 1108530"/>
              <a:gd name="connsiteY131" fmla="*/ 24508 h 279939"/>
              <a:gd name="connsiteX132" fmla="*/ 379803 w 1108530"/>
              <a:gd name="connsiteY132" fmla="*/ 49016 h 279939"/>
              <a:gd name="connsiteX133" fmla="*/ 355295 w 1108530"/>
              <a:gd name="connsiteY133" fmla="*/ 24508 h 279939"/>
              <a:gd name="connsiteX134" fmla="*/ 379803 w 1108530"/>
              <a:gd name="connsiteY134" fmla="*/ 0 h 279939"/>
              <a:gd name="connsiteX135" fmla="*/ 261372 w 1108530"/>
              <a:gd name="connsiteY135" fmla="*/ 0 h 279939"/>
              <a:gd name="connsiteX136" fmla="*/ 285880 w 1108530"/>
              <a:gd name="connsiteY136" fmla="*/ 24508 h 279939"/>
              <a:gd name="connsiteX137" fmla="*/ 261372 w 1108530"/>
              <a:gd name="connsiteY137" fmla="*/ 49016 h 279939"/>
              <a:gd name="connsiteX138" fmla="*/ 236863 w 1108530"/>
              <a:gd name="connsiteY138" fmla="*/ 24508 h 279939"/>
              <a:gd name="connsiteX139" fmla="*/ 261372 w 1108530"/>
              <a:gd name="connsiteY139" fmla="*/ 0 h 279939"/>
              <a:gd name="connsiteX140" fmla="*/ 142940 w 1108530"/>
              <a:gd name="connsiteY140" fmla="*/ 0 h 279939"/>
              <a:gd name="connsiteX141" fmla="*/ 167448 w 1108530"/>
              <a:gd name="connsiteY141" fmla="*/ 24508 h 279939"/>
              <a:gd name="connsiteX142" fmla="*/ 142940 w 1108530"/>
              <a:gd name="connsiteY142" fmla="*/ 49016 h 279939"/>
              <a:gd name="connsiteX143" fmla="*/ 118432 w 1108530"/>
              <a:gd name="connsiteY143" fmla="*/ 24508 h 279939"/>
              <a:gd name="connsiteX144" fmla="*/ 142940 w 1108530"/>
              <a:gd name="connsiteY144" fmla="*/ 0 h 279939"/>
              <a:gd name="connsiteX145" fmla="*/ 24508 w 1108530"/>
              <a:gd name="connsiteY145" fmla="*/ 0 h 279939"/>
              <a:gd name="connsiteX146" fmla="*/ 49016 w 1108530"/>
              <a:gd name="connsiteY146" fmla="*/ 24508 h 279939"/>
              <a:gd name="connsiteX147" fmla="*/ 24508 w 1108530"/>
              <a:gd name="connsiteY147" fmla="*/ 49016 h 279939"/>
              <a:gd name="connsiteX148" fmla="*/ 0 w 1108530"/>
              <a:gd name="connsiteY148" fmla="*/ 24508 h 279939"/>
              <a:gd name="connsiteX149" fmla="*/ 24508 w 1108530"/>
              <a:gd name="connsiteY149" fmla="*/ 0 h 279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1108530" h="279939">
                <a:moveTo>
                  <a:pt x="1084022" y="230923"/>
                </a:moveTo>
                <a:cubicBezTo>
                  <a:pt x="1097558" y="230923"/>
                  <a:pt x="1108530" y="241895"/>
                  <a:pt x="1108530" y="255431"/>
                </a:cubicBezTo>
                <a:cubicBezTo>
                  <a:pt x="1108530" y="268967"/>
                  <a:pt x="1097558" y="279939"/>
                  <a:pt x="1084022" y="279939"/>
                </a:cubicBezTo>
                <a:cubicBezTo>
                  <a:pt x="1070486" y="279939"/>
                  <a:pt x="1059514" y="268967"/>
                  <a:pt x="1059514" y="255431"/>
                </a:cubicBezTo>
                <a:cubicBezTo>
                  <a:pt x="1059514" y="241895"/>
                  <a:pt x="1070486" y="230923"/>
                  <a:pt x="1084022" y="230923"/>
                </a:cubicBezTo>
                <a:close/>
                <a:moveTo>
                  <a:pt x="965591" y="230923"/>
                </a:moveTo>
                <a:cubicBezTo>
                  <a:pt x="979126" y="230923"/>
                  <a:pt x="990099" y="241895"/>
                  <a:pt x="990099" y="255431"/>
                </a:cubicBezTo>
                <a:cubicBezTo>
                  <a:pt x="990099" y="268967"/>
                  <a:pt x="979126" y="279939"/>
                  <a:pt x="965591" y="279939"/>
                </a:cubicBezTo>
                <a:cubicBezTo>
                  <a:pt x="952055" y="279939"/>
                  <a:pt x="941082" y="268967"/>
                  <a:pt x="941082" y="255431"/>
                </a:cubicBezTo>
                <a:cubicBezTo>
                  <a:pt x="941082" y="241895"/>
                  <a:pt x="952055" y="230923"/>
                  <a:pt x="965591" y="230923"/>
                </a:cubicBezTo>
                <a:close/>
                <a:moveTo>
                  <a:pt x="847159" y="230923"/>
                </a:moveTo>
                <a:cubicBezTo>
                  <a:pt x="860694" y="230923"/>
                  <a:pt x="871667" y="241895"/>
                  <a:pt x="871667" y="255431"/>
                </a:cubicBezTo>
                <a:cubicBezTo>
                  <a:pt x="871667" y="268967"/>
                  <a:pt x="860694" y="279939"/>
                  <a:pt x="847159" y="279939"/>
                </a:cubicBezTo>
                <a:cubicBezTo>
                  <a:pt x="833623" y="279939"/>
                  <a:pt x="822651" y="268967"/>
                  <a:pt x="822651" y="255431"/>
                </a:cubicBezTo>
                <a:cubicBezTo>
                  <a:pt x="822651" y="241895"/>
                  <a:pt x="833623" y="230923"/>
                  <a:pt x="847159" y="230923"/>
                </a:cubicBezTo>
                <a:close/>
                <a:moveTo>
                  <a:pt x="728727" y="230923"/>
                </a:moveTo>
                <a:cubicBezTo>
                  <a:pt x="742263" y="230923"/>
                  <a:pt x="753235" y="241895"/>
                  <a:pt x="753235" y="255431"/>
                </a:cubicBezTo>
                <a:cubicBezTo>
                  <a:pt x="753235" y="268967"/>
                  <a:pt x="742263" y="279939"/>
                  <a:pt x="728727" y="279939"/>
                </a:cubicBezTo>
                <a:cubicBezTo>
                  <a:pt x="715191" y="279939"/>
                  <a:pt x="704219" y="268967"/>
                  <a:pt x="704219" y="255431"/>
                </a:cubicBezTo>
                <a:cubicBezTo>
                  <a:pt x="704219" y="241895"/>
                  <a:pt x="715191" y="230923"/>
                  <a:pt x="728727" y="230923"/>
                </a:cubicBezTo>
                <a:close/>
                <a:moveTo>
                  <a:pt x="610295" y="230923"/>
                </a:moveTo>
                <a:cubicBezTo>
                  <a:pt x="623831" y="230923"/>
                  <a:pt x="634803" y="241895"/>
                  <a:pt x="634803" y="255431"/>
                </a:cubicBezTo>
                <a:cubicBezTo>
                  <a:pt x="634803" y="268967"/>
                  <a:pt x="623831" y="279939"/>
                  <a:pt x="610295" y="279939"/>
                </a:cubicBezTo>
                <a:cubicBezTo>
                  <a:pt x="596759" y="279939"/>
                  <a:pt x="585787" y="268967"/>
                  <a:pt x="585787" y="255431"/>
                </a:cubicBezTo>
                <a:cubicBezTo>
                  <a:pt x="585787" y="241895"/>
                  <a:pt x="596759" y="230923"/>
                  <a:pt x="610295" y="230923"/>
                </a:cubicBezTo>
                <a:close/>
                <a:moveTo>
                  <a:pt x="498235" y="230923"/>
                </a:moveTo>
                <a:cubicBezTo>
                  <a:pt x="511771" y="230923"/>
                  <a:pt x="522743" y="241895"/>
                  <a:pt x="522743" y="255431"/>
                </a:cubicBezTo>
                <a:cubicBezTo>
                  <a:pt x="522743" y="268967"/>
                  <a:pt x="511771" y="279939"/>
                  <a:pt x="498235" y="279939"/>
                </a:cubicBezTo>
                <a:cubicBezTo>
                  <a:pt x="484699" y="279939"/>
                  <a:pt x="473727" y="268967"/>
                  <a:pt x="473727" y="255431"/>
                </a:cubicBezTo>
                <a:cubicBezTo>
                  <a:pt x="473727" y="241895"/>
                  <a:pt x="484699" y="230923"/>
                  <a:pt x="498235" y="230923"/>
                </a:cubicBezTo>
                <a:close/>
                <a:moveTo>
                  <a:pt x="379803" y="230923"/>
                </a:moveTo>
                <a:cubicBezTo>
                  <a:pt x="393339" y="230923"/>
                  <a:pt x="404311" y="241895"/>
                  <a:pt x="404311" y="255431"/>
                </a:cubicBezTo>
                <a:cubicBezTo>
                  <a:pt x="404311" y="268967"/>
                  <a:pt x="393339" y="279939"/>
                  <a:pt x="379803" y="279939"/>
                </a:cubicBezTo>
                <a:cubicBezTo>
                  <a:pt x="366268" y="279939"/>
                  <a:pt x="355295" y="268967"/>
                  <a:pt x="355295" y="255431"/>
                </a:cubicBezTo>
                <a:cubicBezTo>
                  <a:pt x="355295" y="241895"/>
                  <a:pt x="366268" y="230923"/>
                  <a:pt x="379803" y="230923"/>
                </a:cubicBezTo>
                <a:close/>
                <a:moveTo>
                  <a:pt x="261372" y="230923"/>
                </a:moveTo>
                <a:cubicBezTo>
                  <a:pt x="274907" y="230923"/>
                  <a:pt x="285880" y="241895"/>
                  <a:pt x="285880" y="255431"/>
                </a:cubicBezTo>
                <a:cubicBezTo>
                  <a:pt x="285880" y="268967"/>
                  <a:pt x="274907" y="279939"/>
                  <a:pt x="261372" y="279939"/>
                </a:cubicBezTo>
                <a:cubicBezTo>
                  <a:pt x="247836" y="279939"/>
                  <a:pt x="236863" y="268967"/>
                  <a:pt x="236863" y="255431"/>
                </a:cubicBezTo>
                <a:cubicBezTo>
                  <a:pt x="236863" y="241895"/>
                  <a:pt x="247836" y="230923"/>
                  <a:pt x="261372" y="230923"/>
                </a:cubicBezTo>
                <a:close/>
                <a:moveTo>
                  <a:pt x="142940" y="230923"/>
                </a:moveTo>
                <a:cubicBezTo>
                  <a:pt x="156475" y="230923"/>
                  <a:pt x="167448" y="241895"/>
                  <a:pt x="167448" y="255431"/>
                </a:cubicBezTo>
                <a:cubicBezTo>
                  <a:pt x="167448" y="268967"/>
                  <a:pt x="156475" y="279939"/>
                  <a:pt x="142940" y="279939"/>
                </a:cubicBezTo>
                <a:cubicBezTo>
                  <a:pt x="129404" y="279939"/>
                  <a:pt x="118432" y="268967"/>
                  <a:pt x="118432" y="255431"/>
                </a:cubicBezTo>
                <a:cubicBezTo>
                  <a:pt x="118432" y="241895"/>
                  <a:pt x="129404" y="230923"/>
                  <a:pt x="142940" y="230923"/>
                </a:cubicBezTo>
                <a:close/>
                <a:moveTo>
                  <a:pt x="24508" y="230923"/>
                </a:moveTo>
                <a:cubicBezTo>
                  <a:pt x="38044" y="230923"/>
                  <a:pt x="49016" y="241895"/>
                  <a:pt x="49016" y="255431"/>
                </a:cubicBezTo>
                <a:cubicBezTo>
                  <a:pt x="49016" y="268967"/>
                  <a:pt x="38044" y="279939"/>
                  <a:pt x="24508" y="279939"/>
                </a:cubicBezTo>
                <a:cubicBezTo>
                  <a:pt x="10972" y="279939"/>
                  <a:pt x="0" y="268967"/>
                  <a:pt x="0" y="255431"/>
                </a:cubicBezTo>
                <a:cubicBezTo>
                  <a:pt x="0" y="241895"/>
                  <a:pt x="10972" y="230923"/>
                  <a:pt x="24508" y="230923"/>
                </a:cubicBezTo>
                <a:close/>
                <a:moveTo>
                  <a:pt x="1084022" y="115462"/>
                </a:moveTo>
                <a:cubicBezTo>
                  <a:pt x="1097558" y="115462"/>
                  <a:pt x="1108530" y="126434"/>
                  <a:pt x="1108530" y="139970"/>
                </a:cubicBezTo>
                <a:cubicBezTo>
                  <a:pt x="1108530" y="153505"/>
                  <a:pt x="1097558" y="164478"/>
                  <a:pt x="1084022" y="164478"/>
                </a:cubicBezTo>
                <a:cubicBezTo>
                  <a:pt x="1070486" y="164478"/>
                  <a:pt x="1059514" y="153505"/>
                  <a:pt x="1059514" y="139970"/>
                </a:cubicBezTo>
                <a:cubicBezTo>
                  <a:pt x="1059514" y="126434"/>
                  <a:pt x="1070486" y="115462"/>
                  <a:pt x="1084022" y="115462"/>
                </a:cubicBezTo>
                <a:close/>
                <a:moveTo>
                  <a:pt x="965591" y="115462"/>
                </a:moveTo>
                <a:cubicBezTo>
                  <a:pt x="979126" y="115462"/>
                  <a:pt x="990099" y="126434"/>
                  <a:pt x="990099" y="139970"/>
                </a:cubicBezTo>
                <a:cubicBezTo>
                  <a:pt x="990099" y="153505"/>
                  <a:pt x="979126" y="164478"/>
                  <a:pt x="965591" y="164478"/>
                </a:cubicBezTo>
                <a:cubicBezTo>
                  <a:pt x="952055" y="164478"/>
                  <a:pt x="941082" y="153505"/>
                  <a:pt x="941082" y="139970"/>
                </a:cubicBezTo>
                <a:cubicBezTo>
                  <a:pt x="941082" y="126434"/>
                  <a:pt x="952055" y="115462"/>
                  <a:pt x="965591" y="115462"/>
                </a:cubicBezTo>
                <a:close/>
                <a:moveTo>
                  <a:pt x="847159" y="115462"/>
                </a:moveTo>
                <a:cubicBezTo>
                  <a:pt x="860694" y="115462"/>
                  <a:pt x="871667" y="126434"/>
                  <a:pt x="871667" y="139970"/>
                </a:cubicBezTo>
                <a:cubicBezTo>
                  <a:pt x="871667" y="153505"/>
                  <a:pt x="860694" y="164478"/>
                  <a:pt x="847159" y="164478"/>
                </a:cubicBezTo>
                <a:cubicBezTo>
                  <a:pt x="833623" y="164478"/>
                  <a:pt x="822651" y="153505"/>
                  <a:pt x="822651" y="139970"/>
                </a:cubicBezTo>
                <a:cubicBezTo>
                  <a:pt x="822651" y="126434"/>
                  <a:pt x="833623" y="115462"/>
                  <a:pt x="847159" y="115462"/>
                </a:cubicBezTo>
                <a:close/>
                <a:moveTo>
                  <a:pt x="728727" y="115462"/>
                </a:moveTo>
                <a:cubicBezTo>
                  <a:pt x="742263" y="115462"/>
                  <a:pt x="753235" y="126434"/>
                  <a:pt x="753235" y="139970"/>
                </a:cubicBezTo>
                <a:cubicBezTo>
                  <a:pt x="753235" y="153505"/>
                  <a:pt x="742263" y="164478"/>
                  <a:pt x="728727" y="164478"/>
                </a:cubicBezTo>
                <a:cubicBezTo>
                  <a:pt x="715191" y="164478"/>
                  <a:pt x="704219" y="153505"/>
                  <a:pt x="704219" y="139970"/>
                </a:cubicBezTo>
                <a:cubicBezTo>
                  <a:pt x="704219" y="126434"/>
                  <a:pt x="715191" y="115462"/>
                  <a:pt x="728727" y="115462"/>
                </a:cubicBezTo>
                <a:close/>
                <a:moveTo>
                  <a:pt x="610295" y="115462"/>
                </a:moveTo>
                <a:cubicBezTo>
                  <a:pt x="623831" y="115462"/>
                  <a:pt x="634803" y="126434"/>
                  <a:pt x="634803" y="139970"/>
                </a:cubicBezTo>
                <a:cubicBezTo>
                  <a:pt x="634803" y="153505"/>
                  <a:pt x="623831" y="164478"/>
                  <a:pt x="610295" y="164478"/>
                </a:cubicBezTo>
                <a:cubicBezTo>
                  <a:pt x="596759" y="164478"/>
                  <a:pt x="585787" y="153505"/>
                  <a:pt x="585787" y="139970"/>
                </a:cubicBezTo>
                <a:cubicBezTo>
                  <a:pt x="585787" y="126434"/>
                  <a:pt x="596759" y="115462"/>
                  <a:pt x="610295" y="115462"/>
                </a:cubicBezTo>
                <a:close/>
                <a:moveTo>
                  <a:pt x="498235" y="115462"/>
                </a:moveTo>
                <a:cubicBezTo>
                  <a:pt x="511771" y="115462"/>
                  <a:pt x="522743" y="126434"/>
                  <a:pt x="522743" y="139970"/>
                </a:cubicBezTo>
                <a:cubicBezTo>
                  <a:pt x="522743" y="153505"/>
                  <a:pt x="511771" y="164478"/>
                  <a:pt x="498235" y="164478"/>
                </a:cubicBezTo>
                <a:cubicBezTo>
                  <a:pt x="484699" y="164478"/>
                  <a:pt x="473727" y="153505"/>
                  <a:pt x="473727" y="139970"/>
                </a:cubicBezTo>
                <a:cubicBezTo>
                  <a:pt x="473727" y="126434"/>
                  <a:pt x="484699" y="115462"/>
                  <a:pt x="498235" y="115462"/>
                </a:cubicBezTo>
                <a:close/>
                <a:moveTo>
                  <a:pt x="379803" y="115462"/>
                </a:moveTo>
                <a:cubicBezTo>
                  <a:pt x="393339" y="115462"/>
                  <a:pt x="404311" y="126434"/>
                  <a:pt x="404311" y="139970"/>
                </a:cubicBezTo>
                <a:cubicBezTo>
                  <a:pt x="404311" y="153505"/>
                  <a:pt x="393339" y="164478"/>
                  <a:pt x="379803" y="164478"/>
                </a:cubicBezTo>
                <a:cubicBezTo>
                  <a:pt x="366268" y="164478"/>
                  <a:pt x="355295" y="153505"/>
                  <a:pt x="355295" y="139970"/>
                </a:cubicBezTo>
                <a:cubicBezTo>
                  <a:pt x="355295" y="126434"/>
                  <a:pt x="366268" y="115462"/>
                  <a:pt x="379803" y="115462"/>
                </a:cubicBezTo>
                <a:close/>
                <a:moveTo>
                  <a:pt x="261372" y="115462"/>
                </a:moveTo>
                <a:cubicBezTo>
                  <a:pt x="274907" y="115462"/>
                  <a:pt x="285880" y="126434"/>
                  <a:pt x="285880" y="139970"/>
                </a:cubicBezTo>
                <a:cubicBezTo>
                  <a:pt x="285880" y="153505"/>
                  <a:pt x="274907" y="164478"/>
                  <a:pt x="261372" y="164478"/>
                </a:cubicBezTo>
                <a:cubicBezTo>
                  <a:pt x="247836" y="164478"/>
                  <a:pt x="236863" y="153505"/>
                  <a:pt x="236863" y="139970"/>
                </a:cubicBezTo>
                <a:cubicBezTo>
                  <a:pt x="236863" y="126434"/>
                  <a:pt x="247836" y="115462"/>
                  <a:pt x="261372" y="115462"/>
                </a:cubicBezTo>
                <a:close/>
                <a:moveTo>
                  <a:pt x="142940" y="115462"/>
                </a:moveTo>
                <a:cubicBezTo>
                  <a:pt x="156475" y="115462"/>
                  <a:pt x="167448" y="126434"/>
                  <a:pt x="167448" y="139970"/>
                </a:cubicBezTo>
                <a:cubicBezTo>
                  <a:pt x="167448" y="153505"/>
                  <a:pt x="156475" y="164478"/>
                  <a:pt x="142940" y="164478"/>
                </a:cubicBezTo>
                <a:cubicBezTo>
                  <a:pt x="129404" y="164478"/>
                  <a:pt x="118432" y="153505"/>
                  <a:pt x="118432" y="139970"/>
                </a:cubicBezTo>
                <a:cubicBezTo>
                  <a:pt x="118432" y="126434"/>
                  <a:pt x="129404" y="115462"/>
                  <a:pt x="142940" y="115462"/>
                </a:cubicBezTo>
                <a:close/>
                <a:moveTo>
                  <a:pt x="24508" y="115462"/>
                </a:moveTo>
                <a:cubicBezTo>
                  <a:pt x="38044" y="115462"/>
                  <a:pt x="49016" y="126434"/>
                  <a:pt x="49016" y="139970"/>
                </a:cubicBezTo>
                <a:cubicBezTo>
                  <a:pt x="49016" y="153505"/>
                  <a:pt x="38044" y="164478"/>
                  <a:pt x="24508" y="164478"/>
                </a:cubicBezTo>
                <a:cubicBezTo>
                  <a:pt x="10972" y="164478"/>
                  <a:pt x="0" y="153505"/>
                  <a:pt x="0" y="139970"/>
                </a:cubicBezTo>
                <a:cubicBezTo>
                  <a:pt x="0" y="126434"/>
                  <a:pt x="10972" y="115462"/>
                  <a:pt x="24508" y="115462"/>
                </a:cubicBezTo>
                <a:close/>
                <a:moveTo>
                  <a:pt x="1084022" y="0"/>
                </a:moveTo>
                <a:cubicBezTo>
                  <a:pt x="1097558" y="0"/>
                  <a:pt x="1108530" y="10973"/>
                  <a:pt x="1108530" y="24508"/>
                </a:cubicBezTo>
                <a:cubicBezTo>
                  <a:pt x="1108530" y="38044"/>
                  <a:pt x="1097558" y="49016"/>
                  <a:pt x="1084022" y="49016"/>
                </a:cubicBezTo>
                <a:cubicBezTo>
                  <a:pt x="1070486" y="49016"/>
                  <a:pt x="1059514" y="38044"/>
                  <a:pt x="1059514" y="24508"/>
                </a:cubicBezTo>
                <a:cubicBezTo>
                  <a:pt x="1059514" y="10973"/>
                  <a:pt x="1070486" y="0"/>
                  <a:pt x="1084022" y="0"/>
                </a:cubicBezTo>
                <a:close/>
                <a:moveTo>
                  <a:pt x="965591" y="0"/>
                </a:moveTo>
                <a:cubicBezTo>
                  <a:pt x="979126" y="0"/>
                  <a:pt x="990099" y="10973"/>
                  <a:pt x="990099" y="24508"/>
                </a:cubicBezTo>
                <a:cubicBezTo>
                  <a:pt x="990099" y="38044"/>
                  <a:pt x="979126" y="49016"/>
                  <a:pt x="965591" y="49016"/>
                </a:cubicBezTo>
                <a:cubicBezTo>
                  <a:pt x="952055" y="49016"/>
                  <a:pt x="941082" y="38044"/>
                  <a:pt x="941082" y="24508"/>
                </a:cubicBezTo>
                <a:cubicBezTo>
                  <a:pt x="941082" y="10973"/>
                  <a:pt x="952055" y="0"/>
                  <a:pt x="965591" y="0"/>
                </a:cubicBezTo>
                <a:close/>
                <a:moveTo>
                  <a:pt x="847159" y="0"/>
                </a:moveTo>
                <a:cubicBezTo>
                  <a:pt x="860694" y="0"/>
                  <a:pt x="871667" y="10973"/>
                  <a:pt x="871667" y="24508"/>
                </a:cubicBezTo>
                <a:cubicBezTo>
                  <a:pt x="871667" y="38044"/>
                  <a:pt x="860694" y="49016"/>
                  <a:pt x="847159" y="49016"/>
                </a:cubicBezTo>
                <a:cubicBezTo>
                  <a:pt x="833623" y="49016"/>
                  <a:pt x="822651" y="38044"/>
                  <a:pt x="822651" y="24508"/>
                </a:cubicBezTo>
                <a:cubicBezTo>
                  <a:pt x="822651" y="10973"/>
                  <a:pt x="833623" y="0"/>
                  <a:pt x="847159" y="0"/>
                </a:cubicBezTo>
                <a:close/>
                <a:moveTo>
                  <a:pt x="728727" y="0"/>
                </a:moveTo>
                <a:cubicBezTo>
                  <a:pt x="742263" y="0"/>
                  <a:pt x="753235" y="10973"/>
                  <a:pt x="753235" y="24508"/>
                </a:cubicBezTo>
                <a:cubicBezTo>
                  <a:pt x="753235" y="38044"/>
                  <a:pt x="742263" y="49016"/>
                  <a:pt x="728727" y="49016"/>
                </a:cubicBezTo>
                <a:cubicBezTo>
                  <a:pt x="715191" y="49016"/>
                  <a:pt x="704219" y="38044"/>
                  <a:pt x="704219" y="24508"/>
                </a:cubicBezTo>
                <a:cubicBezTo>
                  <a:pt x="704219" y="10973"/>
                  <a:pt x="715191" y="0"/>
                  <a:pt x="728727" y="0"/>
                </a:cubicBezTo>
                <a:close/>
                <a:moveTo>
                  <a:pt x="610295" y="0"/>
                </a:moveTo>
                <a:cubicBezTo>
                  <a:pt x="623831" y="0"/>
                  <a:pt x="634803" y="10973"/>
                  <a:pt x="634803" y="24508"/>
                </a:cubicBezTo>
                <a:cubicBezTo>
                  <a:pt x="634803" y="38044"/>
                  <a:pt x="623831" y="49016"/>
                  <a:pt x="610295" y="49016"/>
                </a:cubicBezTo>
                <a:cubicBezTo>
                  <a:pt x="596759" y="49016"/>
                  <a:pt x="585787" y="38044"/>
                  <a:pt x="585787" y="24508"/>
                </a:cubicBezTo>
                <a:cubicBezTo>
                  <a:pt x="585787" y="10973"/>
                  <a:pt x="596759" y="0"/>
                  <a:pt x="610295" y="0"/>
                </a:cubicBezTo>
                <a:close/>
                <a:moveTo>
                  <a:pt x="498235" y="0"/>
                </a:moveTo>
                <a:cubicBezTo>
                  <a:pt x="511771" y="0"/>
                  <a:pt x="522743" y="10973"/>
                  <a:pt x="522743" y="24508"/>
                </a:cubicBezTo>
                <a:cubicBezTo>
                  <a:pt x="522743" y="38044"/>
                  <a:pt x="511771" y="49016"/>
                  <a:pt x="498235" y="49016"/>
                </a:cubicBezTo>
                <a:cubicBezTo>
                  <a:pt x="484699" y="49016"/>
                  <a:pt x="473727" y="38044"/>
                  <a:pt x="473727" y="24508"/>
                </a:cubicBezTo>
                <a:cubicBezTo>
                  <a:pt x="473727" y="10973"/>
                  <a:pt x="484699" y="0"/>
                  <a:pt x="498235" y="0"/>
                </a:cubicBezTo>
                <a:close/>
                <a:moveTo>
                  <a:pt x="379803" y="0"/>
                </a:moveTo>
                <a:cubicBezTo>
                  <a:pt x="393339" y="0"/>
                  <a:pt x="404311" y="10973"/>
                  <a:pt x="404311" y="24508"/>
                </a:cubicBezTo>
                <a:cubicBezTo>
                  <a:pt x="404311" y="38044"/>
                  <a:pt x="393339" y="49016"/>
                  <a:pt x="379803" y="49016"/>
                </a:cubicBezTo>
                <a:cubicBezTo>
                  <a:pt x="366268" y="49016"/>
                  <a:pt x="355295" y="38044"/>
                  <a:pt x="355295" y="24508"/>
                </a:cubicBezTo>
                <a:cubicBezTo>
                  <a:pt x="355295" y="10973"/>
                  <a:pt x="366268" y="0"/>
                  <a:pt x="379803" y="0"/>
                </a:cubicBezTo>
                <a:close/>
                <a:moveTo>
                  <a:pt x="261372" y="0"/>
                </a:moveTo>
                <a:cubicBezTo>
                  <a:pt x="274907" y="0"/>
                  <a:pt x="285880" y="10973"/>
                  <a:pt x="285880" y="24508"/>
                </a:cubicBezTo>
                <a:cubicBezTo>
                  <a:pt x="285880" y="38044"/>
                  <a:pt x="274907" y="49016"/>
                  <a:pt x="261372" y="49016"/>
                </a:cubicBezTo>
                <a:cubicBezTo>
                  <a:pt x="247836" y="49016"/>
                  <a:pt x="236863" y="38044"/>
                  <a:pt x="236863" y="24508"/>
                </a:cubicBezTo>
                <a:cubicBezTo>
                  <a:pt x="236863" y="10973"/>
                  <a:pt x="247836" y="0"/>
                  <a:pt x="261372" y="0"/>
                </a:cubicBezTo>
                <a:close/>
                <a:moveTo>
                  <a:pt x="142940" y="0"/>
                </a:moveTo>
                <a:cubicBezTo>
                  <a:pt x="156475" y="0"/>
                  <a:pt x="167448" y="10973"/>
                  <a:pt x="167448" y="24508"/>
                </a:cubicBezTo>
                <a:cubicBezTo>
                  <a:pt x="167448" y="38044"/>
                  <a:pt x="156475" y="49016"/>
                  <a:pt x="142940" y="49016"/>
                </a:cubicBezTo>
                <a:cubicBezTo>
                  <a:pt x="129404" y="49016"/>
                  <a:pt x="118432" y="38044"/>
                  <a:pt x="118432" y="24508"/>
                </a:cubicBezTo>
                <a:cubicBezTo>
                  <a:pt x="118432" y="10973"/>
                  <a:pt x="129404" y="0"/>
                  <a:pt x="142940" y="0"/>
                </a:cubicBezTo>
                <a:close/>
                <a:moveTo>
                  <a:pt x="24508" y="0"/>
                </a:moveTo>
                <a:cubicBezTo>
                  <a:pt x="38044" y="0"/>
                  <a:pt x="49016" y="10973"/>
                  <a:pt x="49016" y="24508"/>
                </a:cubicBezTo>
                <a:cubicBezTo>
                  <a:pt x="49016" y="38044"/>
                  <a:pt x="38044" y="49016"/>
                  <a:pt x="24508" y="49016"/>
                </a:cubicBezTo>
                <a:cubicBezTo>
                  <a:pt x="10972" y="49016"/>
                  <a:pt x="0" y="38044"/>
                  <a:pt x="0" y="24508"/>
                </a:cubicBezTo>
                <a:cubicBezTo>
                  <a:pt x="0" y="10973"/>
                  <a:pt x="10972" y="0"/>
                  <a:pt x="24508" y="0"/>
                </a:cubicBezTo>
                <a:close/>
              </a:path>
            </a:pathLst>
          </a:custGeom>
          <a:gradFill>
            <a:gsLst>
              <a:gs pos="0">
                <a:schemeClr val="accent1"/>
              </a:gs>
              <a:gs pos="100000">
                <a:schemeClr val="accent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标题占位符 1"/>
          <p:cNvSpPr>
            <a:spLocks noGrp="1"/>
          </p:cNvSpPr>
          <p:nvPr>
            <p:ph type="title"/>
            <p:custDataLst>
              <p:tags r:id="rId16"/>
            </p:custDataLst>
          </p:nvPr>
        </p:nvSpPr>
        <p:spPr>
          <a:xfrm>
            <a:off x="695960" y="360000"/>
            <a:ext cx="10800000" cy="720000"/>
          </a:xfrm>
          <a:prstGeom prst="rect">
            <a:avLst/>
          </a:prstGeom>
        </p:spPr>
        <p:txBody>
          <a:bodyPr vert="horz" wrap="square" lIns="0" tIns="0" rIns="0" bIns="0" rtlCol="0" anchor="b">
            <a:normAutofit/>
          </a:bodyPr>
          <a:lstStyle/>
          <a:p>
            <a:r>
              <a:rPr lang="zh-CN" altLang="en-US"/>
              <a:t>单击此处编辑母版标题样式</a:t>
            </a:r>
          </a:p>
        </p:txBody>
      </p:sp>
      <p:sp>
        <p:nvSpPr>
          <p:cNvPr id="3" name="文本占位符 2"/>
          <p:cNvSpPr>
            <a:spLocks noGrp="1"/>
          </p:cNvSpPr>
          <p:nvPr>
            <p:ph type="body" idx="1"/>
            <p:custDataLst>
              <p:tags r:id="rId17"/>
            </p:custDataLst>
          </p:nvPr>
        </p:nvSpPr>
        <p:spPr>
          <a:xfrm>
            <a:off x="695960" y="1301749"/>
            <a:ext cx="10800000" cy="4873625"/>
          </a:xfrm>
          <a:prstGeom prst="rect">
            <a:avLst/>
          </a:prstGeom>
        </p:spPr>
        <p:txBody>
          <a:bodyPr vert="horz" wrap="square" lIns="0" tIns="0" rIns="0" bIns="0" rtlCol="0">
            <a:normAutofit/>
          </a:bodyPr>
          <a:lstStyle/>
          <a:p>
            <a:pPr lvl="0"/>
            <a:r>
              <a:rPr lang="zh-CN" altLang="en-US"/>
              <a:t>单击此处编辑母版文本样式</a:t>
            </a:r>
          </a:p>
          <a:p>
            <a:pPr lvl="1"/>
            <a:r>
              <a:rPr lang="zh-CN" altLang="en-US"/>
              <a:t>第二级</a:t>
            </a:r>
          </a:p>
          <a:p>
            <a:pPr lvl="2"/>
            <a:r>
              <a:rPr lang="zh-CN" altLang="en-US">
                <a:sym typeface="+mn-ea"/>
              </a:rPr>
              <a:t>第</a:t>
            </a:r>
            <a:r>
              <a:rPr lang="zh-CN" altLang="en-US"/>
              <a:t>三级</a:t>
            </a:r>
          </a:p>
          <a:p>
            <a:pPr lvl="3"/>
            <a:r>
              <a:rPr lang="zh-CN" altLang="en-US">
                <a:sym typeface="+mn-ea"/>
              </a:rPr>
              <a:t>第</a:t>
            </a:r>
            <a:r>
              <a:rPr lang="zh-CN" altLang="en-US"/>
              <a:t>四级</a:t>
            </a:r>
          </a:p>
          <a:p>
            <a:pPr lvl="4"/>
            <a:r>
              <a:rPr lang="zh-CN" altLang="en-US">
                <a:sym typeface="+mn-ea"/>
              </a:rPr>
              <a:t>第</a:t>
            </a:r>
            <a:r>
              <a:rPr lang="zh-CN" altLang="en-US"/>
              <a:t>五级</a:t>
            </a:r>
          </a:p>
        </p:txBody>
      </p:sp>
      <p:sp>
        <p:nvSpPr>
          <p:cNvPr id="4" name="日期占位符 3"/>
          <p:cNvSpPr>
            <a:spLocks noGrp="1"/>
          </p:cNvSpPr>
          <p:nvPr>
            <p:ph type="dt" sz="half" idx="2"/>
            <p:custDataLst>
              <p:tags r:id="rId18"/>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t>2026/4/5</a:t>
            </a:fld>
            <a:endParaRPr lang="zh-CN" altLang="en-US"/>
          </a:p>
        </p:txBody>
      </p:sp>
      <p:sp>
        <p:nvSpPr>
          <p:cNvPr id="5" name="页脚占位符 4"/>
          <p:cNvSpPr>
            <a:spLocks noGrp="1"/>
          </p:cNvSpPr>
          <p:nvPr>
            <p:ph type="ftr" sz="quarter" idx="3"/>
            <p:custDataLst>
              <p:tags r:id="rId19"/>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custDataLst>
              <p:tags r:id="rId20"/>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t>‹#›</a:t>
            </a:fld>
            <a:endParaRPr lang="zh-CN" altLang="en-US"/>
          </a:p>
        </p:txBody>
      </p:sp>
      <p:sp>
        <p:nvSpPr>
          <p:cNvPr id="11" name="KSO_TEMPLATE" hidden="1"/>
          <p:cNvSpPr/>
          <p:nvPr userDrawn="1">
            <p:custDataLst>
              <p:tags r:id="rId21"/>
            </p:custDataLst>
          </p:nvPr>
        </p:nvSpPr>
        <p:spPr>
          <a:xfrm flipH="1">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073743875" descr="学科网 zxxk.com"/>
          <p:cNvPicPr>
            <a:picLocks noChangeAspect="1"/>
          </p:cNvPicPr>
          <p:nvPr>
            <p:custDataLst>
              <p:tags r:id="rId22"/>
            </p:custDataLst>
          </p:nvPr>
        </p:nvPicPr>
        <p:blipFill>
          <a:blip r:embed="rId23" r:link="rId24"/>
          <a:stretch>
            <a:fillRect/>
          </a:stretch>
        </p:blipFill>
        <p:spPr>
          <a:xfrm>
            <a:off x="838200" y="365125"/>
            <a:ext cx="9525" cy="9525"/>
          </a:xfrm>
          <a:prstGeom prst="rect">
            <a:avLst/>
          </a:prstGeom>
          <a:noFill/>
          <a:ln>
            <a:no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l" defTabSz="914400" rtl="0" eaLnBrk="1" latinLnBrk="0" hangingPunct="1">
        <a:lnSpc>
          <a:spcPct val="100000"/>
        </a:lnSpc>
        <a:spcBef>
          <a:spcPct val="0"/>
        </a:spcBef>
        <a:buNone/>
        <a:defRPr sz="3200" b="1" kern="1200">
          <a:solidFill>
            <a:schemeClr val="tx2"/>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ct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ct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ct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ct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08.xml"/><Relationship Id="rId2" Type="http://schemas.openxmlformats.org/officeDocument/2006/relationships/tags" Target="../tags/tag107.xml"/><Relationship Id="rId1" Type="http://schemas.openxmlformats.org/officeDocument/2006/relationships/tags" Target="../tags/tag106.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116.xml"/><Relationship Id="rId13" Type="http://schemas.openxmlformats.org/officeDocument/2006/relationships/tags" Target="../tags/tag121.xml"/><Relationship Id="rId18" Type="http://schemas.openxmlformats.org/officeDocument/2006/relationships/tags" Target="../tags/tag126.xml"/><Relationship Id="rId26" Type="http://schemas.openxmlformats.org/officeDocument/2006/relationships/image" Target="../media/image5.svg"/><Relationship Id="rId3" Type="http://schemas.openxmlformats.org/officeDocument/2006/relationships/tags" Target="../tags/tag111.xml"/><Relationship Id="rId21" Type="http://schemas.openxmlformats.org/officeDocument/2006/relationships/tags" Target="../tags/tag129.xml"/><Relationship Id="rId7" Type="http://schemas.openxmlformats.org/officeDocument/2006/relationships/tags" Target="../tags/tag115.xml"/><Relationship Id="rId12" Type="http://schemas.openxmlformats.org/officeDocument/2006/relationships/tags" Target="../tags/tag120.xml"/><Relationship Id="rId17" Type="http://schemas.openxmlformats.org/officeDocument/2006/relationships/tags" Target="../tags/tag125.xml"/><Relationship Id="rId25" Type="http://schemas.openxmlformats.org/officeDocument/2006/relationships/image" Target="../media/image4.png"/><Relationship Id="rId2" Type="http://schemas.openxmlformats.org/officeDocument/2006/relationships/tags" Target="../tags/tag110.xml"/><Relationship Id="rId16" Type="http://schemas.openxmlformats.org/officeDocument/2006/relationships/tags" Target="../tags/tag124.xml"/><Relationship Id="rId20" Type="http://schemas.openxmlformats.org/officeDocument/2006/relationships/tags" Target="../tags/tag128.xml"/><Relationship Id="rId1" Type="http://schemas.openxmlformats.org/officeDocument/2006/relationships/tags" Target="../tags/tag109.xml"/><Relationship Id="rId6" Type="http://schemas.openxmlformats.org/officeDocument/2006/relationships/tags" Target="../tags/tag114.xml"/><Relationship Id="rId11" Type="http://schemas.openxmlformats.org/officeDocument/2006/relationships/tags" Target="../tags/tag119.xml"/><Relationship Id="rId24" Type="http://schemas.openxmlformats.org/officeDocument/2006/relationships/notesSlide" Target="../notesSlides/notesSlide1.xml"/><Relationship Id="rId5" Type="http://schemas.openxmlformats.org/officeDocument/2006/relationships/tags" Target="../tags/tag113.xml"/><Relationship Id="rId15" Type="http://schemas.openxmlformats.org/officeDocument/2006/relationships/tags" Target="../tags/tag123.xml"/><Relationship Id="rId23" Type="http://schemas.openxmlformats.org/officeDocument/2006/relationships/slideLayout" Target="../slideLayouts/slideLayout3.xml"/><Relationship Id="rId10" Type="http://schemas.openxmlformats.org/officeDocument/2006/relationships/tags" Target="../tags/tag118.xml"/><Relationship Id="rId19" Type="http://schemas.openxmlformats.org/officeDocument/2006/relationships/tags" Target="../tags/tag127.xml"/><Relationship Id="rId4" Type="http://schemas.openxmlformats.org/officeDocument/2006/relationships/tags" Target="../tags/tag112.xml"/><Relationship Id="rId9" Type="http://schemas.openxmlformats.org/officeDocument/2006/relationships/tags" Target="../tags/tag117.xml"/><Relationship Id="rId14" Type="http://schemas.openxmlformats.org/officeDocument/2006/relationships/tags" Target="../tags/tag122.xml"/><Relationship Id="rId22" Type="http://schemas.openxmlformats.org/officeDocument/2006/relationships/tags" Target="../tags/tag130.xml"/></Relationships>
</file>

<file path=ppt/slides/_rels/slide3.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tags" Target="../tags/tag136.xml"/><Relationship Id="rId7" Type="http://schemas.openxmlformats.org/officeDocument/2006/relationships/tags" Target="../tags/tag140.xml"/><Relationship Id="rId12" Type="http://schemas.openxmlformats.org/officeDocument/2006/relationships/image" Target="../media/image8.png"/><Relationship Id="rId2" Type="http://schemas.openxmlformats.org/officeDocument/2006/relationships/tags" Target="../tags/tag135.xml"/><Relationship Id="rId1" Type="http://schemas.openxmlformats.org/officeDocument/2006/relationships/tags" Target="../tags/tag134.xml"/><Relationship Id="rId6" Type="http://schemas.openxmlformats.org/officeDocument/2006/relationships/tags" Target="../tags/tag139.xml"/><Relationship Id="rId11" Type="http://schemas.openxmlformats.org/officeDocument/2006/relationships/image" Target="../media/image7.svg"/><Relationship Id="rId5" Type="http://schemas.openxmlformats.org/officeDocument/2006/relationships/tags" Target="../tags/tag138.xml"/><Relationship Id="rId10" Type="http://schemas.openxmlformats.org/officeDocument/2006/relationships/image" Target="../media/image6.png"/><Relationship Id="rId4" Type="http://schemas.openxmlformats.org/officeDocument/2006/relationships/tags" Target="../tags/tag137.xml"/><Relationship Id="rId9"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8" Type="http://schemas.openxmlformats.org/officeDocument/2006/relationships/tags" Target="../tags/tag151.xml"/><Relationship Id="rId13" Type="http://schemas.openxmlformats.org/officeDocument/2006/relationships/slideLayout" Target="../slideLayouts/slideLayout8.xml"/><Relationship Id="rId18" Type="http://schemas.openxmlformats.org/officeDocument/2006/relationships/image" Target="../media/image13.png"/><Relationship Id="rId3" Type="http://schemas.openxmlformats.org/officeDocument/2006/relationships/tags" Target="../tags/tag146.xml"/><Relationship Id="rId7" Type="http://schemas.openxmlformats.org/officeDocument/2006/relationships/tags" Target="../tags/tag150.xml"/><Relationship Id="rId12" Type="http://schemas.openxmlformats.org/officeDocument/2006/relationships/tags" Target="../tags/tag155.xml"/><Relationship Id="rId17" Type="http://schemas.openxmlformats.org/officeDocument/2006/relationships/image" Target="../media/image12.jpeg"/><Relationship Id="rId2" Type="http://schemas.openxmlformats.org/officeDocument/2006/relationships/tags" Target="../tags/tag145.xml"/><Relationship Id="rId16" Type="http://schemas.openxmlformats.org/officeDocument/2006/relationships/image" Target="../media/image11.png"/><Relationship Id="rId20" Type="http://schemas.openxmlformats.org/officeDocument/2006/relationships/image" Target="../media/image14.png"/><Relationship Id="rId1" Type="http://schemas.openxmlformats.org/officeDocument/2006/relationships/tags" Target="../tags/tag144.xml"/><Relationship Id="rId6" Type="http://schemas.openxmlformats.org/officeDocument/2006/relationships/tags" Target="../tags/tag149.xml"/><Relationship Id="rId11" Type="http://schemas.openxmlformats.org/officeDocument/2006/relationships/tags" Target="../tags/tag154.xml"/><Relationship Id="rId5" Type="http://schemas.openxmlformats.org/officeDocument/2006/relationships/tags" Target="../tags/tag148.xml"/><Relationship Id="rId15" Type="http://schemas.openxmlformats.org/officeDocument/2006/relationships/image" Target="../media/image10.svg"/><Relationship Id="rId10" Type="http://schemas.openxmlformats.org/officeDocument/2006/relationships/tags" Target="../tags/tag153.xml"/><Relationship Id="rId19" Type="http://schemas.openxmlformats.org/officeDocument/2006/relationships/image" Target="../media/image8.png"/><Relationship Id="rId4" Type="http://schemas.openxmlformats.org/officeDocument/2006/relationships/tags" Target="../tags/tag147.xml"/><Relationship Id="rId9" Type="http://schemas.openxmlformats.org/officeDocument/2006/relationships/tags" Target="../tags/tag152.xml"/><Relationship Id="rId1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158.xml"/><Relationship Id="rId7" Type="http://schemas.openxmlformats.org/officeDocument/2006/relationships/slideLayout" Target="../slideLayouts/slideLayout8.xml"/><Relationship Id="rId2" Type="http://schemas.openxmlformats.org/officeDocument/2006/relationships/tags" Target="../tags/tag157.xml"/><Relationship Id="rId1" Type="http://schemas.openxmlformats.org/officeDocument/2006/relationships/tags" Target="../tags/tag156.xml"/><Relationship Id="rId6" Type="http://schemas.openxmlformats.org/officeDocument/2006/relationships/tags" Target="../tags/tag161.xml"/><Relationship Id="rId5" Type="http://schemas.openxmlformats.org/officeDocument/2006/relationships/tags" Target="../tags/tag160.xml"/><Relationship Id="rId4" Type="http://schemas.openxmlformats.org/officeDocument/2006/relationships/tags" Target="../tags/tag159.xml"/><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164.xml"/><Relationship Id="rId7" Type="http://schemas.openxmlformats.org/officeDocument/2006/relationships/slideLayout" Target="../slideLayouts/slideLayout8.xml"/><Relationship Id="rId2" Type="http://schemas.openxmlformats.org/officeDocument/2006/relationships/tags" Target="../tags/tag163.xml"/><Relationship Id="rId1" Type="http://schemas.openxmlformats.org/officeDocument/2006/relationships/tags" Target="../tags/tag162.xml"/><Relationship Id="rId6" Type="http://schemas.openxmlformats.org/officeDocument/2006/relationships/tags" Target="../tags/tag167.xml"/><Relationship Id="rId5" Type="http://schemas.openxmlformats.org/officeDocument/2006/relationships/tags" Target="../tags/tag166.xml"/><Relationship Id="rId4" Type="http://schemas.openxmlformats.org/officeDocument/2006/relationships/tags" Target="../tags/tag165.xml"/><Relationship Id="rId9" Type="http://schemas.openxmlformats.org/officeDocument/2006/relationships/image" Target="../media/image14.png"/></Relationships>
</file>

<file path=ppt/slides/_rels/slide7.xml.rels><?xml version="1.0" encoding="UTF-8" standalone="yes"?>
<Relationships xmlns="http://schemas.openxmlformats.org/package/2006/relationships"><Relationship Id="rId8" Type="http://schemas.openxmlformats.org/officeDocument/2006/relationships/tags" Target="../tags/tag175.xml"/><Relationship Id="rId13" Type="http://schemas.openxmlformats.org/officeDocument/2006/relationships/tags" Target="../tags/tag180.xml"/><Relationship Id="rId18" Type="http://schemas.openxmlformats.org/officeDocument/2006/relationships/image" Target="../media/image16.png"/><Relationship Id="rId3" Type="http://schemas.openxmlformats.org/officeDocument/2006/relationships/tags" Target="../tags/tag170.xml"/><Relationship Id="rId21" Type="http://schemas.openxmlformats.org/officeDocument/2006/relationships/image" Target="../media/image19.png"/><Relationship Id="rId7" Type="http://schemas.openxmlformats.org/officeDocument/2006/relationships/tags" Target="../tags/tag174.xml"/><Relationship Id="rId12" Type="http://schemas.openxmlformats.org/officeDocument/2006/relationships/tags" Target="../tags/tag179.xml"/><Relationship Id="rId17" Type="http://schemas.openxmlformats.org/officeDocument/2006/relationships/image" Target="../media/image15.png"/><Relationship Id="rId2" Type="http://schemas.openxmlformats.org/officeDocument/2006/relationships/tags" Target="../tags/tag169.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tags" Target="../tags/tag168.xml"/><Relationship Id="rId6" Type="http://schemas.openxmlformats.org/officeDocument/2006/relationships/tags" Target="../tags/tag173.xml"/><Relationship Id="rId11" Type="http://schemas.openxmlformats.org/officeDocument/2006/relationships/tags" Target="../tags/tag178.xml"/><Relationship Id="rId5" Type="http://schemas.openxmlformats.org/officeDocument/2006/relationships/tags" Target="../tags/tag172.xml"/><Relationship Id="rId15" Type="http://schemas.openxmlformats.org/officeDocument/2006/relationships/image" Target="../media/image8.png"/><Relationship Id="rId10" Type="http://schemas.openxmlformats.org/officeDocument/2006/relationships/tags" Target="../tags/tag177.xml"/><Relationship Id="rId19" Type="http://schemas.openxmlformats.org/officeDocument/2006/relationships/image" Target="../media/image17.png"/><Relationship Id="rId4" Type="http://schemas.openxmlformats.org/officeDocument/2006/relationships/tags" Target="../tags/tag171.xml"/><Relationship Id="rId9" Type="http://schemas.openxmlformats.org/officeDocument/2006/relationships/tags" Target="../tags/tag176.xml"/><Relationship Id="rId14"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8" Type="http://schemas.openxmlformats.org/officeDocument/2006/relationships/tags" Target="../tags/tag188.xml"/><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tags" Target="../tags/tag183.xml"/><Relationship Id="rId7" Type="http://schemas.openxmlformats.org/officeDocument/2006/relationships/tags" Target="../tags/tag187.xml"/><Relationship Id="rId12" Type="http://schemas.openxmlformats.org/officeDocument/2006/relationships/image" Target="../media/image20.png"/><Relationship Id="rId17" Type="http://schemas.openxmlformats.org/officeDocument/2006/relationships/image" Target="../media/image25.png"/><Relationship Id="rId2" Type="http://schemas.openxmlformats.org/officeDocument/2006/relationships/tags" Target="../tags/tag182.xml"/><Relationship Id="rId16" Type="http://schemas.openxmlformats.org/officeDocument/2006/relationships/image" Target="../media/image24.png"/><Relationship Id="rId1" Type="http://schemas.openxmlformats.org/officeDocument/2006/relationships/tags" Target="../tags/tag181.xml"/><Relationship Id="rId6" Type="http://schemas.openxmlformats.org/officeDocument/2006/relationships/tags" Target="../tags/tag186.xml"/><Relationship Id="rId11" Type="http://schemas.openxmlformats.org/officeDocument/2006/relationships/image" Target="../media/image14.png"/><Relationship Id="rId5" Type="http://schemas.openxmlformats.org/officeDocument/2006/relationships/tags" Target="../tags/tag185.xml"/><Relationship Id="rId15" Type="http://schemas.openxmlformats.org/officeDocument/2006/relationships/image" Target="../media/image23.png"/><Relationship Id="rId10" Type="http://schemas.openxmlformats.org/officeDocument/2006/relationships/image" Target="../media/image8.png"/><Relationship Id="rId19" Type="http://schemas.openxmlformats.org/officeDocument/2006/relationships/image" Target="../media/image27.png"/><Relationship Id="rId4" Type="http://schemas.openxmlformats.org/officeDocument/2006/relationships/tags" Target="../tags/tag184.xml"/><Relationship Id="rId9" Type="http://schemas.openxmlformats.org/officeDocument/2006/relationships/slideLayout" Target="../slideLayouts/slideLayout8.xml"/><Relationship Id="rId14" Type="http://schemas.openxmlformats.org/officeDocument/2006/relationships/image" Target="../media/image22.png"/></Relationships>
</file>

<file path=ppt/slides/_rels/slide9.xml.rels><?xml version="1.0" encoding="UTF-8" standalone="yes"?>
<Relationships xmlns="http://schemas.openxmlformats.org/package/2006/relationships"><Relationship Id="rId8" Type="http://schemas.openxmlformats.org/officeDocument/2006/relationships/tags" Target="../tags/tag196.xml"/><Relationship Id="rId13" Type="http://schemas.openxmlformats.org/officeDocument/2006/relationships/slideLayout" Target="../slideLayouts/slideLayout8.xml"/><Relationship Id="rId39" Type="http://schemas.openxmlformats.org/officeDocument/2006/relationships/image" Target="../media/image30.png"/><Relationship Id="rId3" Type="http://schemas.openxmlformats.org/officeDocument/2006/relationships/tags" Target="../tags/tag191.xml"/><Relationship Id="rId47" Type="http://schemas.openxmlformats.org/officeDocument/2006/relationships/image" Target="../media/image32.png"/><Relationship Id="rId7" Type="http://schemas.openxmlformats.org/officeDocument/2006/relationships/tags" Target="../tags/tag195.xml"/><Relationship Id="rId12" Type="http://schemas.openxmlformats.org/officeDocument/2006/relationships/tags" Target="../tags/tag200.xml"/><Relationship Id="rId38" Type="http://schemas.openxmlformats.org/officeDocument/2006/relationships/image" Target="../media/image29.png"/><Relationship Id="rId46" Type="http://schemas.openxmlformats.org/officeDocument/2006/relationships/tags" Target="../tags/tag276.xml"/><Relationship Id="rId2" Type="http://schemas.openxmlformats.org/officeDocument/2006/relationships/tags" Target="../tags/tag190.xml"/><Relationship Id="rId41" Type="http://schemas.openxmlformats.org/officeDocument/2006/relationships/image" Target="../media/image300.png"/><Relationship Id="rId1" Type="http://schemas.openxmlformats.org/officeDocument/2006/relationships/tags" Target="../tags/tag189.xml"/><Relationship Id="rId6" Type="http://schemas.openxmlformats.org/officeDocument/2006/relationships/tags" Target="../tags/tag194.xml"/><Relationship Id="rId11" Type="http://schemas.openxmlformats.org/officeDocument/2006/relationships/tags" Target="../tags/tag199.xml"/><Relationship Id="rId37" Type="http://schemas.openxmlformats.org/officeDocument/2006/relationships/image" Target="../media/image28.png"/><Relationship Id="rId40" Type="http://schemas.openxmlformats.org/officeDocument/2006/relationships/tags" Target="../tags/tag271.xml"/><Relationship Id="rId5" Type="http://schemas.openxmlformats.org/officeDocument/2006/relationships/tags" Target="../tags/tag193.xml"/><Relationship Id="rId15" Type="http://schemas.openxmlformats.org/officeDocument/2006/relationships/image" Target="../media/image14.png"/><Relationship Id="rId36" Type="http://schemas.openxmlformats.org/officeDocument/2006/relationships/tags" Target="../tags/tag2440.xml"/><Relationship Id="rId10" Type="http://schemas.openxmlformats.org/officeDocument/2006/relationships/tags" Target="../tags/tag198.xml"/><Relationship Id="rId44" Type="http://schemas.openxmlformats.org/officeDocument/2006/relationships/image" Target="../media/image31.png"/><Relationship Id="rId4" Type="http://schemas.openxmlformats.org/officeDocument/2006/relationships/tags" Target="../tags/tag192.xml"/><Relationship Id="rId9" Type="http://schemas.openxmlformats.org/officeDocument/2006/relationships/tags" Target="../tags/tag197.xml"/><Relationship Id="rId14" Type="http://schemas.openxmlformats.org/officeDocument/2006/relationships/image" Target="../media/image8.png"/><Relationship Id="rId43" Type="http://schemas.openxmlformats.org/officeDocument/2006/relationships/tags" Target="../tags/tag274.xml"/></Relationships>
</file>

<file path=ppt/slides/_rels/slide1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203.xml"/><Relationship Id="rId7" Type="http://schemas.openxmlformats.org/officeDocument/2006/relationships/slideLayout" Target="../slideLayouts/slideLayout8.xml"/><Relationship Id="rId2" Type="http://schemas.openxmlformats.org/officeDocument/2006/relationships/tags" Target="../tags/tag202.xml"/><Relationship Id="rId1" Type="http://schemas.openxmlformats.org/officeDocument/2006/relationships/tags" Target="../tags/tag201.xml"/><Relationship Id="rId6" Type="http://schemas.openxmlformats.org/officeDocument/2006/relationships/tags" Target="../tags/tag206.xml"/><Relationship Id="rId5" Type="http://schemas.openxmlformats.org/officeDocument/2006/relationships/tags" Target="../tags/tag205.xml"/><Relationship Id="rId4" Type="http://schemas.openxmlformats.org/officeDocument/2006/relationships/tags" Target="../tags/tag204.xml"/><Relationship Id="rId9" Type="http://schemas.openxmlformats.org/officeDocument/2006/relationships/image" Target="../media/image14.png"/></Relationships>
</file>

<file path=ppt/slides/_rels/slide1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209.xml"/><Relationship Id="rId7" Type="http://schemas.openxmlformats.org/officeDocument/2006/relationships/image" Target="../media/image8.png"/><Relationship Id="rId2" Type="http://schemas.openxmlformats.org/officeDocument/2006/relationships/tags" Target="../tags/tag208.xml"/><Relationship Id="rId1" Type="http://schemas.openxmlformats.org/officeDocument/2006/relationships/tags" Target="../tags/tag207.xml"/><Relationship Id="rId6" Type="http://schemas.openxmlformats.org/officeDocument/2006/relationships/slideLayout" Target="../slideLayouts/slideLayout8.xml"/><Relationship Id="rId5" Type="http://schemas.openxmlformats.org/officeDocument/2006/relationships/tags" Target="../tags/tag211.xml"/><Relationship Id="rId4" Type="http://schemas.openxmlformats.org/officeDocument/2006/relationships/tags" Target="../tags/tag210.xml"/></Relationships>
</file>

<file path=ppt/slides/_rels/slide12.xml.rels><?xml version="1.0" encoding="UTF-8" standalone="yes"?>
<Relationships xmlns="http://schemas.openxmlformats.org/package/2006/relationships"><Relationship Id="rId8" Type="http://schemas.openxmlformats.org/officeDocument/2006/relationships/tags" Target="../tags/tag219.xml"/><Relationship Id="rId13" Type="http://schemas.openxmlformats.org/officeDocument/2006/relationships/image" Target="../media/image33.png"/><Relationship Id="rId18" Type="http://schemas.openxmlformats.org/officeDocument/2006/relationships/image" Target="../media/image38.png"/><Relationship Id="rId3" Type="http://schemas.openxmlformats.org/officeDocument/2006/relationships/tags" Target="../tags/tag214.xml"/><Relationship Id="rId7" Type="http://schemas.openxmlformats.org/officeDocument/2006/relationships/tags" Target="../tags/tag218.xml"/><Relationship Id="rId12" Type="http://schemas.openxmlformats.org/officeDocument/2006/relationships/image" Target="../media/image14.png"/><Relationship Id="rId17" Type="http://schemas.openxmlformats.org/officeDocument/2006/relationships/image" Target="../media/image37.png"/><Relationship Id="rId2" Type="http://schemas.openxmlformats.org/officeDocument/2006/relationships/tags" Target="../tags/tag213.xml"/><Relationship Id="rId16" Type="http://schemas.openxmlformats.org/officeDocument/2006/relationships/image" Target="../media/image36.png"/><Relationship Id="rId1" Type="http://schemas.openxmlformats.org/officeDocument/2006/relationships/tags" Target="../tags/tag212.xml"/><Relationship Id="rId6" Type="http://schemas.openxmlformats.org/officeDocument/2006/relationships/tags" Target="../tags/tag217.xml"/><Relationship Id="rId11" Type="http://schemas.openxmlformats.org/officeDocument/2006/relationships/image" Target="../media/image8.png"/><Relationship Id="rId5" Type="http://schemas.openxmlformats.org/officeDocument/2006/relationships/tags" Target="../tags/tag216.xml"/><Relationship Id="rId15" Type="http://schemas.openxmlformats.org/officeDocument/2006/relationships/image" Target="../media/image35.png"/><Relationship Id="rId10" Type="http://schemas.openxmlformats.org/officeDocument/2006/relationships/slideLayout" Target="../slideLayouts/slideLayout8.xml"/><Relationship Id="rId4" Type="http://schemas.openxmlformats.org/officeDocument/2006/relationships/tags" Target="../tags/tag215.xml"/><Relationship Id="rId9" Type="http://schemas.openxmlformats.org/officeDocument/2006/relationships/tags" Target="../tags/tag220.xml"/><Relationship Id="rId14" Type="http://schemas.openxmlformats.org/officeDocument/2006/relationships/image" Target="../media/image34.png"/></Relationships>
</file>

<file path=ppt/slides/_rels/slide13.xml.rels><?xml version="1.0" encoding="UTF-8" standalone="yes"?>
<Relationships xmlns="http://schemas.openxmlformats.org/package/2006/relationships"><Relationship Id="rId13" Type="http://schemas.openxmlformats.org/officeDocument/2006/relationships/tags" Target="../tags/tag233.xml"/><Relationship Id="rId18" Type="http://schemas.openxmlformats.org/officeDocument/2006/relationships/tags" Target="../tags/tag238.xml"/><Relationship Id="rId26" Type="http://schemas.openxmlformats.org/officeDocument/2006/relationships/tags" Target="../tags/tag246.xml"/><Relationship Id="rId39" Type="http://schemas.openxmlformats.org/officeDocument/2006/relationships/image" Target="../media/image42.png"/><Relationship Id="rId21" Type="http://schemas.openxmlformats.org/officeDocument/2006/relationships/tags" Target="../tags/tag241.xml"/><Relationship Id="rId34" Type="http://schemas.openxmlformats.org/officeDocument/2006/relationships/slideLayout" Target="../slideLayouts/slideLayout8.xml"/><Relationship Id="rId42" Type="http://schemas.openxmlformats.org/officeDocument/2006/relationships/tags" Target="../tags/tag401.xml"/><Relationship Id="rId7" Type="http://schemas.openxmlformats.org/officeDocument/2006/relationships/tags" Target="../tags/tag227.xml"/><Relationship Id="rId2" Type="http://schemas.openxmlformats.org/officeDocument/2006/relationships/tags" Target="../tags/tag222.xml"/><Relationship Id="rId16" Type="http://schemas.openxmlformats.org/officeDocument/2006/relationships/tags" Target="../tags/tag236.xml"/><Relationship Id="rId20" Type="http://schemas.openxmlformats.org/officeDocument/2006/relationships/tags" Target="../tags/tag240.xml"/><Relationship Id="rId29" Type="http://schemas.openxmlformats.org/officeDocument/2006/relationships/tags" Target="../tags/tag249.xml"/><Relationship Id="rId1" Type="http://schemas.openxmlformats.org/officeDocument/2006/relationships/tags" Target="../tags/tag221.xml"/><Relationship Id="rId6" Type="http://schemas.openxmlformats.org/officeDocument/2006/relationships/tags" Target="../tags/tag226.xml"/><Relationship Id="rId11" Type="http://schemas.openxmlformats.org/officeDocument/2006/relationships/tags" Target="../tags/tag231.xml"/><Relationship Id="rId24" Type="http://schemas.openxmlformats.org/officeDocument/2006/relationships/tags" Target="../tags/tag244.xml"/><Relationship Id="rId32" Type="http://schemas.openxmlformats.org/officeDocument/2006/relationships/tags" Target="../tags/tag252.xml"/><Relationship Id="rId37" Type="http://schemas.openxmlformats.org/officeDocument/2006/relationships/image" Target="../media/image39.png"/><Relationship Id="rId40" Type="http://schemas.openxmlformats.org/officeDocument/2006/relationships/image" Target="../media/image43.png"/><Relationship Id="rId45" Type="http://schemas.openxmlformats.org/officeDocument/2006/relationships/tags" Target="../tags/tag403.xml"/><Relationship Id="rId5" Type="http://schemas.openxmlformats.org/officeDocument/2006/relationships/tags" Target="../tags/tag225.xml"/><Relationship Id="rId15" Type="http://schemas.openxmlformats.org/officeDocument/2006/relationships/tags" Target="../tags/tag235.xml"/><Relationship Id="rId23" Type="http://schemas.openxmlformats.org/officeDocument/2006/relationships/tags" Target="../tags/tag243.xml"/><Relationship Id="rId28" Type="http://schemas.openxmlformats.org/officeDocument/2006/relationships/tags" Target="../tags/tag248.xml"/><Relationship Id="rId36" Type="http://schemas.openxmlformats.org/officeDocument/2006/relationships/image" Target="../media/image14.png"/><Relationship Id="rId10" Type="http://schemas.openxmlformats.org/officeDocument/2006/relationships/tags" Target="../tags/tag230.xml"/><Relationship Id="rId19" Type="http://schemas.openxmlformats.org/officeDocument/2006/relationships/tags" Target="../tags/tag239.xml"/><Relationship Id="rId31" Type="http://schemas.openxmlformats.org/officeDocument/2006/relationships/tags" Target="../tags/tag251.xml"/><Relationship Id="rId4" Type="http://schemas.openxmlformats.org/officeDocument/2006/relationships/tags" Target="../tags/tag224.xml"/><Relationship Id="rId9" Type="http://schemas.openxmlformats.org/officeDocument/2006/relationships/tags" Target="../tags/tag229.xml"/><Relationship Id="rId14" Type="http://schemas.openxmlformats.org/officeDocument/2006/relationships/tags" Target="../tags/tag234.xml"/><Relationship Id="rId22" Type="http://schemas.openxmlformats.org/officeDocument/2006/relationships/tags" Target="../tags/tag242.xml"/><Relationship Id="rId27" Type="http://schemas.openxmlformats.org/officeDocument/2006/relationships/tags" Target="../tags/tag247.xml"/><Relationship Id="rId30" Type="http://schemas.openxmlformats.org/officeDocument/2006/relationships/tags" Target="../tags/tag250.xml"/><Relationship Id="rId35" Type="http://schemas.openxmlformats.org/officeDocument/2006/relationships/image" Target="../media/image8.png"/><Relationship Id="rId43" Type="http://schemas.openxmlformats.org/officeDocument/2006/relationships/image" Target="../media/image45.png"/><Relationship Id="rId8" Type="http://schemas.openxmlformats.org/officeDocument/2006/relationships/tags" Target="../tags/tag228.xml"/><Relationship Id="rId3" Type="http://schemas.openxmlformats.org/officeDocument/2006/relationships/tags" Target="../tags/tag223.xml"/><Relationship Id="rId12" Type="http://schemas.openxmlformats.org/officeDocument/2006/relationships/tags" Target="../tags/tag232.xml"/><Relationship Id="rId17" Type="http://schemas.openxmlformats.org/officeDocument/2006/relationships/tags" Target="../tags/tag237.xml"/><Relationship Id="rId25" Type="http://schemas.openxmlformats.org/officeDocument/2006/relationships/tags" Target="../tags/tag245.xml"/><Relationship Id="rId33" Type="http://schemas.openxmlformats.org/officeDocument/2006/relationships/tags" Target="../tags/tag253.xml"/><Relationship Id="rId38" Type="http://schemas.openxmlformats.org/officeDocument/2006/relationships/image" Target="../media/image40.svg"/><Relationship Id="rId46"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副标题"/>
          <p:cNvSpPr>
            <a:spLocks noGrp="1"/>
          </p:cNvSpPr>
          <p:nvPr>
            <p:ph type="subTitle" idx="1"/>
            <p:custDataLst>
              <p:tags r:id="rId2"/>
            </p:custDataLst>
          </p:nvPr>
        </p:nvSpPr>
        <p:spPr/>
        <p:txBody>
          <a:bodyPr/>
          <a:lstStyle/>
          <a:p>
            <a:r>
              <a:rPr lang="zh-CN" altLang="en-US" sz="3600" b="1">
                <a:solidFill>
                  <a:srgbClr val="002060"/>
                </a:solidFill>
              </a:rPr>
              <a:t>专题：多星模型问题</a:t>
            </a:r>
          </a:p>
        </p:txBody>
      </p:sp>
      <p:sp>
        <p:nvSpPr>
          <p:cNvPr id="7" name="标题"/>
          <p:cNvSpPr>
            <a:spLocks noGrp="1"/>
          </p:cNvSpPr>
          <p:nvPr>
            <p:ph type="ctrTitle"/>
            <p:custDataLst>
              <p:tags r:id="rId3"/>
            </p:custDataLst>
          </p:nvPr>
        </p:nvSpPr>
        <p:spPr>
          <a:xfrm>
            <a:off x="1096645" y="2319020"/>
            <a:ext cx="3702685" cy="1109980"/>
          </a:xfrm>
        </p:spPr>
        <p:txBody>
          <a:bodyPr>
            <a:noAutofit/>
          </a:bodyPr>
          <a:lstStyle/>
          <a:p>
            <a:pPr marL="0" indent="0" algn="l">
              <a:lnSpc>
                <a:spcPct val="100000"/>
              </a:lnSpc>
              <a:spcBef>
                <a:spcPct val="0"/>
              </a:spcBef>
              <a:spcAft>
                <a:spcPct val="0"/>
              </a:spcAft>
              <a:buSzTx/>
            </a:pPr>
            <a:r>
              <a:rPr lang="zh-CN" altLang="en-US" sz="6600">
                <a:sym typeface="+mn-ea"/>
              </a:rPr>
              <a:t>星轨探微</a:t>
            </a:r>
          </a:p>
        </p:txBody>
      </p:sp>
    </p:spTree>
    <p:custDataLst>
      <p:tags r:id="rId1"/>
    </p:custDataLst>
  </p:cSld>
  <p:clrMapOvr>
    <a:masterClrMapping/>
  </p:clrMapOvr>
  <p:transition spd="slow">
    <p:comb/>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 name="图片 60"/>
          <p:cNvPicPr>
            <a:picLocks noChangeAspect="1"/>
          </p:cNvPicPr>
          <p:nvPr>
            <p:custDataLst>
              <p:tags r:id="rId2"/>
            </p:custDataLst>
          </p:nvPr>
        </p:nvPicPr>
        <p:blipFill>
          <a:blip r:embed="rId25">
            <a:extLst>
              <a:ext uri="{96DAC541-7B7A-43D3-8B79-37D633B846F1}">
                <asvg:svgBlip xmlns:asvg="http://schemas.microsoft.com/office/drawing/2016/SVG/main" r:embed="rId26"/>
              </a:ext>
            </a:extLst>
          </a:blip>
          <a:stretch>
            <a:fillRect/>
          </a:stretch>
        </p:blipFill>
        <p:spPr>
          <a:xfrm>
            <a:off x="5381440" y="999940"/>
            <a:ext cx="1429120" cy="1429120"/>
          </a:xfrm>
          <a:prstGeom prst="rect">
            <a:avLst/>
          </a:prstGeom>
        </p:spPr>
      </p:pic>
      <p:sp>
        <p:nvSpPr>
          <p:cNvPr id="16" name="标题"/>
          <p:cNvSpPr>
            <a:spLocks noGrp="1"/>
          </p:cNvSpPr>
          <p:nvPr>
            <p:ph type="title"/>
            <p:custDataLst>
              <p:tags r:id="rId3"/>
            </p:custDataLst>
          </p:nvPr>
        </p:nvSpPr>
        <p:spPr/>
        <p:txBody>
          <a:bodyPr/>
          <a:lstStyle/>
          <a:p>
            <a:pPr marL="0" indent="0" algn="l">
              <a:lnSpc>
                <a:spcPct val="100000"/>
              </a:lnSpc>
              <a:spcBef>
                <a:spcPct val="0"/>
              </a:spcBef>
              <a:spcAft>
                <a:spcPct val="0"/>
              </a:spcAft>
              <a:buSzTx/>
            </a:pPr>
            <a:r>
              <a:rPr lang="zh-CN" altLang="en-US"/>
              <a:t>目录</a:t>
            </a:r>
          </a:p>
        </p:txBody>
      </p:sp>
      <p:sp>
        <p:nvSpPr>
          <p:cNvPr id="17" name="矩形: 圆角 1"/>
          <p:cNvSpPr/>
          <p:nvPr>
            <p:custDataLst>
              <p:tags r:id="rId4"/>
            </p:custDataLst>
          </p:nvPr>
        </p:nvSpPr>
        <p:spPr>
          <a:xfrm>
            <a:off x="805080" y="2050251"/>
            <a:ext cx="5202050" cy="1099224"/>
          </a:xfrm>
          <a:prstGeom prst="roundRect">
            <a:avLst>
              <a:gd name="adj" fmla="val 5039"/>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2"/>
          <p:cNvSpPr/>
          <p:nvPr>
            <p:custDataLst>
              <p:tags r:id="rId5"/>
            </p:custDataLst>
          </p:nvPr>
        </p:nvSpPr>
        <p:spPr>
          <a:xfrm>
            <a:off x="805080" y="3347961"/>
            <a:ext cx="5202050" cy="1099224"/>
          </a:xfrm>
          <a:prstGeom prst="roundRect">
            <a:avLst>
              <a:gd name="adj" fmla="val 5039"/>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序号"/>
          <p:cNvSpPr txBox="1"/>
          <p:nvPr>
            <p:custDataLst>
              <p:tags r:id="rId6"/>
            </p:custDataLst>
          </p:nvPr>
        </p:nvSpPr>
        <p:spPr>
          <a:xfrm>
            <a:off x="872052" y="2250459"/>
            <a:ext cx="1169359" cy="698808"/>
          </a:xfrm>
          <a:prstGeom prst="rect">
            <a:avLst/>
          </a:prstGeom>
          <a:noFill/>
        </p:spPr>
        <p:txBody>
          <a:bodyPr wrap="none" lIns="0" tIns="0" rIns="0" bIns="0"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3200" b="1">
                <a:solidFill>
                  <a:schemeClr val="accent1"/>
                </a:solidFill>
                <a:latin typeface="+mn-ea"/>
              </a:rPr>
              <a:t>01</a:t>
            </a:r>
          </a:p>
        </p:txBody>
      </p:sp>
      <p:sp>
        <p:nvSpPr>
          <p:cNvPr id="21" name="项标题"/>
          <p:cNvSpPr txBox="1"/>
          <p:nvPr>
            <p:custDataLst>
              <p:tags r:id="rId7"/>
            </p:custDataLst>
          </p:nvPr>
        </p:nvSpPr>
        <p:spPr>
          <a:xfrm>
            <a:off x="2175705" y="2259926"/>
            <a:ext cx="3577512" cy="679875"/>
          </a:xfrm>
          <a:prstGeom prst="rect">
            <a:avLst/>
          </a:prstGeom>
          <a:noFill/>
        </p:spPr>
        <p:txBody>
          <a:bodyPr wrap="square" lIns="0" tIns="0" rIns="0" bIns="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spcBef>
                <a:spcPct val="0"/>
              </a:spcBef>
              <a:spcAft>
                <a:spcPct val="0"/>
              </a:spcAft>
              <a:buSzTx/>
            </a:pPr>
            <a:r>
              <a:rPr lang="zh-CN" altLang="en-US" sz="2400" spc="300">
                <a:solidFill>
                  <a:srgbClr val="102544"/>
                </a:solidFill>
                <a:latin typeface="+mn-ea"/>
              </a:rPr>
              <a:t>学习目标</a:t>
            </a:r>
          </a:p>
        </p:txBody>
      </p:sp>
      <p:sp>
        <p:nvSpPr>
          <p:cNvPr id="22" name="序号"/>
          <p:cNvSpPr txBox="1"/>
          <p:nvPr>
            <p:custDataLst>
              <p:tags r:id="rId8"/>
            </p:custDataLst>
          </p:nvPr>
        </p:nvSpPr>
        <p:spPr>
          <a:xfrm>
            <a:off x="872052" y="3548169"/>
            <a:ext cx="1169359" cy="698808"/>
          </a:xfrm>
          <a:prstGeom prst="rect">
            <a:avLst/>
          </a:prstGeom>
          <a:noFill/>
        </p:spPr>
        <p:txBody>
          <a:bodyPr wrap="none" lIns="0" tIns="0" rIns="0" bIns="0"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3200" b="1">
                <a:solidFill>
                  <a:schemeClr val="accent1"/>
                </a:solidFill>
                <a:latin typeface="+mn-ea"/>
              </a:rPr>
              <a:t>02</a:t>
            </a:r>
          </a:p>
        </p:txBody>
      </p:sp>
      <p:sp>
        <p:nvSpPr>
          <p:cNvPr id="24" name="项标题"/>
          <p:cNvSpPr txBox="1"/>
          <p:nvPr>
            <p:custDataLst>
              <p:tags r:id="rId9"/>
            </p:custDataLst>
          </p:nvPr>
        </p:nvSpPr>
        <p:spPr>
          <a:xfrm>
            <a:off x="2175705" y="3557636"/>
            <a:ext cx="3577512" cy="679875"/>
          </a:xfrm>
          <a:prstGeom prst="rect">
            <a:avLst/>
          </a:prstGeom>
          <a:noFill/>
        </p:spPr>
        <p:txBody>
          <a:bodyPr wrap="square" lIns="0" tIns="0" rIns="0" bIns="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spcBef>
                <a:spcPct val="0"/>
              </a:spcBef>
              <a:spcAft>
                <a:spcPct val="0"/>
              </a:spcAft>
              <a:buSzTx/>
            </a:pPr>
            <a:r>
              <a:rPr lang="zh-CN" altLang="en-US" sz="2400" spc="300">
                <a:solidFill>
                  <a:srgbClr val="102544"/>
                </a:solidFill>
                <a:latin typeface="+mn-ea"/>
              </a:rPr>
              <a:t>新课导入</a:t>
            </a:r>
          </a:p>
        </p:txBody>
      </p:sp>
      <p:sp>
        <p:nvSpPr>
          <p:cNvPr id="25" name="矩形: 圆角 9"/>
          <p:cNvSpPr/>
          <p:nvPr>
            <p:custDataLst>
              <p:tags r:id="rId10"/>
            </p:custDataLst>
          </p:nvPr>
        </p:nvSpPr>
        <p:spPr>
          <a:xfrm>
            <a:off x="805080" y="4658953"/>
            <a:ext cx="5202050" cy="1099224"/>
          </a:xfrm>
          <a:prstGeom prst="roundRect">
            <a:avLst>
              <a:gd name="adj" fmla="val 5039"/>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序号"/>
          <p:cNvSpPr txBox="1"/>
          <p:nvPr>
            <p:custDataLst>
              <p:tags r:id="rId11"/>
            </p:custDataLst>
          </p:nvPr>
        </p:nvSpPr>
        <p:spPr>
          <a:xfrm>
            <a:off x="872052" y="4859161"/>
            <a:ext cx="1169359" cy="698808"/>
          </a:xfrm>
          <a:prstGeom prst="rect">
            <a:avLst/>
          </a:prstGeom>
          <a:noFill/>
        </p:spPr>
        <p:txBody>
          <a:bodyPr wrap="none" lIns="0" tIns="0" rIns="0" bIns="0"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3200" b="1">
                <a:solidFill>
                  <a:schemeClr val="accent1"/>
                </a:solidFill>
                <a:latin typeface="+mn-ea"/>
              </a:rPr>
              <a:t>03</a:t>
            </a:r>
          </a:p>
        </p:txBody>
      </p:sp>
      <p:sp>
        <p:nvSpPr>
          <p:cNvPr id="27" name="项标题"/>
          <p:cNvSpPr txBox="1"/>
          <p:nvPr>
            <p:custDataLst>
              <p:tags r:id="rId12"/>
            </p:custDataLst>
          </p:nvPr>
        </p:nvSpPr>
        <p:spPr>
          <a:xfrm>
            <a:off x="2175705" y="4868628"/>
            <a:ext cx="3577512" cy="679875"/>
          </a:xfrm>
          <a:prstGeom prst="rect">
            <a:avLst/>
          </a:prstGeom>
          <a:noFill/>
        </p:spPr>
        <p:txBody>
          <a:bodyPr wrap="square" lIns="0" tIns="0" rIns="0" bIns="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spcBef>
                <a:spcPct val="0"/>
              </a:spcBef>
              <a:spcAft>
                <a:spcPct val="0"/>
              </a:spcAft>
              <a:buSzTx/>
            </a:pPr>
            <a:r>
              <a:rPr lang="zh-CN" altLang="en-US" sz="2400" spc="300">
                <a:solidFill>
                  <a:srgbClr val="102544"/>
                </a:solidFill>
                <a:latin typeface="+mn-ea"/>
              </a:rPr>
              <a:t>新课讲解</a:t>
            </a:r>
          </a:p>
        </p:txBody>
      </p:sp>
      <p:sp>
        <p:nvSpPr>
          <p:cNvPr id="28" name="矩形: 圆角 12"/>
          <p:cNvSpPr/>
          <p:nvPr>
            <p:custDataLst>
              <p:tags r:id="rId13"/>
            </p:custDataLst>
          </p:nvPr>
        </p:nvSpPr>
        <p:spPr>
          <a:xfrm>
            <a:off x="6197568" y="2050251"/>
            <a:ext cx="5202050" cy="1099224"/>
          </a:xfrm>
          <a:prstGeom prst="roundRect">
            <a:avLst>
              <a:gd name="adj" fmla="val 5039"/>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圆角 13"/>
          <p:cNvSpPr/>
          <p:nvPr>
            <p:custDataLst>
              <p:tags r:id="rId14"/>
            </p:custDataLst>
          </p:nvPr>
        </p:nvSpPr>
        <p:spPr>
          <a:xfrm>
            <a:off x="6197568" y="3347961"/>
            <a:ext cx="5202050" cy="1099224"/>
          </a:xfrm>
          <a:prstGeom prst="roundRect">
            <a:avLst>
              <a:gd name="adj" fmla="val 5039"/>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序号"/>
          <p:cNvSpPr txBox="1"/>
          <p:nvPr>
            <p:custDataLst>
              <p:tags r:id="rId15"/>
            </p:custDataLst>
          </p:nvPr>
        </p:nvSpPr>
        <p:spPr>
          <a:xfrm>
            <a:off x="6264538" y="2250459"/>
            <a:ext cx="1169359" cy="698808"/>
          </a:xfrm>
          <a:prstGeom prst="rect">
            <a:avLst/>
          </a:prstGeom>
          <a:noFill/>
        </p:spPr>
        <p:txBody>
          <a:bodyPr wrap="none" lIns="0" tIns="0" rIns="0" bIns="0"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3200" b="1">
                <a:solidFill>
                  <a:schemeClr val="accent1"/>
                </a:solidFill>
                <a:latin typeface="+mn-ea"/>
              </a:rPr>
              <a:t>04</a:t>
            </a:r>
          </a:p>
        </p:txBody>
      </p:sp>
      <p:sp>
        <p:nvSpPr>
          <p:cNvPr id="31" name="项标题"/>
          <p:cNvSpPr txBox="1"/>
          <p:nvPr>
            <p:custDataLst>
              <p:tags r:id="rId16"/>
            </p:custDataLst>
          </p:nvPr>
        </p:nvSpPr>
        <p:spPr>
          <a:xfrm>
            <a:off x="7568192" y="2259926"/>
            <a:ext cx="3577512" cy="679875"/>
          </a:xfrm>
          <a:prstGeom prst="rect">
            <a:avLst/>
          </a:prstGeom>
          <a:noFill/>
        </p:spPr>
        <p:txBody>
          <a:bodyPr wrap="square" lIns="0" tIns="0" rIns="0" bIns="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spcBef>
                <a:spcPct val="0"/>
              </a:spcBef>
              <a:spcAft>
                <a:spcPct val="0"/>
              </a:spcAft>
              <a:buSzTx/>
            </a:pPr>
            <a:r>
              <a:rPr lang="zh-CN" altLang="en-US" sz="2400" spc="300">
                <a:solidFill>
                  <a:srgbClr val="102544"/>
                </a:solidFill>
                <a:latin typeface="+mn-ea"/>
              </a:rPr>
              <a:t>经典例题</a:t>
            </a:r>
          </a:p>
        </p:txBody>
      </p:sp>
      <p:sp>
        <p:nvSpPr>
          <p:cNvPr id="32" name="序号"/>
          <p:cNvSpPr txBox="1"/>
          <p:nvPr>
            <p:custDataLst>
              <p:tags r:id="rId17"/>
            </p:custDataLst>
          </p:nvPr>
        </p:nvSpPr>
        <p:spPr>
          <a:xfrm>
            <a:off x="6264538" y="3548169"/>
            <a:ext cx="1169359" cy="698808"/>
          </a:xfrm>
          <a:prstGeom prst="rect">
            <a:avLst/>
          </a:prstGeom>
          <a:noFill/>
        </p:spPr>
        <p:txBody>
          <a:bodyPr wrap="none" lIns="0" tIns="0" rIns="0" bIns="0"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3200" b="1">
                <a:solidFill>
                  <a:schemeClr val="accent1"/>
                </a:solidFill>
                <a:latin typeface="+mn-ea"/>
              </a:rPr>
              <a:t>05</a:t>
            </a:r>
          </a:p>
        </p:txBody>
      </p:sp>
      <p:sp>
        <p:nvSpPr>
          <p:cNvPr id="33" name="项标题"/>
          <p:cNvSpPr txBox="1"/>
          <p:nvPr>
            <p:custDataLst>
              <p:tags r:id="rId18"/>
            </p:custDataLst>
          </p:nvPr>
        </p:nvSpPr>
        <p:spPr>
          <a:xfrm>
            <a:off x="7568192" y="3557636"/>
            <a:ext cx="3577512" cy="679875"/>
          </a:xfrm>
          <a:prstGeom prst="rect">
            <a:avLst/>
          </a:prstGeom>
          <a:noFill/>
        </p:spPr>
        <p:txBody>
          <a:bodyPr wrap="square" lIns="0" tIns="0" rIns="0" bIns="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spcBef>
                <a:spcPct val="0"/>
              </a:spcBef>
              <a:spcAft>
                <a:spcPct val="0"/>
              </a:spcAft>
              <a:buSzTx/>
            </a:pPr>
            <a:r>
              <a:rPr lang="zh-CN" altLang="en-US" sz="2400" spc="300">
                <a:solidFill>
                  <a:srgbClr val="102544"/>
                </a:solidFill>
                <a:latin typeface="+mn-ea"/>
              </a:rPr>
              <a:t>课堂练习</a:t>
            </a:r>
          </a:p>
        </p:txBody>
      </p:sp>
      <p:sp>
        <p:nvSpPr>
          <p:cNvPr id="34" name="矩形: 圆角 18"/>
          <p:cNvSpPr/>
          <p:nvPr>
            <p:custDataLst>
              <p:tags r:id="rId19"/>
            </p:custDataLst>
          </p:nvPr>
        </p:nvSpPr>
        <p:spPr>
          <a:xfrm>
            <a:off x="6197568" y="4658953"/>
            <a:ext cx="5202050" cy="1099224"/>
          </a:xfrm>
          <a:prstGeom prst="roundRect">
            <a:avLst>
              <a:gd name="adj" fmla="val 5039"/>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序号"/>
          <p:cNvSpPr txBox="1"/>
          <p:nvPr>
            <p:custDataLst>
              <p:tags r:id="rId20"/>
            </p:custDataLst>
          </p:nvPr>
        </p:nvSpPr>
        <p:spPr>
          <a:xfrm>
            <a:off x="6264538" y="4859161"/>
            <a:ext cx="1169359" cy="698808"/>
          </a:xfrm>
          <a:prstGeom prst="rect">
            <a:avLst/>
          </a:prstGeom>
          <a:noFill/>
        </p:spPr>
        <p:txBody>
          <a:bodyPr wrap="none" lIns="0" tIns="0" rIns="0" bIns="0"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3200" b="1">
                <a:solidFill>
                  <a:schemeClr val="accent1"/>
                </a:solidFill>
                <a:latin typeface="+mn-ea"/>
              </a:rPr>
              <a:t>06</a:t>
            </a:r>
          </a:p>
        </p:txBody>
      </p:sp>
      <p:sp>
        <p:nvSpPr>
          <p:cNvPr id="60" name="项标题"/>
          <p:cNvSpPr txBox="1"/>
          <p:nvPr>
            <p:custDataLst>
              <p:tags r:id="rId21"/>
            </p:custDataLst>
          </p:nvPr>
        </p:nvSpPr>
        <p:spPr>
          <a:xfrm>
            <a:off x="7568192" y="4868628"/>
            <a:ext cx="3577512" cy="679875"/>
          </a:xfrm>
          <a:prstGeom prst="rect">
            <a:avLst/>
          </a:prstGeom>
          <a:noFill/>
        </p:spPr>
        <p:txBody>
          <a:bodyPr wrap="square" lIns="0" tIns="0" rIns="0" bIns="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0000"/>
              </a:lnSpc>
              <a:spcBef>
                <a:spcPct val="0"/>
              </a:spcBef>
              <a:spcAft>
                <a:spcPct val="0"/>
              </a:spcAft>
              <a:buSzTx/>
            </a:pPr>
            <a:r>
              <a:rPr lang="zh-CN" altLang="en-US" sz="2400" spc="300">
                <a:solidFill>
                  <a:srgbClr val="102544"/>
                </a:solidFill>
                <a:latin typeface="+mn-ea"/>
              </a:rPr>
              <a:t>本课小结</a:t>
            </a:r>
          </a:p>
        </p:txBody>
      </p:sp>
      <p:sp>
        <p:nvSpPr>
          <p:cNvPr id="23" name="任意多边形: 形状 22"/>
          <p:cNvSpPr/>
          <p:nvPr>
            <p:custDataLst>
              <p:tags r:id="rId22"/>
            </p:custDataLst>
          </p:nvPr>
        </p:nvSpPr>
        <p:spPr>
          <a:xfrm>
            <a:off x="2868409" y="875551"/>
            <a:ext cx="4206307" cy="595854"/>
          </a:xfrm>
          <a:custGeom>
            <a:avLst/>
            <a:gdLst/>
            <a:ahLst/>
            <a:cxnLst/>
            <a:rect l="l" t="t" r="r" b="b"/>
            <a:pathLst>
              <a:path w="4207743" h="596057">
                <a:moveTo>
                  <a:pt x="789087" y="106412"/>
                </a:moveTo>
                <a:cubicBezTo>
                  <a:pt x="740966" y="106412"/>
                  <a:pt x="703076" y="124272"/>
                  <a:pt x="675419" y="159991"/>
                </a:cubicBezTo>
                <a:cubicBezTo>
                  <a:pt x="647762" y="195709"/>
                  <a:pt x="633933" y="241970"/>
                  <a:pt x="633933" y="298773"/>
                </a:cubicBezTo>
                <a:cubicBezTo>
                  <a:pt x="633933" y="354831"/>
                  <a:pt x="647452" y="400658"/>
                  <a:pt x="674489" y="436253"/>
                </a:cubicBezTo>
                <a:cubicBezTo>
                  <a:pt x="701526" y="471848"/>
                  <a:pt x="738609" y="489645"/>
                  <a:pt x="785738" y="489645"/>
                </a:cubicBezTo>
                <a:cubicBezTo>
                  <a:pt x="833859" y="489645"/>
                  <a:pt x="871314" y="472592"/>
                  <a:pt x="898103" y="438485"/>
                </a:cubicBezTo>
                <a:cubicBezTo>
                  <a:pt x="924892" y="404379"/>
                  <a:pt x="938287" y="358552"/>
                  <a:pt x="938287" y="301005"/>
                </a:cubicBezTo>
                <a:cubicBezTo>
                  <a:pt x="938287" y="240978"/>
                  <a:pt x="925264" y="193539"/>
                  <a:pt x="899220" y="158688"/>
                </a:cubicBezTo>
                <a:cubicBezTo>
                  <a:pt x="873175" y="123838"/>
                  <a:pt x="836464" y="106412"/>
                  <a:pt x="789087" y="106412"/>
                </a:cubicBezTo>
                <a:close/>
                <a:moveTo>
                  <a:pt x="3315891" y="9674"/>
                </a:moveTo>
                <a:lnTo>
                  <a:pt x="3767584" y="9674"/>
                </a:lnTo>
                <a:lnTo>
                  <a:pt x="3767584" y="110133"/>
                </a:lnTo>
                <a:lnTo>
                  <a:pt x="3603129" y="110133"/>
                </a:lnTo>
                <a:lnTo>
                  <a:pt x="3603129" y="586011"/>
                </a:lnTo>
                <a:lnTo>
                  <a:pt x="3479974" y="586011"/>
                </a:lnTo>
                <a:lnTo>
                  <a:pt x="3479974" y="110133"/>
                </a:lnTo>
                <a:lnTo>
                  <a:pt x="3315891" y="110133"/>
                </a:lnTo>
                <a:close/>
                <a:moveTo>
                  <a:pt x="2722141" y="9674"/>
                </a:moveTo>
                <a:lnTo>
                  <a:pt x="2856086" y="9674"/>
                </a:lnTo>
                <a:lnTo>
                  <a:pt x="3091235" y="372071"/>
                </a:lnTo>
                <a:cubicBezTo>
                  <a:pt x="3106861" y="396131"/>
                  <a:pt x="3116411" y="411386"/>
                  <a:pt x="3119884" y="417835"/>
                </a:cubicBezTo>
                <a:lnTo>
                  <a:pt x="3121744" y="417835"/>
                </a:lnTo>
                <a:cubicBezTo>
                  <a:pt x="3119264" y="403945"/>
                  <a:pt x="3118024" y="377404"/>
                  <a:pt x="3118024" y="338212"/>
                </a:cubicBezTo>
                <a:lnTo>
                  <a:pt x="3118024" y="9674"/>
                </a:lnTo>
                <a:lnTo>
                  <a:pt x="3234482" y="9674"/>
                </a:lnTo>
                <a:lnTo>
                  <a:pt x="3234482" y="586011"/>
                </a:lnTo>
                <a:lnTo>
                  <a:pt x="3108722" y="586011"/>
                </a:lnTo>
                <a:lnTo>
                  <a:pt x="2864644" y="213197"/>
                </a:lnTo>
                <a:cubicBezTo>
                  <a:pt x="2851993" y="193849"/>
                  <a:pt x="2842815" y="178222"/>
                  <a:pt x="2837110" y="166316"/>
                </a:cubicBezTo>
                <a:lnTo>
                  <a:pt x="2835250" y="166316"/>
                </a:lnTo>
                <a:cubicBezTo>
                  <a:pt x="2837483" y="186160"/>
                  <a:pt x="2838599" y="216793"/>
                  <a:pt x="2838599" y="258217"/>
                </a:cubicBezTo>
                <a:lnTo>
                  <a:pt x="2838599" y="586011"/>
                </a:lnTo>
                <a:lnTo>
                  <a:pt x="2722141" y="586011"/>
                </a:lnTo>
                <a:close/>
                <a:moveTo>
                  <a:pt x="2283991" y="9674"/>
                </a:moveTo>
                <a:lnTo>
                  <a:pt x="2611785" y="9674"/>
                </a:lnTo>
                <a:lnTo>
                  <a:pt x="2611785" y="110133"/>
                </a:lnTo>
                <a:lnTo>
                  <a:pt x="2406774" y="110133"/>
                </a:lnTo>
                <a:lnTo>
                  <a:pt x="2406774" y="245939"/>
                </a:lnTo>
                <a:lnTo>
                  <a:pt x="2597274" y="245939"/>
                </a:lnTo>
                <a:lnTo>
                  <a:pt x="2597274" y="346026"/>
                </a:lnTo>
                <a:lnTo>
                  <a:pt x="2406774" y="346026"/>
                </a:lnTo>
                <a:lnTo>
                  <a:pt x="2406774" y="485552"/>
                </a:lnTo>
                <a:lnTo>
                  <a:pt x="2625179" y="485552"/>
                </a:lnTo>
                <a:lnTo>
                  <a:pt x="2625179" y="586011"/>
                </a:lnTo>
                <a:lnTo>
                  <a:pt x="2283991" y="586011"/>
                </a:lnTo>
                <a:close/>
                <a:moveTo>
                  <a:pt x="1753791" y="9674"/>
                </a:moveTo>
                <a:lnTo>
                  <a:pt x="2205484" y="9674"/>
                </a:lnTo>
                <a:lnTo>
                  <a:pt x="2205484" y="110133"/>
                </a:lnTo>
                <a:lnTo>
                  <a:pt x="2041029" y="110133"/>
                </a:lnTo>
                <a:lnTo>
                  <a:pt x="2041029" y="586011"/>
                </a:lnTo>
                <a:lnTo>
                  <a:pt x="1917874" y="586011"/>
                </a:lnTo>
                <a:lnTo>
                  <a:pt x="1917874" y="110133"/>
                </a:lnTo>
                <a:lnTo>
                  <a:pt x="1753791" y="110133"/>
                </a:lnTo>
                <a:close/>
                <a:moveTo>
                  <a:pt x="1160041" y="9674"/>
                </a:moveTo>
                <a:lnTo>
                  <a:pt x="1293986" y="9674"/>
                </a:lnTo>
                <a:lnTo>
                  <a:pt x="1529135" y="372071"/>
                </a:lnTo>
                <a:cubicBezTo>
                  <a:pt x="1544762" y="396131"/>
                  <a:pt x="1554312" y="411386"/>
                  <a:pt x="1557784" y="417835"/>
                </a:cubicBezTo>
                <a:lnTo>
                  <a:pt x="1559644" y="417835"/>
                </a:lnTo>
                <a:cubicBezTo>
                  <a:pt x="1557164" y="403945"/>
                  <a:pt x="1555924" y="377404"/>
                  <a:pt x="1555924" y="338212"/>
                </a:cubicBezTo>
                <a:lnTo>
                  <a:pt x="1555924" y="9674"/>
                </a:lnTo>
                <a:lnTo>
                  <a:pt x="1672382" y="9674"/>
                </a:lnTo>
                <a:lnTo>
                  <a:pt x="1672382" y="586011"/>
                </a:lnTo>
                <a:lnTo>
                  <a:pt x="1546622" y="586011"/>
                </a:lnTo>
                <a:lnTo>
                  <a:pt x="1302544" y="213197"/>
                </a:lnTo>
                <a:cubicBezTo>
                  <a:pt x="1289893" y="193849"/>
                  <a:pt x="1280716" y="178222"/>
                  <a:pt x="1275011" y="166316"/>
                </a:cubicBezTo>
                <a:lnTo>
                  <a:pt x="1273150" y="166316"/>
                </a:lnTo>
                <a:cubicBezTo>
                  <a:pt x="1275383" y="186160"/>
                  <a:pt x="1276499" y="216793"/>
                  <a:pt x="1276499" y="258217"/>
                </a:cubicBezTo>
                <a:lnTo>
                  <a:pt x="1276499" y="586011"/>
                </a:lnTo>
                <a:lnTo>
                  <a:pt x="1160041" y="586011"/>
                </a:lnTo>
                <a:close/>
                <a:moveTo>
                  <a:pt x="4040684" y="0"/>
                </a:moveTo>
                <a:cubicBezTo>
                  <a:pt x="4096990" y="0"/>
                  <a:pt x="4144243" y="7318"/>
                  <a:pt x="4182442" y="21952"/>
                </a:cubicBezTo>
                <a:lnTo>
                  <a:pt x="4182442" y="137294"/>
                </a:lnTo>
                <a:cubicBezTo>
                  <a:pt x="4143747" y="111001"/>
                  <a:pt x="4098478" y="97855"/>
                  <a:pt x="4046637" y="97855"/>
                </a:cubicBezTo>
                <a:cubicBezTo>
                  <a:pt x="4016375" y="97855"/>
                  <a:pt x="3992191" y="103374"/>
                  <a:pt x="3974083" y="114412"/>
                </a:cubicBezTo>
                <a:cubicBezTo>
                  <a:pt x="3955975" y="125450"/>
                  <a:pt x="3946922" y="140271"/>
                  <a:pt x="3946922" y="158874"/>
                </a:cubicBezTo>
                <a:cubicBezTo>
                  <a:pt x="3946922" y="173757"/>
                  <a:pt x="3953123" y="187462"/>
                  <a:pt x="3965525" y="199988"/>
                </a:cubicBezTo>
                <a:cubicBezTo>
                  <a:pt x="3977927" y="212514"/>
                  <a:pt x="4008562" y="229444"/>
                  <a:pt x="4057427" y="250776"/>
                </a:cubicBezTo>
                <a:cubicBezTo>
                  <a:pt x="4114726" y="275332"/>
                  <a:pt x="4154103" y="301253"/>
                  <a:pt x="4175559" y="328538"/>
                </a:cubicBezTo>
                <a:cubicBezTo>
                  <a:pt x="4197015" y="355824"/>
                  <a:pt x="4207743" y="388318"/>
                  <a:pt x="4207743" y="426021"/>
                </a:cubicBezTo>
                <a:cubicBezTo>
                  <a:pt x="4207743" y="481335"/>
                  <a:pt x="4188147" y="523503"/>
                  <a:pt x="4148956" y="552525"/>
                </a:cubicBezTo>
                <a:cubicBezTo>
                  <a:pt x="4109765" y="581546"/>
                  <a:pt x="4054078" y="596057"/>
                  <a:pt x="3981896" y="596057"/>
                </a:cubicBezTo>
                <a:cubicBezTo>
                  <a:pt x="3915916" y="596057"/>
                  <a:pt x="3861842" y="585391"/>
                  <a:pt x="3819674" y="564059"/>
                </a:cubicBezTo>
                <a:lnTo>
                  <a:pt x="3819674" y="440904"/>
                </a:lnTo>
                <a:cubicBezTo>
                  <a:pt x="3866059" y="479351"/>
                  <a:pt x="3918768" y="498575"/>
                  <a:pt x="3977804" y="498575"/>
                </a:cubicBezTo>
                <a:cubicBezTo>
                  <a:pt x="4011290" y="498575"/>
                  <a:pt x="4036467" y="492808"/>
                  <a:pt x="4053334" y="481273"/>
                </a:cubicBezTo>
                <a:cubicBezTo>
                  <a:pt x="4070201" y="469739"/>
                  <a:pt x="4078635" y="454918"/>
                  <a:pt x="4078635" y="436811"/>
                </a:cubicBezTo>
                <a:cubicBezTo>
                  <a:pt x="4078635" y="421184"/>
                  <a:pt x="4071937" y="406425"/>
                  <a:pt x="4058543" y="392535"/>
                </a:cubicBezTo>
                <a:cubicBezTo>
                  <a:pt x="4045148" y="378644"/>
                  <a:pt x="4009802" y="359792"/>
                  <a:pt x="3952503" y="335980"/>
                </a:cubicBezTo>
                <a:cubicBezTo>
                  <a:pt x="3862462" y="297781"/>
                  <a:pt x="3817441" y="242218"/>
                  <a:pt x="3817441" y="169292"/>
                </a:cubicBezTo>
                <a:cubicBezTo>
                  <a:pt x="3817441" y="115714"/>
                  <a:pt x="3837843" y="74104"/>
                  <a:pt x="3878647" y="44463"/>
                </a:cubicBezTo>
                <a:cubicBezTo>
                  <a:pt x="3919451" y="14821"/>
                  <a:pt x="3973463" y="0"/>
                  <a:pt x="4040684" y="0"/>
                </a:cubicBezTo>
                <a:close/>
                <a:moveTo>
                  <a:pt x="792807" y="0"/>
                </a:moveTo>
                <a:cubicBezTo>
                  <a:pt x="875159" y="0"/>
                  <a:pt x="941450" y="27409"/>
                  <a:pt x="991679" y="82228"/>
                </a:cubicBezTo>
                <a:cubicBezTo>
                  <a:pt x="1041909" y="137046"/>
                  <a:pt x="1067023" y="207492"/>
                  <a:pt x="1067023" y="293564"/>
                </a:cubicBezTo>
                <a:cubicBezTo>
                  <a:pt x="1067023" y="383357"/>
                  <a:pt x="1040916" y="456221"/>
                  <a:pt x="988702" y="512155"/>
                </a:cubicBezTo>
                <a:cubicBezTo>
                  <a:pt x="936489" y="568090"/>
                  <a:pt x="868090" y="596057"/>
                  <a:pt x="783506" y="596057"/>
                </a:cubicBezTo>
                <a:cubicBezTo>
                  <a:pt x="700906" y="596057"/>
                  <a:pt x="633809" y="568958"/>
                  <a:pt x="582216" y="514760"/>
                </a:cubicBezTo>
                <a:cubicBezTo>
                  <a:pt x="530622" y="460561"/>
                  <a:pt x="504825" y="390798"/>
                  <a:pt x="504825" y="305470"/>
                </a:cubicBezTo>
                <a:cubicBezTo>
                  <a:pt x="504825" y="215181"/>
                  <a:pt x="531180" y="141697"/>
                  <a:pt x="583890" y="85018"/>
                </a:cubicBezTo>
                <a:cubicBezTo>
                  <a:pt x="636600" y="28340"/>
                  <a:pt x="706239" y="0"/>
                  <a:pt x="792807" y="0"/>
                </a:cubicBezTo>
                <a:close/>
                <a:moveTo>
                  <a:pt x="305842" y="0"/>
                </a:moveTo>
                <a:cubicBezTo>
                  <a:pt x="362148" y="0"/>
                  <a:pt x="409277" y="7318"/>
                  <a:pt x="447228" y="21952"/>
                </a:cubicBezTo>
                <a:lnTo>
                  <a:pt x="447228" y="140643"/>
                </a:lnTo>
                <a:cubicBezTo>
                  <a:pt x="408285" y="117823"/>
                  <a:pt x="364133" y="106412"/>
                  <a:pt x="314771" y="106412"/>
                </a:cubicBezTo>
                <a:cubicBezTo>
                  <a:pt x="258465" y="106412"/>
                  <a:pt x="213444" y="124396"/>
                  <a:pt x="179710" y="160363"/>
                </a:cubicBezTo>
                <a:cubicBezTo>
                  <a:pt x="145976" y="196329"/>
                  <a:pt x="129108" y="243334"/>
                  <a:pt x="129108" y="301377"/>
                </a:cubicBezTo>
                <a:cubicBezTo>
                  <a:pt x="129108" y="357932"/>
                  <a:pt x="145107" y="403449"/>
                  <a:pt x="177105" y="437927"/>
                </a:cubicBezTo>
                <a:cubicBezTo>
                  <a:pt x="209104" y="472406"/>
                  <a:pt x="252388" y="489645"/>
                  <a:pt x="306958" y="489645"/>
                </a:cubicBezTo>
                <a:cubicBezTo>
                  <a:pt x="358304" y="489645"/>
                  <a:pt x="405061" y="477243"/>
                  <a:pt x="447228" y="452438"/>
                </a:cubicBezTo>
                <a:lnTo>
                  <a:pt x="447228" y="565175"/>
                </a:lnTo>
                <a:cubicBezTo>
                  <a:pt x="405309" y="585763"/>
                  <a:pt x="350614" y="596057"/>
                  <a:pt x="283145" y="596057"/>
                </a:cubicBezTo>
                <a:cubicBezTo>
                  <a:pt x="196329" y="596057"/>
                  <a:pt x="127434" y="570074"/>
                  <a:pt x="76460" y="518108"/>
                </a:cubicBezTo>
                <a:cubicBezTo>
                  <a:pt x="25487" y="466142"/>
                  <a:pt x="0" y="396875"/>
                  <a:pt x="0" y="310307"/>
                </a:cubicBezTo>
                <a:cubicBezTo>
                  <a:pt x="0" y="219274"/>
                  <a:pt x="28463" y="144798"/>
                  <a:pt x="85390" y="86879"/>
                </a:cubicBezTo>
                <a:cubicBezTo>
                  <a:pt x="142317" y="28960"/>
                  <a:pt x="215801" y="0"/>
                  <a:pt x="305842" y="0"/>
                </a:cubicBezTo>
                <a:close/>
              </a:path>
            </a:pathLst>
          </a:custGeom>
          <a:solidFill>
            <a:schemeClr val="accent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custDataLst>
      <p:tags r:id="rId1"/>
    </p:custDataLst>
  </p:cSld>
  <p:clrMapOvr>
    <a:masterClrMapping/>
  </p:clrMapOvr>
  <p:transition spd="slow">
    <p:comb/>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custDataLst>
              <p:tags r:id="rId2"/>
            </p:custDataLst>
          </p:nvPr>
        </p:nvGrpSpPr>
        <p:grpSpPr>
          <a:xfrm>
            <a:off x="2336703" y="531205"/>
            <a:ext cx="7518596" cy="758868"/>
            <a:chOff x="2320698" y="560331"/>
            <a:chExt cx="7519988" cy="759009"/>
          </a:xfrm>
        </p:grpSpPr>
        <p:sp>
          <p:nvSpPr>
            <p:cNvPr id="11" name="矩形 10"/>
            <p:cNvSpPr/>
            <p:nvPr>
              <p:custDataLst>
                <p:tags r:id="rId6"/>
              </p:custDataLst>
            </p:nvPr>
          </p:nvSpPr>
          <p:spPr>
            <a:xfrm flipH="1" flipV="1">
              <a:off x="2320698" y="1273621"/>
              <a:ext cx="7519988" cy="457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3"/>
            <p:cNvSpPr/>
            <p:nvPr>
              <p:custDataLst>
                <p:tags r:id="rId7"/>
              </p:custDataLst>
            </p:nvPr>
          </p:nvSpPr>
          <p:spPr>
            <a:xfrm>
              <a:off x="5235507" y="560331"/>
              <a:ext cx="1690370" cy="535940"/>
            </a:xfrm>
            <a:prstGeom prst="rect">
              <a:avLst/>
            </a:prstGeom>
            <a:noFill/>
            <a:ln w="9525">
              <a:noFill/>
              <a:miter/>
            </a:ln>
          </p:spPr>
          <p:txBody>
            <a:bodyPr wrap="square" lIns="91414" tIns="45707" rIns="91414" bIns="45707">
              <a:normAutofit fontScale="97500"/>
            </a:bodyPr>
            <a:lstStyle/>
            <a:p>
              <a:pPr lvl="0" algn="l" eaLnBrk="1" hangingPunct="1">
                <a:buNone/>
              </a:pPr>
              <a:r>
                <a:rPr lang="zh-CN" altLang="en-US" sz="2900" b="1">
                  <a:solidFill>
                    <a:schemeClr val="tx1"/>
                  </a:solidFill>
                  <a:latin typeface="+mj-lt"/>
                  <a:ea typeface="+mj-ea"/>
                  <a:sym typeface="+mn-ea"/>
                </a:rPr>
                <a:t>学习目标</a:t>
              </a:r>
            </a:p>
          </p:txBody>
        </p:sp>
      </p:grpSp>
      <p:pic>
        <p:nvPicPr>
          <p:cNvPr id="12" name="图片 11"/>
          <p:cNvPicPr>
            <a:picLocks noChangeAspect="1"/>
          </p:cNvPicPr>
          <p:nvPr>
            <p:custDataLst>
              <p:tags r:id="rId3"/>
            </p:custDataLst>
          </p:nvPr>
        </p:nvPicPr>
        <p:blipFill>
          <a:blip r:embed="rId10">
            <a:extLst>
              <a:ext uri="{96DAC541-7B7A-43D3-8B79-37D633B846F1}">
                <asvg:svgBlip xmlns:asvg="http://schemas.microsoft.com/office/drawing/2016/SVG/main" r:embed="rId11"/>
              </a:ext>
            </a:extLst>
          </a:blip>
          <a:stretch>
            <a:fillRect/>
          </a:stretch>
        </p:blipFill>
        <p:spPr>
          <a:xfrm>
            <a:off x="3837406" y="375850"/>
            <a:ext cx="914231" cy="914231"/>
          </a:xfrm>
          <a:prstGeom prst="rect">
            <a:avLst/>
          </a:prstGeom>
        </p:spPr>
      </p:pic>
      <p:pic>
        <p:nvPicPr>
          <p:cNvPr id="57" name="图片 56"/>
          <p:cNvPicPr>
            <a:picLocks noChangeAspect="1"/>
          </p:cNvPicPr>
          <p:nvPr>
            <p:custDataLst>
              <p:tags r:id="rId4"/>
            </p:custDataLst>
          </p:nvPr>
        </p:nvPicPr>
        <p:blipFill>
          <a:blip r:embed="rId12"/>
          <a:stretch>
            <a:fillRect/>
          </a:stretch>
        </p:blipFill>
        <p:spPr>
          <a:xfrm>
            <a:off x="10970945" y="5639026"/>
            <a:ext cx="1218974" cy="1218974"/>
          </a:xfrm>
          <a:prstGeom prst="rect">
            <a:avLst/>
          </a:prstGeom>
        </p:spPr>
      </p:pic>
      <p:sp>
        <p:nvSpPr>
          <p:cNvPr id="2" name="矩形 1"/>
          <p:cNvSpPr/>
          <p:nvPr>
            <p:custDataLst>
              <p:tags r:id="rId5"/>
            </p:custDataLst>
          </p:nvPr>
        </p:nvSpPr>
        <p:spPr>
          <a:xfrm>
            <a:off x="1033780" y="1767840"/>
            <a:ext cx="10378440" cy="4037965"/>
          </a:xfrm>
          <a:prstGeom prst="rect">
            <a:avLst/>
          </a:prstGeom>
          <a:ln w="28575" cmpd="sng">
            <a:gradFill>
              <a:gsLst>
                <a:gs pos="0">
                  <a:schemeClr val="accent4">
                    <a:alpha val="100000"/>
                  </a:schemeClr>
                </a:gs>
                <a:gs pos="0">
                  <a:schemeClr val="accent1"/>
                </a:gs>
                <a:gs pos="36000">
                  <a:schemeClr val="accent2"/>
                </a:gs>
                <a:gs pos="61000">
                  <a:schemeClr val="accent1">
                    <a:lumMod val="85000"/>
                    <a:lumOff val="15000"/>
                    <a:alpha val="85000"/>
                  </a:schemeClr>
                </a:gs>
                <a:gs pos="90000">
                  <a:schemeClr val="accent2"/>
                </a:gs>
              </a:gsLst>
              <a:lin ang="5400000" scaled="1"/>
            </a:gradFill>
            <a:prstDash val="sysDash"/>
          </a:ln>
        </p:spPr>
        <p:txBody>
          <a:bodyPr wrap="square">
            <a:normAutofit/>
          </a:bodyPr>
          <a:lstStyle/>
          <a:p>
            <a:pPr indent="0" algn="l" fontAlgn="auto">
              <a:lnSpc>
                <a:spcPct val="150000"/>
              </a:lnSpc>
            </a:pPr>
            <a:r>
              <a:rPr lang="en-US" altLang="zh-CN" sz="2800" b="1" err="1">
                <a:solidFill>
                  <a:schemeClr val="tx1"/>
                </a:solidFill>
                <a:cs typeface="微软雅黑" panose="020B0503020204020204" charset="-122"/>
                <a:sym typeface="+mn-ea"/>
              </a:rPr>
              <a:t>1.理解</a:t>
            </a:r>
            <a:r>
              <a:rPr lang="en-US" altLang="zh-CN" sz="2800" b="1" err="1">
                <a:solidFill>
                  <a:srgbClr val="FF0000"/>
                </a:solidFill>
                <a:cs typeface="微软雅黑" panose="020B0503020204020204" charset="-122"/>
                <a:sym typeface="+mn-ea"/>
              </a:rPr>
              <a:t>双星系统的概念</a:t>
            </a:r>
            <a:r>
              <a:rPr lang="en-US" altLang="zh-CN" sz="2800" b="1" err="1">
                <a:solidFill>
                  <a:schemeClr val="tx1"/>
                </a:solidFill>
                <a:cs typeface="微软雅黑" panose="020B0503020204020204" charset="-122"/>
                <a:sym typeface="+mn-ea"/>
              </a:rPr>
              <a:t>，能准确描述双星系统的基本特征，包括两颗恒星的运动特点、相互作用力关系。</a:t>
            </a:r>
          </a:p>
          <a:p>
            <a:pPr indent="0" algn="l" fontAlgn="auto">
              <a:lnSpc>
                <a:spcPct val="150000"/>
              </a:lnSpc>
            </a:pPr>
            <a:r>
              <a:rPr lang="en-US" altLang="zh-CN" sz="2800" b="1" err="1">
                <a:solidFill>
                  <a:schemeClr val="tx1"/>
                </a:solidFill>
                <a:cs typeface="微软雅黑" panose="020B0503020204020204" charset="-122"/>
                <a:sym typeface="+mn-ea"/>
              </a:rPr>
              <a:t>2.</a:t>
            </a:r>
            <a:r>
              <a:rPr lang="zh-CN" altLang="en-US" sz="2800" b="1" err="1">
                <a:solidFill>
                  <a:schemeClr val="tx1"/>
                </a:solidFill>
                <a:cs typeface="微软雅黑" panose="020B0503020204020204" charset="-122"/>
                <a:sym typeface="+mn-ea"/>
              </a:rPr>
              <a:t>掌握</a:t>
            </a:r>
            <a:r>
              <a:rPr lang="zh-CN" altLang="en-US" sz="2800" b="1" err="1">
                <a:solidFill>
                  <a:srgbClr val="FF0000"/>
                </a:solidFill>
                <a:cs typeface="微软雅黑" panose="020B0503020204020204" charset="-122"/>
                <a:sym typeface="+mn-ea"/>
              </a:rPr>
              <a:t>双星系统的特点及运动规律</a:t>
            </a:r>
            <a:r>
              <a:rPr lang="zh-CN" altLang="en-US" sz="2800" b="1" err="1">
                <a:solidFill>
                  <a:schemeClr val="tx1"/>
                </a:solidFill>
                <a:cs typeface="微软雅黑" panose="020B0503020204020204" charset="-122"/>
                <a:sym typeface="+mn-ea"/>
              </a:rPr>
              <a:t>，能够运用万有引力定律和牛顿运动定律分析和计算双星系统的相关物理量，如半径之比等。</a:t>
            </a:r>
          </a:p>
          <a:p>
            <a:pPr indent="0" algn="l" fontAlgn="auto">
              <a:lnSpc>
                <a:spcPct val="150000"/>
              </a:lnSpc>
            </a:pPr>
            <a:r>
              <a:rPr lang="en-US" altLang="zh-CN" sz="2800" b="1">
                <a:solidFill>
                  <a:schemeClr val="tx1"/>
                </a:solidFill>
                <a:cs typeface="微软雅黑" panose="020B0503020204020204" charset="-122"/>
                <a:sym typeface="+mn-ea"/>
              </a:rPr>
              <a:t>3.</a:t>
            </a:r>
            <a:r>
              <a:rPr lang="en-US" altLang="zh-CN" sz="2800" b="1" err="1">
                <a:cs typeface="微软雅黑" panose="020B0503020204020204" charset="-122"/>
                <a:sym typeface="+mn-ea"/>
              </a:rPr>
              <a:t>理解</a:t>
            </a:r>
            <a:r>
              <a:rPr lang="zh-CN" altLang="en-US" sz="2800" b="1" err="1">
                <a:solidFill>
                  <a:srgbClr val="FF0000"/>
                </a:solidFill>
                <a:cs typeface="微软雅黑" panose="020B0503020204020204" charset="-122"/>
                <a:sym typeface="+mn-ea"/>
              </a:rPr>
              <a:t>三</a:t>
            </a:r>
            <a:r>
              <a:rPr lang="en-US" altLang="zh-CN" sz="2800" b="1" err="1">
                <a:solidFill>
                  <a:srgbClr val="FF0000"/>
                </a:solidFill>
                <a:cs typeface="微软雅黑" panose="020B0503020204020204" charset="-122"/>
                <a:sym typeface="+mn-ea"/>
              </a:rPr>
              <a:t>星系统的概念</a:t>
            </a:r>
            <a:r>
              <a:rPr lang="en-US" altLang="zh-CN" sz="2800" b="1" err="1">
                <a:cs typeface="微软雅黑" panose="020B0503020204020204" charset="-122"/>
                <a:sym typeface="+mn-ea"/>
              </a:rPr>
              <a:t>，能</a:t>
            </a:r>
            <a:r>
              <a:rPr lang="zh-CN" altLang="en-US" sz="2800" b="1" err="1">
                <a:cs typeface="微软雅黑" panose="020B0503020204020204" charset="-122"/>
                <a:sym typeface="+mn-ea"/>
              </a:rPr>
              <a:t>够理解不规则的三星问题，并能对特殊的三星问题进行分析计算</a:t>
            </a:r>
            <a:r>
              <a:rPr lang="en-US" altLang="zh-CN" sz="2800" b="1" err="1">
                <a:cs typeface="微软雅黑" panose="020B0503020204020204" charset="-122"/>
                <a:sym typeface="+mn-ea"/>
              </a:rPr>
              <a:t>。</a:t>
            </a:r>
            <a:endParaRPr lang="en-US" altLang="zh-CN" sz="2800" b="1">
              <a:solidFill>
                <a:schemeClr val="tx1"/>
              </a:solidFill>
              <a:cs typeface="微软雅黑" panose="020B0503020204020204" charset="-122"/>
              <a:sym typeface="+mn-ea"/>
            </a:endParaRPr>
          </a:p>
        </p:txBody>
      </p:sp>
    </p:spTree>
    <p:custDataLst>
      <p:tags r:id="rId1"/>
    </p:custDataLst>
  </p:cSld>
  <p:clrMapOvr>
    <a:masterClrMapping/>
  </p:clrMapOvr>
  <p:transition spd="slow">
    <p:comb/>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custDataLst>
              <p:tags r:id="rId2"/>
            </p:custDataLst>
          </p:nvPr>
        </p:nvGrpSpPr>
        <p:grpSpPr>
          <a:xfrm>
            <a:off x="2322349" y="531205"/>
            <a:ext cx="7518596" cy="758868"/>
            <a:chOff x="2320698" y="560331"/>
            <a:chExt cx="7519988" cy="759009"/>
          </a:xfrm>
        </p:grpSpPr>
        <p:sp>
          <p:nvSpPr>
            <p:cNvPr id="11" name="矩形 10"/>
            <p:cNvSpPr/>
            <p:nvPr>
              <p:custDataLst>
                <p:tags r:id="rId11"/>
              </p:custDataLst>
            </p:nvPr>
          </p:nvSpPr>
          <p:spPr>
            <a:xfrm flipH="1" flipV="1">
              <a:off x="2320698" y="1273621"/>
              <a:ext cx="7519988"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3"/>
            <p:cNvSpPr/>
            <p:nvPr>
              <p:custDataLst>
                <p:tags r:id="rId12"/>
              </p:custDataLst>
            </p:nvPr>
          </p:nvSpPr>
          <p:spPr>
            <a:xfrm>
              <a:off x="5267643" y="560331"/>
              <a:ext cx="1662430" cy="535940"/>
            </a:xfrm>
            <a:prstGeom prst="rect">
              <a:avLst/>
            </a:prstGeom>
            <a:noFill/>
            <a:ln w="9525">
              <a:noFill/>
              <a:miter/>
            </a:ln>
          </p:spPr>
          <p:txBody>
            <a:bodyPr wrap="square" lIns="91414" tIns="45707" rIns="91414" bIns="45707">
              <a:normAutofit fontScale="97500"/>
            </a:bodyPr>
            <a:lstStyle/>
            <a:p>
              <a:pPr lvl="0" eaLnBrk="1" hangingPunct="1">
                <a:buNone/>
              </a:pPr>
              <a:r>
                <a:rPr lang="zh-CN" altLang="en-US" sz="2900" b="1">
                  <a:solidFill>
                    <a:schemeClr val="tx1"/>
                  </a:solidFill>
                  <a:sym typeface="Arial" panose="020B0604020202020204" pitchFamily="34" charset="0"/>
                </a:rPr>
                <a:t>新课导入</a:t>
              </a:r>
            </a:p>
          </p:txBody>
        </p:sp>
      </p:grpSp>
      <p:pic>
        <p:nvPicPr>
          <p:cNvPr id="13" name="图片 12"/>
          <p:cNvPicPr>
            <a:picLocks noChangeAspect="1"/>
          </p:cNvPicPr>
          <p:nvPr>
            <p:custDataLst>
              <p:tags r:id="rId3"/>
            </p:custDataLst>
          </p:nvPr>
        </p:nvPicPr>
        <p:blipFill>
          <a:blip r:embed="rId14">
            <a:extLst>
              <a:ext uri="{96DAC541-7B7A-43D3-8B79-37D633B846F1}">
                <asvg:svgBlip xmlns:asvg="http://schemas.microsoft.com/office/drawing/2016/SVG/main" r:embed="rId15"/>
              </a:ext>
            </a:extLst>
          </a:blip>
          <a:stretch>
            <a:fillRect/>
          </a:stretch>
        </p:blipFill>
        <p:spPr>
          <a:xfrm>
            <a:off x="3820264" y="375850"/>
            <a:ext cx="914231" cy="914231"/>
          </a:xfrm>
          <a:prstGeom prst="rect">
            <a:avLst/>
          </a:prstGeom>
        </p:spPr>
      </p:pic>
      <p:sp>
        <p:nvSpPr>
          <p:cNvPr id="36866" name="文本框 40963"/>
          <p:cNvSpPr txBox="1"/>
          <p:nvPr>
            <p:custDataLst>
              <p:tags r:id="rId4"/>
            </p:custDataLst>
          </p:nvPr>
        </p:nvSpPr>
        <p:spPr>
          <a:xfrm>
            <a:off x="619125" y="1630045"/>
            <a:ext cx="6400800" cy="1323340"/>
          </a:xfrm>
          <a:prstGeom prst="rect">
            <a:avLst/>
          </a:prstGeom>
          <a:noFill/>
          <a:ln w="9525">
            <a:noFill/>
          </a:ln>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5pPr>
          </a:lstStyle>
          <a:p>
            <a:pPr marL="0" lvl="0" indent="0" eaLnBrk="1" hangingPunct="0">
              <a:lnSpc>
                <a:spcPct val="150000"/>
              </a:lnSpc>
            </a:pPr>
            <a:r>
              <a:rPr lang="en-US" altLang="zh-CN" sz="2665" b="1" spc="0">
                <a:latin typeface="宋体" panose="02010600030101010101" pitchFamily="2" charset="-122"/>
                <a:ea typeface="宋体" panose="02010600030101010101" pitchFamily="2" charset="-122"/>
              </a:rPr>
              <a:t>  </a:t>
            </a:r>
            <a:r>
              <a:rPr lang="zh-CN" altLang="en-US" sz="2665" b="1" spc="0">
                <a:latin typeface="宋体" panose="02010600030101010101" pitchFamily="2" charset="-122"/>
                <a:ea typeface="宋体" panose="02010600030101010101" pitchFamily="2" charset="-122"/>
              </a:rPr>
              <a:t>宇宙中，有两颗星在一起组成了稳定旋转系统，它们又是如何运动的呢？</a:t>
            </a:r>
            <a:endParaRPr lang="en-US" altLang="zh-CN" sz="2665" b="1" spc="0">
              <a:latin typeface="宋体" panose="02010600030101010101" pitchFamily="2" charset="-122"/>
              <a:ea typeface="宋体" panose="02010600030101010101" pitchFamily="2" charset="-122"/>
            </a:endParaRPr>
          </a:p>
        </p:txBody>
      </p:sp>
      <p:pic>
        <p:nvPicPr>
          <p:cNvPr id="36870" name="图片 14"/>
          <p:cNvPicPr>
            <a:picLocks noChangeAspect="1"/>
          </p:cNvPicPr>
          <p:nvPr>
            <p:custDataLst>
              <p:tags r:id="rId5"/>
            </p:custDataLst>
          </p:nvPr>
        </p:nvPicPr>
        <p:blipFill>
          <a:blip r:embed="rId16"/>
          <a:stretch>
            <a:fillRect/>
          </a:stretch>
        </p:blipFill>
        <p:spPr>
          <a:xfrm>
            <a:off x="7308215" y="1431925"/>
            <a:ext cx="4043045" cy="2294890"/>
          </a:xfrm>
          <a:prstGeom prst="rect">
            <a:avLst/>
          </a:prstGeom>
          <a:noFill/>
          <a:ln>
            <a:noFill/>
            <a:miter lim="800000"/>
            <a:headEnd/>
            <a:tailEnd/>
          </a:ln>
        </p:spPr>
      </p:pic>
      <p:pic>
        <p:nvPicPr>
          <p:cNvPr id="36871" name="图片 8"/>
          <p:cNvPicPr>
            <a:picLocks noChangeAspect="1"/>
          </p:cNvPicPr>
          <p:nvPr>
            <p:custDataLst>
              <p:tags r:id="rId6"/>
            </p:custDataLst>
          </p:nvPr>
        </p:nvPicPr>
        <p:blipFill>
          <a:blip r:embed="rId17"/>
          <a:stretch>
            <a:fillRect/>
          </a:stretch>
        </p:blipFill>
        <p:spPr>
          <a:xfrm>
            <a:off x="7308215" y="3868420"/>
            <a:ext cx="4148455" cy="2571750"/>
          </a:xfrm>
          <a:prstGeom prst="rect">
            <a:avLst/>
          </a:prstGeom>
          <a:noFill/>
          <a:ln>
            <a:noFill/>
            <a:miter lim="800000"/>
            <a:headEnd/>
            <a:tailEnd/>
          </a:ln>
        </p:spPr>
      </p:pic>
      <p:pic>
        <p:nvPicPr>
          <p:cNvPr id="36872" name="图片 9"/>
          <p:cNvPicPr>
            <a:picLocks noChangeAspect="1"/>
          </p:cNvPicPr>
          <p:nvPr>
            <p:custDataLst>
              <p:tags r:id="rId7"/>
            </p:custDataLst>
          </p:nvPr>
        </p:nvPicPr>
        <p:blipFill>
          <a:blip r:embed="rId18"/>
          <a:stretch>
            <a:fillRect/>
          </a:stretch>
        </p:blipFill>
        <p:spPr>
          <a:xfrm>
            <a:off x="964565" y="3606800"/>
            <a:ext cx="5710555" cy="2771775"/>
          </a:xfrm>
          <a:prstGeom prst="rect">
            <a:avLst/>
          </a:prstGeom>
          <a:noFill/>
          <a:ln>
            <a:noFill/>
            <a:miter lim="800000"/>
            <a:headEnd/>
            <a:tailEnd/>
          </a:ln>
        </p:spPr>
      </p:pic>
      <p:sp>
        <p:nvSpPr>
          <p:cNvPr id="2" name="圆角矩形 1"/>
          <p:cNvSpPr/>
          <p:nvPr>
            <p:custDataLst>
              <p:tags r:id="rId8"/>
            </p:custDataLst>
          </p:nvPr>
        </p:nvSpPr>
        <p:spPr>
          <a:xfrm>
            <a:off x="279400" y="391795"/>
            <a:ext cx="11685270" cy="6123305"/>
          </a:xfrm>
          <a:prstGeom prst="roundRect">
            <a:avLst/>
          </a:prstGeom>
          <a:noFill/>
          <a:ln w="28575" cmpd="sng">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7" name="图片 56"/>
          <p:cNvPicPr>
            <a:picLocks noChangeAspect="1"/>
          </p:cNvPicPr>
          <p:nvPr>
            <p:custDataLst>
              <p:tags r:id="rId9"/>
            </p:custDataLst>
          </p:nvPr>
        </p:nvPicPr>
        <p:blipFill>
          <a:blip r:embed="rId19"/>
          <a:stretch>
            <a:fillRect/>
          </a:stretch>
        </p:blipFill>
        <p:spPr>
          <a:xfrm>
            <a:off x="10970895" y="5640070"/>
            <a:ext cx="1219200" cy="1219200"/>
          </a:xfrm>
          <a:prstGeom prst="rect">
            <a:avLst/>
          </a:prstGeom>
        </p:spPr>
      </p:pic>
      <p:pic>
        <p:nvPicPr>
          <p:cNvPr id="58" name="图片 57"/>
          <p:cNvPicPr>
            <a:picLocks noChangeAspect="1"/>
          </p:cNvPicPr>
          <p:nvPr>
            <p:custDataLst>
              <p:tags r:id="rId10"/>
            </p:custDataLst>
          </p:nvPr>
        </p:nvPicPr>
        <p:blipFill>
          <a:blip r:embed="rId20"/>
          <a:stretch>
            <a:fillRect/>
          </a:stretch>
        </p:blipFill>
        <p:spPr>
          <a:xfrm>
            <a:off x="0" y="5854700"/>
            <a:ext cx="914400" cy="914400"/>
          </a:xfrm>
          <a:prstGeom prst="rect">
            <a:avLst/>
          </a:prstGeom>
        </p:spPr>
      </p:pic>
    </p:spTree>
    <p:custDataLst>
      <p:tags r:id="rId1"/>
    </p:custDataLst>
  </p:cSld>
  <p:clrMapOvr>
    <a:masterClrMapping/>
  </p:clrMapOvr>
  <p:transition spd="slow">
    <p:comb/>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圆角矩形 12"/>
          <p:cNvSpPr/>
          <p:nvPr>
            <p:custDataLst>
              <p:tags r:id="rId2"/>
            </p:custDataLst>
          </p:nvPr>
        </p:nvSpPr>
        <p:spPr>
          <a:xfrm>
            <a:off x="279400" y="391795"/>
            <a:ext cx="11685270" cy="6123305"/>
          </a:xfrm>
          <a:prstGeom prst="roundRect">
            <a:avLst/>
          </a:prstGeom>
          <a:noFill/>
          <a:ln w="28575" cmpd="sng">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7" name="图片 56"/>
          <p:cNvPicPr>
            <a:picLocks noChangeAspect="1"/>
          </p:cNvPicPr>
          <p:nvPr>
            <p:custDataLst>
              <p:tags r:id="rId3"/>
            </p:custDataLst>
          </p:nvPr>
        </p:nvPicPr>
        <p:blipFill>
          <a:blip r:embed="rId8"/>
          <a:stretch>
            <a:fillRect/>
          </a:stretch>
        </p:blipFill>
        <p:spPr>
          <a:xfrm>
            <a:off x="10970895" y="5640070"/>
            <a:ext cx="1219200" cy="1219200"/>
          </a:xfrm>
          <a:prstGeom prst="rect">
            <a:avLst/>
          </a:prstGeom>
        </p:spPr>
      </p:pic>
      <p:pic>
        <p:nvPicPr>
          <p:cNvPr id="58" name="图片 57"/>
          <p:cNvPicPr>
            <a:picLocks noChangeAspect="1"/>
          </p:cNvPicPr>
          <p:nvPr>
            <p:custDataLst>
              <p:tags r:id="rId4"/>
            </p:custDataLst>
          </p:nvPr>
        </p:nvPicPr>
        <p:blipFill>
          <a:blip r:embed="rId9"/>
          <a:stretch>
            <a:fillRect/>
          </a:stretch>
        </p:blipFill>
        <p:spPr>
          <a:xfrm>
            <a:off x="0" y="5854700"/>
            <a:ext cx="914400" cy="914400"/>
          </a:xfrm>
          <a:prstGeom prst="rect">
            <a:avLst/>
          </a:prstGeom>
        </p:spPr>
      </p:pic>
      <p:sp>
        <p:nvSpPr>
          <p:cNvPr id="42" name="文本框 41"/>
          <p:cNvSpPr txBox="1"/>
          <p:nvPr>
            <p:custDataLst>
              <p:tags r:id="rId5"/>
            </p:custDataLst>
          </p:nvPr>
        </p:nvSpPr>
        <p:spPr>
          <a:xfrm>
            <a:off x="8116570" y="1501140"/>
            <a:ext cx="3570605" cy="4138930"/>
          </a:xfrm>
          <a:prstGeom prst="rect">
            <a:avLst/>
          </a:prstGeom>
          <a:noFill/>
          <a:ln w="50800">
            <a:solidFill>
              <a:schemeClr val="accent3">
                <a:lumMod val="75000"/>
              </a:schemeClr>
            </a:solidFill>
          </a:ln>
        </p:spPr>
        <p:txBody>
          <a:bodyPr wrap="square">
            <a:noAutofit/>
          </a:bodyPr>
          <a:lstStyle/>
          <a:p>
            <a:pPr>
              <a:lnSpc>
                <a:spcPct val="150000"/>
              </a:lnSpc>
            </a:pPr>
            <a:r>
              <a:rPr lang="zh-CN" altLang="en-US" sz="2400"/>
              <a:t>     </a:t>
            </a:r>
            <a:r>
              <a:rPr lang="en-US" altLang="zh-CN" sz="2400"/>
              <a:t> </a:t>
            </a:r>
            <a:r>
              <a:rPr lang="zh-CN" altLang="en-US" sz="2400" b="1">
                <a:solidFill>
                  <a:srgbClr val="00B0F0"/>
                </a:solidFill>
              </a:rPr>
              <a:t>宇宙中两个靠得比较近的天体，不考虑其他天体的引力作用，只在彼此间的万有引力作用下绕其连线上的某固定点做匀速圆周运动，称为“双星”模型。</a:t>
            </a:r>
            <a:endParaRPr lang="zh-CN" altLang="en-US" sz="2400"/>
          </a:p>
          <a:p>
            <a:pPr>
              <a:lnSpc>
                <a:spcPct val="150000"/>
              </a:lnSpc>
            </a:pPr>
            <a:endParaRPr lang="zh-CN" altLang="en-US" sz="2400"/>
          </a:p>
        </p:txBody>
      </p:sp>
      <p:sp>
        <p:nvSpPr>
          <p:cNvPr id="9" name="TextBox 12"/>
          <p:cNvSpPr txBox="1"/>
          <p:nvPr>
            <p:custDataLst>
              <p:tags r:id="rId6"/>
            </p:custDataLst>
          </p:nvPr>
        </p:nvSpPr>
        <p:spPr>
          <a:xfrm>
            <a:off x="777128" y="599575"/>
            <a:ext cx="6664908" cy="634896"/>
          </a:xfrm>
          <a:prstGeom prst="rect">
            <a:avLst/>
          </a:prstGeom>
          <a:noFill/>
        </p:spPr>
        <p:txBody>
          <a:bodyPr wrap="square" lIns="109727" tIns="54863" rIns="109727" bIns="54863" rtlCol="0">
            <a:no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3600" b="1" i="0" u="none" strike="noStrike" kern="1200" cap="none" spc="0" normalizeH="0" baseline="0" noProof="0">
                <a:ln>
                  <a:noFill/>
                </a:ln>
                <a:solidFill>
                  <a:srgbClr val="4472C4">
                    <a:lumMod val="50000"/>
                  </a:srgbClr>
                </a:solidFill>
                <a:effectLst/>
                <a:uLnTx/>
                <a:uFillTx/>
                <a:latin typeface="微软雅黑" panose="020B0503020204020204" charset="-122"/>
                <a:ea typeface="微软雅黑" panose="020B0503020204020204" charset="-122"/>
                <a:cs typeface="+mn-ea"/>
                <a:sym typeface="+mn-lt"/>
              </a:rPr>
              <a:t>一、双星模型</a:t>
            </a:r>
          </a:p>
        </p:txBody>
      </p:sp>
    </p:spTree>
    <p:custDataLst>
      <p:tags r:id="rId1"/>
    </p:custData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down)">
                                      <p:cBhvr>
                                        <p:cTn id="7"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圆角矩形 12"/>
          <p:cNvSpPr/>
          <p:nvPr>
            <p:custDataLst>
              <p:tags r:id="rId2"/>
            </p:custDataLst>
          </p:nvPr>
        </p:nvSpPr>
        <p:spPr>
          <a:xfrm>
            <a:off x="279400" y="391795"/>
            <a:ext cx="11685270" cy="6123305"/>
          </a:xfrm>
          <a:prstGeom prst="roundRect">
            <a:avLst/>
          </a:prstGeom>
          <a:noFill/>
          <a:ln w="28575" cmpd="sng">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7" name="图片 56"/>
          <p:cNvPicPr>
            <a:picLocks noChangeAspect="1"/>
          </p:cNvPicPr>
          <p:nvPr>
            <p:custDataLst>
              <p:tags r:id="rId3"/>
            </p:custDataLst>
          </p:nvPr>
        </p:nvPicPr>
        <p:blipFill>
          <a:blip r:embed="rId8"/>
          <a:stretch>
            <a:fillRect/>
          </a:stretch>
        </p:blipFill>
        <p:spPr>
          <a:xfrm>
            <a:off x="10970895" y="5640070"/>
            <a:ext cx="1219200" cy="1219200"/>
          </a:xfrm>
          <a:prstGeom prst="rect">
            <a:avLst/>
          </a:prstGeom>
        </p:spPr>
      </p:pic>
      <p:pic>
        <p:nvPicPr>
          <p:cNvPr id="58" name="图片 57"/>
          <p:cNvPicPr>
            <a:picLocks noChangeAspect="1"/>
          </p:cNvPicPr>
          <p:nvPr>
            <p:custDataLst>
              <p:tags r:id="rId4"/>
            </p:custDataLst>
          </p:nvPr>
        </p:nvPicPr>
        <p:blipFill>
          <a:blip r:embed="rId9"/>
          <a:stretch>
            <a:fillRect/>
          </a:stretch>
        </p:blipFill>
        <p:spPr>
          <a:xfrm>
            <a:off x="0" y="5854700"/>
            <a:ext cx="914400" cy="914400"/>
          </a:xfrm>
          <a:prstGeom prst="rect">
            <a:avLst/>
          </a:prstGeom>
        </p:spPr>
      </p:pic>
      <p:sp>
        <p:nvSpPr>
          <p:cNvPr id="28" name="文本框 27"/>
          <p:cNvSpPr txBox="1"/>
          <p:nvPr>
            <p:custDataLst>
              <p:tags r:id="rId5"/>
            </p:custDataLst>
          </p:nvPr>
        </p:nvSpPr>
        <p:spPr>
          <a:xfrm>
            <a:off x="789940" y="547370"/>
            <a:ext cx="5282565"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a:solidFill>
                  <a:schemeClr val="accent6">
                    <a:lumMod val="75000"/>
                  </a:schemeClr>
                </a:solidFill>
                <a:latin typeface="+mn-ea"/>
                <a:cs typeface="+mn-cs"/>
              </a:rPr>
              <a:t>1.双星系统</a:t>
            </a:r>
            <a:r>
              <a:rPr lang="zh-CN" altLang="en-US" sz="3200" b="1">
                <a:solidFill>
                  <a:schemeClr val="accent6">
                    <a:lumMod val="75000"/>
                  </a:schemeClr>
                </a:solidFill>
                <a:latin typeface="+mn-ea"/>
                <a:sym typeface="+mn-ea"/>
              </a:rPr>
              <a:t>特点</a:t>
            </a:r>
            <a:endParaRPr kumimoji="0" lang="zh-CN" altLang="en-US" sz="3200" b="1" i="0" u="none" strike="noStrike" kern="1200" cap="none" spc="0" normalizeH="0" baseline="0">
              <a:solidFill>
                <a:schemeClr val="accent6">
                  <a:lumMod val="75000"/>
                </a:schemeClr>
              </a:solidFill>
              <a:latin typeface="+mn-ea"/>
              <a:cs typeface="+mn-cs"/>
            </a:endParaRPr>
          </a:p>
        </p:txBody>
      </p:sp>
      <p:sp>
        <p:nvSpPr>
          <p:cNvPr id="37890" name="文本占位符 5121"/>
          <p:cNvSpPr>
            <a:spLocks noGrp="1"/>
          </p:cNvSpPr>
          <p:nvPr>
            <p:custDataLst>
              <p:tags r:id="rId6"/>
            </p:custDataLst>
          </p:nvPr>
        </p:nvSpPr>
        <p:spPr>
          <a:xfrm>
            <a:off x="873443" y="1067435"/>
            <a:ext cx="6392862" cy="5272088"/>
          </a:xfrm>
          <a:prstGeom prst="rect">
            <a:avLst/>
          </a:prstGeom>
          <a:noFill/>
          <a:ln>
            <a:noFill/>
            <a:miter lim="800000"/>
          </a:ln>
        </p:spPr>
        <p:txBody>
          <a:bodyPr vert="horz" wrap="square" lIns="91440" tIns="45720" rIns="91440" bIns="45720" numCol="1" anchor="t" anchorCtr="0" compatLnSpc="1">
            <a:noAutofit/>
          </a:bodyPr>
          <a:lstStyle>
            <a:lvl1pPr marL="228600" indent="-228600" algn="l" defTabSz="914400" rtl="0" eaLnBrk="0" fontAlgn="base" hangingPunct="0">
              <a:lnSpc>
                <a:spcPct val="90000"/>
              </a:lnSpc>
              <a:spcBef>
                <a:spcPts val="1000"/>
              </a:spcBef>
              <a:spcAft>
                <a:spcPct val="0"/>
              </a:spcAft>
              <a:buClrTx/>
              <a:buSzTx/>
              <a:buFont typeface="Arial" panose="020B0604020202020204" pitchFamily="34" charset="0"/>
              <a:buChar char="•"/>
              <a:defRPr kumimoji="0" lang="zh-CN" altLang="en-US" sz="2800" b="0" i="0" u="none" kern="1200" baseline="0">
                <a:solidFill>
                  <a:srgbClr val="000000"/>
                </a:solidFill>
                <a:effectLst/>
                <a:latin typeface="+mn-lt"/>
                <a:ea typeface="+mn-ea"/>
                <a:cs typeface="+mn-cs"/>
              </a:defRPr>
            </a:lvl1pPr>
            <a:lvl2pPr marL="6858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2400" b="0" i="0" u="none" kern="1200" baseline="0">
                <a:solidFill>
                  <a:srgbClr val="000000"/>
                </a:solidFill>
                <a:effectLst/>
                <a:latin typeface="+mn-lt"/>
                <a:ea typeface="+mn-ea"/>
                <a:cs typeface="+mn-cs"/>
              </a:defRPr>
            </a:lvl2pPr>
            <a:lvl3pPr marL="11430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2000" b="0" i="0" u="none" kern="1200" baseline="0">
                <a:solidFill>
                  <a:srgbClr val="000000"/>
                </a:solidFill>
                <a:effectLst/>
                <a:latin typeface="+mn-lt"/>
                <a:ea typeface="+mn-ea"/>
                <a:cs typeface="+mn-cs"/>
              </a:defRPr>
            </a:lvl3pPr>
            <a:lvl4pPr marL="16002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1800" b="0" i="0" u="none" kern="1200" baseline="0">
                <a:solidFill>
                  <a:srgbClr val="000000"/>
                </a:solidFill>
                <a:effectLst/>
                <a:latin typeface="+mn-lt"/>
                <a:ea typeface="+mn-ea"/>
                <a:cs typeface="+mn-cs"/>
              </a:defRPr>
            </a:lvl4pPr>
            <a:lvl5pPr marL="20574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18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9pPr>
          </a:lstStyle>
          <a:p>
            <a:pPr marL="0" lvl="0" indent="0" eaLnBrk="1" hangingPunct="0">
              <a:lnSpc>
                <a:spcPct val="150000"/>
              </a:lnSpc>
              <a:buNone/>
            </a:pPr>
            <a:r>
              <a:rPr lang="en-US" altLang="zh-CN" sz="2665" b="1" spc="0">
                <a:solidFill>
                  <a:srgbClr val="191919"/>
                </a:solidFill>
                <a:latin typeface="宋体" panose="02010600030101010101" pitchFamily="2" charset="-122"/>
                <a:ea typeface="宋体" panose="02010600030101010101" pitchFamily="2" charset="-122"/>
              </a:rPr>
              <a:t>1</a:t>
            </a:r>
            <a:r>
              <a:rPr sz="2665" b="1" spc="0">
                <a:solidFill>
                  <a:srgbClr val="191919"/>
                </a:solidFill>
                <a:latin typeface="宋体" panose="02010600030101010101" pitchFamily="2" charset="-122"/>
                <a:ea typeface="宋体" panose="02010600030101010101" pitchFamily="2" charset="-122"/>
              </a:rPr>
              <a:t>）</a:t>
            </a:r>
            <a:r>
              <a:rPr lang="en-US" altLang="zh-CN" sz="2665" b="1" spc="0">
                <a:solidFill>
                  <a:srgbClr val="191919"/>
                </a:solidFill>
                <a:latin typeface="宋体" panose="02010600030101010101" pitchFamily="2" charset="-122"/>
                <a:ea typeface="宋体" panose="02010600030101010101" pitchFamily="2" charset="-122"/>
              </a:rPr>
              <a:t>.</a:t>
            </a:r>
            <a:r>
              <a:rPr lang="en-US" sz="2660" b="1">
                <a:solidFill>
                  <a:srgbClr val="191919"/>
                </a:solidFill>
                <a:latin typeface="宋体" panose="02010600030101010101" pitchFamily="2" charset="-122"/>
                <a:ea typeface="宋体" panose="02010600030101010101" pitchFamily="2" charset="-122"/>
                <a:sym typeface="+mn-ea"/>
              </a:rPr>
              <a:t>两恒星之间万有引力分别提供了两恒星的向心力，即两颗恒星受到的</a:t>
            </a:r>
            <a:r>
              <a:rPr lang="en-US" sz="2660" b="1">
                <a:solidFill>
                  <a:srgbClr val="00B0F0"/>
                </a:solidFill>
                <a:latin typeface="宋体" panose="02010600030101010101" pitchFamily="2" charset="-122"/>
                <a:ea typeface="宋体" panose="02010600030101010101" pitchFamily="2" charset="-122"/>
                <a:sym typeface="+mn-ea"/>
              </a:rPr>
              <a:t>向心力</a:t>
            </a:r>
            <a:r>
              <a:rPr lang="en-US" altLang="zh-CN" sz="2660" b="1">
                <a:solidFill>
                  <a:srgbClr val="FF0000"/>
                </a:solidFill>
                <a:latin typeface="宋体" panose="02010600030101010101" pitchFamily="2" charset="-122"/>
                <a:ea typeface="宋体" panose="02010600030101010101" pitchFamily="2" charset="-122"/>
                <a:sym typeface="+mn-ea"/>
              </a:rPr>
              <a:t>Fn</a:t>
            </a:r>
            <a:r>
              <a:rPr lang="en-US" sz="2660" b="1">
                <a:solidFill>
                  <a:srgbClr val="00B0F0"/>
                </a:solidFill>
                <a:latin typeface="宋体" panose="02010600030101010101" pitchFamily="2" charset="-122"/>
                <a:ea typeface="宋体" panose="02010600030101010101" pitchFamily="2" charset="-122"/>
                <a:sym typeface="+mn-ea"/>
              </a:rPr>
              <a:t>大小相等；</a:t>
            </a:r>
            <a:endParaRPr lang="en-US" altLang="en-US" sz="2600" b="1">
              <a:solidFill>
                <a:srgbClr val="00B0F0"/>
              </a:solidFill>
              <a:latin typeface="宋体" panose="02010600030101010101" pitchFamily="2" charset="-122"/>
              <a:ea typeface="宋体" panose="02010600030101010101" pitchFamily="2" charset="-122"/>
            </a:endParaRPr>
          </a:p>
          <a:p>
            <a:pPr marL="0" lvl="0" indent="0" eaLnBrk="1" hangingPunct="0">
              <a:lnSpc>
                <a:spcPct val="150000"/>
              </a:lnSpc>
              <a:buNone/>
            </a:pPr>
            <a:r>
              <a:rPr lang="en-US" altLang="zh-CN" sz="2665" b="1" spc="0">
                <a:solidFill>
                  <a:srgbClr val="191919"/>
                </a:solidFill>
                <a:latin typeface="宋体" panose="02010600030101010101" pitchFamily="2" charset="-122"/>
                <a:ea typeface="宋体" panose="02010600030101010101" pitchFamily="2" charset="-122"/>
              </a:rPr>
              <a:t>2</a:t>
            </a:r>
            <a:r>
              <a:rPr sz="2665" b="1" spc="0">
                <a:solidFill>
                  <a:srgbClr val="191919"/>
                </a:solidFill>
                <a:latin typeface="宋体" panose="02010600030101010101" pitchFamily="2" charset="-122"/>
                <a:ea typeface="宋体" panose="02010600030101010101" pitchFamily="2" charset="-122"/>
              </a:rPr>
              <a:t>）</a:t>
            </a:r>
            <a:r>
              <a:rPr lang="en-US" altLang="zh-CN" sz="2665" b="1" spc="0">
                <a:solidFill>
                  <a:srgbClr val="191919"/>
                </a:solidFill>
                <a:latin typeface="宋体" panose="02010600030101010101" pitchFamily="2" charset="-122"/>
                <a:ea typeface="宋体" panose="02010600030101010101" pitchFamily="2" charset="-122"/>
              </a:rPr>
              <a:t>.</a:t>
            </a:r>
            <a:r>
              <a:rPr lang="en-US" sz="2660" b="1">
                <a:solidFill>
                  <a:srgbClr val="191919"/>
                </a:solidFill>
                <a:latin typeface="宋体" panose="02010600030101010101" pitchFamily="2" charset="-122"/>
                <a:ea typeface="宋体" panose="02010600030101010101" pitchFamily="2" charset="-122"/>
                <a:sym typeface="+mn-ea"/>
              </a:rPr>
              <a:t>两颗恒星均绕共同的中心做</a:t>
            </a:r>
            <a:r>
              <a:rPr lang="en-US" sz="2660" b="1">
                <a:solidFill>
                  <a:srgbClr val="00B0F0"/>
                </a:solidFill>
                <a:latin typeface="宋体" panose="02010600030101010101" pitchFamily="2" charset="-122"/>
                <a:ea typeface="宋体" panose="02010600030101010101" pitchFamily="2" charset="-122"/>
                <a:sym typeface="+mn-ea"/>
              </a:rPr>
              <a:t>匀速圆周运动，</a:t>
            </a:r>
            <a:r>
              <a:rPr lang="en-US" sz="2660" b="1">
                <a:solidFill>
                  <a:schemeClr val="tx1"/>
                </a:solidFill>
                <a:latin typeface="宋体" panose="02010600030101010101" pitchFamily="2" charset="-122"/>
                <a:ea typeface="宋体" panose="02010600030101010101" pitchFamily="2" charset="-122"/>
                <a:sym typeface="+mn-ea"/>
              </a:rPr>
              <a:t>轨道半径</a:t>
            </a:r>
            <a:r>
              <a:rPr sz="2660" b="1">
                <a:solidFill>
                  <a:schemeClr val="tx1"/>
                </a:solidFill>
                <a:latin typeface="宋体" panose="02010600030101010101" pitchFamily="2" charset="-122"/>
                <a:ea typeface="宋体" panose="02010600030101010101" pitchFamily="2" charset="-122"/>
                <a:sym typeface="+mn-ea"/>
              </a:rPr>
              <a:t>r</a:t>
            </a:r>
            <a:r>
              <a:rPr sz="2660" b="1" baseline="-25000">
                <a:solidFill>
                  <a:schemeClr val="tx1"/>
                </a:solidFill>
                <a:latin typeface="宋体" panose="02010600030101010101" pitchFamily="2" charset="-122"/>
                <a:ea typeface="宋体" panose="02010600030101010101" pitchFamily="2" charset="-122"/>
                <a:sym typeface="+mn-ea"/>
              </a:rPr>
              <a:t>1</a:t>
            </a:r>
            <a:r>
              <a:rPr sz="2660" b="1">
                <a:solidFill>
                  <a:schemeClr val="tx1"/>
                </a:solidFill>
                <a:latin typeface="宋体" panose="02010600030101010101" pitchFamily="2" charset="-122"/>
                <a:ea typeface="宋体" panose="02010600030101010101" pitchFamily="2" charset="-122"/>
                <a:sym typeface="+mn-ea"/>
              </a:rPr>
              <a:t>、r</a:t>
            </a:r>
            <a:r>
              <a:rPr sz="2660" b="1" baseline="-25000">
                <a:solidFill>
                  <a:schemeClr val="tx1"/>
                </a:solidFill>
                <a:latin typeface="宋体" panose="02010600030101010101" pitchFamily="2" charset="-122"/>
                <a:ea typeface="宋体" panose="02010600030101010101" pitchFamily="2" charset="-122"/>
                <a:sym typeface="+mn-ea"/>
              </a:rPr>
              <a:t>2</a:t>
            </a:r>
            <a:r>
              <a:rPr lang="en-US" sz="2660" b="1">
                <a:solidFill>
                  <a:schemeClr val="tx1"/>
                </a:solidFill>
                <a:latin typeface="宋体" panose="02010600030101010101" pitchFamily="2" charset="-122"/>
                <a:ea typeface="宋体" panose="02010600030101010101" pitchFamily="2" charset="-122"/>
                <a:sym typeface="+mn-ea"/>
              </a:rPr>
              <a:t>与两</a:t>
            </a:r>
            <a:r>
              <a:rPr sz="2660" b="1">
                <a:solidFill>
                  <a:srgbClr val="191919"/>
                </a:solidFill>
                <a:latin typeface="宋体" panose="02010600030101010101" pitchFamily="2" charset="-122"/>
                <a:ea typeface="宋体" panose="02010600030101010101" pitchFamily="2" charset="-122"/>
                <a:sym typeface="+mn-ea"/>
              </a:rPr>
              <a:t>恒星</a:t>
            </a:r>
            <a:r>
              <a:rPr lang="en-US" sz="2660" b="1">
                <a:solidFill>
                  <a:schemeClr val="tx1"/>
                </a:solidFill>
                <a:latin typeface="宋体" panose="02010600030101010101" pitchFamily="2" charset="-122"/>
                <a:ea typeface="宋体" panose="02010600030101010101" pitchFamily="2" charset="-122"/>
                <a:sym typeface="+mn-ea"/>
              </a:rPr>
              <a:t>间距离</a:t>
            </a:r>
            <a:r>
              <a:rPr sz="2660" b="1">
                <a:solidFill>
                  <a:schemeClr val="tx1"/>
                </a:solidFill>
                <a:latin typeface="宋体" panose="02010600030101010101" pitchFamily="2" charset="-122"/>
                <a:ea typeface="宋体" panose="02010600030101010101" pitchFamily="2" charset="-122"/>
                <a:sym typeface="+mn-ea"/>
              </a:rPr>
              <a:t>L的</a:t>
            </a:r>
            <a:r>
              <a:rPr lang="en-US" sz="2660" b="1">
                <a:solidFill>
                  <a:schemeClr val="tx1"/>
                </a:solidFill>
                <a:latin typeface="宋体" panose="02010600030101010101" pitchFamily="2" charset="-122"/>
                <a:ea typeface="宋体" panose="02010600030101010101" pitchFamily="2" charset="-122"/>
                <a:sym typeface="+mn-ea"/>
              </a:rPr>
              <a:t>关系为</a:t>
            </a:r>
            <a:r>
              <a:rPr lang="en-US" sz="2660" b="1">
                <a:solidFill>
                  <a:srgbClr val="00B0F0"/>
                </a:solidFill>
                <a:latin typeface="宋体" panose="02010600030101010101" pitchFamily="2" charset="-122"/>
                <a:ea typeface="宋体" panose="02010600030101010101" pitchFamily="2" charset="-122"/>
                <a:sym typeface="+mn-ea"/>
              </a:rPr>
              <a:t>r</a:t>
            </a:r>
            <a:r>
              <a:rPr lang="en-US" sz="2660" b="1" baseline="-25000">
                <a:solidFill>
                  <a:srgbClr val="00B0F0"/>
                </a:solidFill>
                <a:latin typeface="宋体" panose="02010600030101010101" pitchFamily="2" charset="-122"/>
                <a:ea typeface="宋体" panose="02010600030101010101" pitchFamily="2" charset="-122"/>
                <a:sym typeface="+mn-ea"/>
              </a:rPr>
              <a:t>1</a:t>
            </a:r>
            <a:r>
              <a:rPr lang="en-US" sz="2660" b="1">
                <a:solidFill>
                  <a:srgbClr val="00B0F0"/>
                </a:solidFill>
                <a:latin typeface="宋体" panose="02010600030101010101" pitchFamily="2" charset="-122"/>
                <a:ea typeface="宋体" panose="02010600030101010101" pitchFamily="2" charset="-122"/>
                <a:sym typeface="+mn-ea"/>
              </a:rPr>
              <a:t>＋r</a:t>
            </a:r>
            <a:r>
              <a:rPr lang="en-US" sz="2660" b="1" baseline="-25000">
                <a:solidFill>
                  <a:srgbClr val="00B0F0"/>
                </a:solidFill>
                <a:latin typeface="宋体" panose="02010600030101010101" pitchFamily="2" charset="-122"/>
                <a:ea typeface="宋体" panose="02010600030101010101" pitchFamily="2" charset="-122"/>
                <a:sym typeface="+mn-ea"/>
              </a:rPr>
              <a:t>2</a:t>
            </a:r>
            <a:r>
              <a:rPr lang="en-US" sz="2660" b="1">
                <a:solidFill>
                  <a:srgbClr val="00B0F0"/>
                </a:solidFill>
                <a:latin typeface="宋体" panose="02010600030101010101" pitchFamily="2" charset="-122"/>
                <a:ea typeface="宋体" panose="02010600030101010101" pitchFamily="2" charset="-122"/>
                <a:sym typeface="+mn-ea"/>
              </a:rPr>
              <a:t>＝L；</a:t>
            </a:r>
            <a:endParaRPr lang="en-US" altLang="en-US" sz="2600" b="1">
              <a:solidFill>
                <a:srgbClr val="00B0F0"/>
              </a:solidFill>
              <a:latin typeface="宋体" panose="02010600030101010101" pitchFamily="2" charset="-122"/>
              <a:ea typeface="宋体" panose="02010600030101010101" pitchFamily="2" charset="-122"/>
            </a:endParaRPr>
          </a:p>
          <a:p>
            <a:pPr marL="0" lvl="0" indent="0" eaLnBrk="1" hangingPunct="0">
              <a:lnSpc>
                <a:spcPct val="150000"/>
              </a:lnSpc>
              <a:buNone/>
            </a:pPr>
            <a:r>
              <a:rPr lang="en-US" altLang="zh-CN" sz="2665" b="1" spc="0">
                <a:solidFill>
                  <a:srgbClr val="191919"/>
                </a:solidFill>
                <a:latin typeface="宋体" panose="02010600030101010101" pitchFamily="2" charset="-122"/>
                <a:ea typeface="宋体" panose="02010600030101010101" pitchFamily="2" charset="-122"/>
              </a:rPr>
              <a:t>3</a:t>
            </a:r>
            <a:r>
              <a:rPr sz="2665" b="1" spc="0">
                <a:solidFill>
                  <a:srgbClr val="191919"/>
                </a:solidFill>
                <a:latin typeface="宋体" panose="02010600030101010101" pitchFamily="2" charset="-122"/>
                <a:ea typeface="宋体" panose="02010600030101010101" pitchFamily="2" charset="-122"/>
              </a:rPr>
              <a:t>）</a:t>
            </a:r>
            <a:r>
              <a:rPr lang="en-US" altLang="zh-CN" sz="2665" b="1" spc="0">
                <a:solidFill>
                  <a:srgbClr val="191919"/>
                </a:solidFill>
                <a:latin typeface="宋体" panose="02010600030101010101" pitchFamily="2" charset="-122"/>
                <a:ea typeface="宋体" panose="02010600030101010101" pitchFamily="2" charset="-122"/>
              </a:rPr>
              <a:t>.</a:t>
            </a:r>
            <a:r>
              <a:rPr lang="en-US" altLang="en-US" sz="2665" b="1" spc="0">
                <a:solidFill>
                  <a:srgbClr val="191919"/>
                </a:solidFill>
                <a:latin typeface="宋体" panose="02010600030101010101" pitchFamily="2" charset="-122"/>
                <a:ea typeface="宋体" panose="02010600030101010101" pitchFamily="2" charset="-122"/>
              </a:rPr>
              <a:t>两颗恒星与旋转中心时刻三点共线，即</a:t>
            </a:r>
            <a:r>
              <a:rPr lang="en-US" altLang="en-US" sz="2665" b="1" spc="0">
                <a:solidFill>
                  <a:srgbClr val="00B0F0"/>
                </a:solidFill>
                <a:latin typeface="宋体" panose="02010600030101010101" pitchFamily="2" charset="-122"/>
                <a:ea typeface="宋体" panose="02010600030101010101" pitchFamily="2" charset="-122"/>
              </a:rPr>
              <a:t>两颗恒星角速度</a:t>
            </a:r>
            <a:r>
              <a:rPr lang="en-US" altLang="en-US" sz="2665" b="1" spc="0">
                <a:solidFill>
                  <a:srgbClr val="FF0000"/>
                </a:solidFill>
                <a:latin typeface="微软雅黑" panose="020B0503020204020204" charset="-122"/>
                <a:ea typeface="微软雅黑" panose="020B0503020204020204" charset="-122"/>
              </a:rPr>
              <a:t>ω</a:t>
            </a:r>
            <a:r>
              <a:rPr lang="en-US" altLang="en-US" sz="2665" b="1" spc="0">
                <a:solidFill>
                  <a:srgbClr val="00B0F0"/>
                </a:solidFill>
                <a:latin typeface="宋体" panose="02010600030101010101" pitchFamily="2" charset="-122"/>
                <a:ea typeface="宋体" panose="02010600030101010101" pitchFamily="2" charset="-122"/>
              </a:rPr>
              <a:t>相同，周期</a:t>
            </a:r>
            <a:r>
              <a:rPr lang="en-US" altLang="zh-CN" sz="2665" b="1" spc="0">
                <a:solidFill>
                  <a:srgbClr val="FF0000"/>
                </a:solidFill>
                <a:latin typeface="宋体" panose="02010600030101010101" pitchFamily="2" charset="-122"/>
                <a:ea typeface="宋体" panose="02010600030101010101" pitchFamily="2" charset="-122"/>
              </a:rPr>
              <a:t>T</a:t>
            </a:r>
            <a:r>
              <a:rPr lang="en-US" altLang="en-US" sz="2665" b="1" spc="0">
                <a:solidFill>
                  <a:srgbClr val="00B0F0"/>
                </a:solidFill>
                <a:latin typeface="宋体" panose="02010600030101010101" pitchFamily="2" charset="-122"/>
                <a:ea typeface="宋体" panose="02010600030101010101" pitchFamily="2" charset="-122"/>
              </a:rPr>
              <a:t>相同。</a:t>
            </a:r>
            <a:endParaRPr lang="en-US" altLang="en-US" sz="2600" b="1">
              <a:solidFill>
                <a:srgbClr val="00B0F0"/>
              </a:solidFill>
              <a:latin typeface="宋体" panose="02010600030101010101" pitchFamily="2" charset="-122"/>
              <a:ea typeface="宋体" panose="02010600030101010101" pitchFamily="2" charset="-122"/>
            </a:endParaRPr>
          </a:p>
        </p:txBody>
      </p:sp>
    </p:spTree>
    <p:custDataLst>
      <p:tags r:id="rId1"/>
    </p:custData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890">
                                            <p:txEl>
                                              <p:pRg st="0" end="0"/>
                                            </p:txEl>
                                          </p:spTgt>
                                        </p:tgtEl>
                                        <p:attrNameLst>
                                          <p:attrName>style.visibility</p:attrName>
                                        </p:attrNameLst>
                                      </p:cBhvr>
                                      <p:to>
                                        <p:strVal val="visible"/>
                                      </p:to>
                                    </p:set>
                                    <p:anim calcmode="lin" valueType="num">
                                      <p:cBhvr additive="base">
                                        <p:cTn id="7" dur="500" fill="hold"/>
                                        <p:tgtEl>
                                          <p:spTgt spid="3789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89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7890">
                                            <p:txEl>
                                              <p:pRg st="1" end="1"/>
                                            </p:txEl>
                                          </p:spTgt>
                                        </p:tgtEl>
                                        <p:attrNameLst>
                                          <p:attrName>style.visibility</p:attrName>
                                        </p:attrNameLst>
                                      </p:cBhvr>
                                      <p:to>
                                        <p:strVal val="visible"/>
                                      </p:to>
                                    </p:set>
                                    <p:anim calcmode="lin" valueType="num">
                                      <p:cBhvr additive="base">
                                        <p:cTn id="13" dur="500" fill="hold"/>
                                        <p:tgtEl>
                                          <p:spTgt spid="3789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789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7890">
                                            <p:txEl>
                                              <p:pRg st="2" end="2"/>
                                            </p:txEl>
                                          </p:spTgt>
                                        </p:tgtEl>
                                        <p:attrNameLst>
                                          <p:attrName>style.visibility</p:attrName>
                                        </p:attrNameLst>
                                      </p:cBhvr>
                                      <p:to>
                                        <p:strVal val="visible"/>
                                      </p:to>
                                    </p:set>
                                    <p:anim calcmode="lin" valueType="num">
                                      <p:cBhvr additive="base">
                                        <p:cTn id="19" dur="500" fill="hold"/>
                                        <p:tgtEl>
                                          <p:spTgt spid="3789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7890">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圆角矩形 12"/>
          <p:cNvSpPr/>
          <p:nvPr>
            <p:custDataLst>
              <p:tags r:id="rId2"/>
            </p:custDataLst>
          </p:nvPr>
        </p:nvSpPr>
        <p:spPr>
          <a:xfrm>
            <a:off x="279400" y="391795"/>
            <a:ext cx="11685270" cy="6123305"/>
          </a:xfrm>
          <a:prstGeom prst="roundRect">
            <a:avLst/>
          </a:prstGeom>
          <a:noFill/>
          <a:ln w="28575" cmpd="sng">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7" name="图片 56"/>
          <p:cNvPicPr>
            <a:picLocks noChangeAspect="1"/>
          </p:cNvPicPr>
          <p:nvPr>
            <p:custDataLst>
              <p:tags r:id="rId3"/>
            </p:custDataLst>
          </p:nvPr>
        </p:nvPicPr>
        <p:blipFill>
          <a:blip r:embed="rId15"/>
          <a:stretch>
            <a:fillRect/>
          </a:stretch>
        </p:blipFill>
        <p:spPr>
          <a:xfrm>
            <a:off x="10970895" y="5640070"/>
            <a:ext cx="1219200" cy="1219200"/>
          </a:xfrm>
          <a:prstGeom prst="rect">
            <a:avLst/>
          </a:prstGeom>
        </p:spPr>
      </p:pic>
      <p:pic>
        <p:nvPicPr>
          <p:cNvPr id="58" name="图片 57"/>
          <p:cNvPicPr>
            <a:picLocks noChangeAspect="1"/>
          </p:cNvPicPr>
          <p:nvPr>
            <p:custDataLst>
              <p:tags r:id="rId4"/>
            </p:custDataLst>
          </p:nvPr>
        </p:nvPicPr>
        <p:blipFill>
          <a:blip r:embed="rId16"/>
          <a:stretch>
            <a:fillRect/>
          </a:stretch>
        </p:blipFill>
        <p:spPr>
          <a:xfrm>
            <a:off x="0" y="5854700"/>
            <a:ext cx="914400" cy="914400"/>
          </a:xfrm>
          <a:prstGeom prst="rect">
            <a:avLst/>
          </a:prstGeom>
        </p:spPr>
      </p:pic>
      <mc:AlternateContent xmlns:mc="http://schemas.openxmlformats.org/markup-compatibility/2006" xmlns:a14="http://schemas.microsoft.com/office/drawing/2010/main">
        <mc:Choice Requires="a14">
          <p:sp>
            <p:nvSpPr>
              <p:cNvPr id="38914" name="内容占位符 7169"/>
              <p:cNvSpPr txBox="1"/>
              <p:nvPr/>
            </p:nvSpPr>
            <p:spPr>
              <a:xfrm>
                <a:off x="5597525" y="2232025"/>
                <a:ext cx="2509838" cy="936625"/>
              </a:xfrm>
              <a:prstGeom prst="rect">
                <a:avLst/>
              </a:prstGeom>
              <a:noFill/>
              <a:ln w="38100">
                <a:noFill/>
                <a:miter lim="800000"/>
                <a:headEnd/>
                <a:tailEnd/>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𝐺</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num>
                        <m:den>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𝐿</m:t>
                              </m:r>
                            </m:e>
                            <m:sup>
                              <m:r>
                                <a:rPr lang="zh-CN" altLang="en-US" i="1">
                                  <a:solidFill>
                                    <a:srgbClr val="000000"/>
                                  </a:solidFill>
                                  <a:latin typeface="Cambria Math" panose="02040503050406030204" pitchFamily="18" charset="0"/>
                                </a:rPr>
                                <m:t>2</m:t>
                              </m:r>
                            </m:sup>
                          </m:sSup>
                        </m:den>
                      </m:f>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𝜔</m:t>
                          </m:r>
                        </m:e>
                        <m:sup>
                          <m:r>
                            <a:rPr lang="zh-CN" altLang="en-US" i="1">
                              <a:solidFill>
                                <a:srgbClr val="000000"/>
                              </a:solidFill>
                              <a:latin typeface="Cambria Math" panose="02040503050406030204" pitchFamily="18" charset="0"/>
                            </a:rPr>
                            <m:t>2</m:t>
                          </m:r>
                        </m:sup>
                      </m:s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1</m:t>
                          </m:r>
                        </m:sub>
                      </m:sSub>
                    </m:oMath>
                  </m:oMathPara>
                </a14:m>
                <a:endParaRPr lang="zh-CN" altLang="en-US"/>
              </a:p>
            </p:txBody>
          </p:sp>
        </mc:Choice>
        <mc:Fallback xmlns="">
          <p:sp>
            <p:nvSpPr>
              <p:cNvPr id="38914" name="内容占位符 7169"/>
              <p:cNvSpPr txBox="1">
                <a:spLocks noRot="1" noChangeAspect="1" noMove="1" noResize="1" noEditPoints="1" noAdjustHandles="1" noChangeArrowheads="1" noChangeShapeType="1" noTextEdit="1"/>
              </p:cNvSpPr>
              <p:nvPr/>
            </p:nvSpPr>
            <p:spPr>
              <a:xfrm>
                <a:off x="5597525" y="2232025"/>
                <a:ext cx="2509838" cy="936625"/>
              </a:xfrm>
              <a:prstGeom prst="rect">
                <a:avLst/>
              </a:prstGeom>
              <a:blipFill>
                <a:blip r:embed="rId17"/>
                <a:stretch>
                  <a:fillRect/>
                </a:stretch>
              </a:blipFill>
              <a:ln w="38100">
                <a:noFill/>
                <a:miter lim="800000"/>
                <a:headEnd/>
                <a:tailEn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915" name="内容占位符 7170"/>
              <p:cNvSpPr txBox="1"/>
              <p:nvPr/>
            </p:nvSpPr>
            <p:spPr>
              <a:xfrm>
                <a:off x="8661400" y="2925763"/>
                <a:ext cx="2044700" cy="642937"/>
              </a:xfrm>
              <a:prstGeom prst="rect">
                <a:avLst/>
              </a:prstGeom>
              <a:noFill/>
              <a:ln w="38100">
                <a:noFill/>
                <a:miter lim="800000"/>
                <a:headEnd/>
                <a:tailEnd/>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2</m:t>
                          </m:r>
                        </m:sub>
                      </m:sSub>
                    </m:oMath>
                  </m:oMathPara>
                </a14:m>
                <a:endParaRPr lang="zh-CN" altLang="en-US"/>
              </a:p>
            </p:txBody>
          </p:sp>
        </mc:Choice>
        <mc:Fallback xmlns="">
          <p:sp>
            <p:nvSpPr>
              <p:cNvPr id="38915" name="内容占位符 7170"/>
              <p:cNvSpPr txBox="1">
                <a:spLocks noRot="1" noChangeAspect="1" noMove="1" noResize="1" noEditPoints="1" noAdjustHandles="1" noChangeArrowheads="1" noChangeShapeType="1" noTextEdit="1"/>
              </p:cNvSpPr>
              <p:nvPr/>
            </p:nvSpPr>
            <p:spPr>
              <a:xfrm>
                <a:off x="8661400" y="2925763"/>
                <a:ext cx="2044700" cy="642937"/>
              </a:xfrm>
              <a:prstGeom prst="rect">
                <a:avLst/>
              </a:prstGeom>
              <a:blipFill>
                <a:blip r:embed="rId18"/>
                <a:stretch>
                  <a:fillRect/>
                </a:stretch>
              </a:blipFill>
              <a:ln w="38100">
                <a:noFill/>
                <a:miter lim="800000"/>
                <a:headEnd/>
                <a:tailEn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916" name="内容占位符 7171"/>
              <p:cNvSpPr txBox="1"/>
              <p:nvPr/>
            </p:nvSpPr>
            <p:spPr>
              <a:xfrm>
                <a:off x="5684838" y="3392488"/>
                <a:ext cx="2333625" cy="842962"/>
              </a:xfrm>
              <a:prstGeom prst="rect">
                <a:avLst/>
              </a:prstGeom>
              <a:noFill/>
              <a:ln w="38100">
                <a:noFill/>
                <a:miter lim="800000"/>
                <a:headEnd/>
                <a:tailEnd/>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𝐺</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num>
                        <m:den>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𝐿</m:t>
                              </m:r>
                            </m:e>
                            <m:sup>
                              <m:r>
                                <a:rPr lang="zh-CN" altLang="en-US" i="1">
                                  <a:solidFill>
                                    <a:srgbClr val="000000"/>
                                  </a:solidFill>
                                  <a:latin typeface="Cambria Math" panose="02040503050406030204" pitchFamily="18" charset="0"/>
                                </a:rPr>
                                <m:t>2</m:t>
                              </m:r>
                            </m:sup>
                          </m:sSup>
                        </m:den>
                      </m:f>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𝜔</m:t>
                          </m:r>
                        </m:e>
                        <m:sup>
                          <m:r>
                            <a:rPr lang="zh-CN" altLang="en-US" i="1">
                              <a:solidFill>
                                <a:srgbClr val="000000"/>
                              </a:solidFill>
                              <a:latin typeface="Cambria Math" panose="02040503050406030204" pitchFamily="18" charset="0"/>
                            </a:rPr>
                            <m:t>2</m:t>
                          </m:r>
                        </m:sup>
                      </m:s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2</m:t>
                          </m:r>
                        </m:sub>
                      </m:sSub>
                    </m:oMath>
                  </m:oMathPara>
                </a14:m>
                <a:endParaRPr lang="zh-CN" altLang="en-US"/>
              </a:p>
            </p:txBody>
          </p:sp>
        </mc:Choice>
        <mc:Fallback xmlns="">
          <p:sp>
            <p:nvSpPr>
              <p:cNvPr id="38916" name="内容占位符 7171"/>
              <p:cNvSpPr txBox="1">
                <a:spLocks noRot="1" noChangeAspect="1" noMove="1" noResize="1" noEditPoints="1" noAdjustHandles="1" noChangeArrowheads="1" noChangeShapeType="1" noTextEdit="1"/>
              </p:cNvSpPr>
              <p:nvPr/>
            </p:nvSpPr>
            <p:spPr>
              <a:xfrm>
                <a:off x="5684838" y="3392488"/>
                <a:ext cx="2333625" cy="842962"/>
              </a:xfrm>
              <a:prstGeom prst="rect">
                <a:avLst/>
              </a:prstGeom>
              <a:blipFill>
                <a:blip r:embed="rId19"/>
                <a:stretch>
                  <a:fillRect/>
                </a:stretch>
              </a:blipFill>
              <a:ln w="38100">
                <a:noFill/>
                <a:miter lim="800000"/>
                <a:headEnd/>
                <a:tailEnd/>
              </a:ln>
            </p:spPr>
            <p:txBody>
              <a:bodyPr/>
              <a:lstStyle/>
              <a:p>
                <a:r>
                  <a:rPr lang="zh-CN" altLang="en-US">
                    <a:noFill/>
                  </a:rPr>
                  <a:t> </a:t>
                </a:r>
              </a:p>
            </p:txBody>
          </p:sp>
        </mc:Fallback>
      </mc:AlternateContent>
      <p:sp>
        <p:nvSpPr>
          <p:cNvPr id="38917" name="右大括号 7172"/>
          <p:cNvSpPr/>
          <p:nvPr>
            <p:custDataLst>
              <p:tags r:id="rId5"/>
            </p:custDataLst>
          </p:nvPr>
        </p:nvSpPr>
        <p:spPr>
          <a:xfrm>
            <a:off x="8235950" y="2695575"/>
            <a:ext cx="360363" cy="1149350"/>
          </a:xfrm>
          <a:prstGeom prst="rightBrace">
            <a:avLst>
              <a:gd name="adj1" fmla="val 26623"/>
              <a:gd name="adj2" fmla="val 50000"/>
            </a:avLst>
          </a:prstGeom>
          <a:noFill/>
          <a:ln>
            <a:solidFill>
              <a:srgbClr val="00B0F0"/>
            </a:solidFill>
            <a:round/>
          </a:ln>
        </p:spPr>
        <p:txBody>
          <a:bodyPr>
            <a:no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5pPr>
          </a:lstStyle>
          <a:p>
            <a:pPr marL="0" lvl="0" indent="0" eaLnBrk="1" hangingPunct="0"/>
            <a:endParaRPr lang="zh-CN" altLang="en-US" sz="100">
              <a:solidFill>
                <a:srgbClr val="0D0D0D"/>
              </a:solidFill>
            </a:endParaRPr>
          </a:p>
        </p:txBody>
      </p:sp>
      <p:sp>
        <p:nvSpPr>
          <p:cNvPr id="38918" name="文本框 7174"/>
          <p:cNvSpPr txBox="1"/>
          <p:nvPr>
            <p:custDataLst>
              <p:tags r:id="rId6"/>
            </p:custDataLst>
          </p:nvPr>
        </p:nvSpPr>
        <p:spPr>
          <a:xfrm>
            <a:off x="4351338" y="2454275"/>
            <a:ext cx="1116012" cy="503238"/>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665" b="1" i="0"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对</a:t>
            </a:r>
            <a:r>
              <a:rPr kumimoji="0" lang="zh-CN" altLang="en-US" sz="2665" b="1" i="1"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m</a:t>
            </a:r>
            <a:r>
              <a:rPr kumimoji="0" lang="zh-CN" altLang="en-US" sz="2665" b="1" i="0" u="none" strike="noStrike" kern="1200" cap="none" spc="0" normalizeH="0" baseline="-2500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1</a:t>
            </a:r>
            <a:r>
              <a:rPr kumimoji="0" lang="zh-CN" altLang="en-US" sz="2665" b="1" i="0"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a:t>
            </a:r>
          </a:p>
        </p:txBody>
      </p:sp>
      <p:sp>
        <p:nvSpPr>
          <p:cNvPr id="38919" name="文本框 7175"/>
          <p:cNvSpPr txBox="1"/>
          <p:nvPr>
            <p:custDataLst>
              <p:tags r:id="rId7"/>
            </p:custDataLst>
          </p:nvPr>
        </p:nvSpPr>
        <p:spPr>
          <a:xfrm>
            <a:off x="4351338" y="3568700"/>
            <a:ext cx="1022350" cy="503238"/>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665" b="1" i="0"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对</a:t>
            </a:r>
            <a:r>
              <a:rPr kumimoji="0" lang="en-US" altLang="zh-CN" sz="2665" b="1" i="1"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m</a:t>
            </a:r>
            <a:r>
              <a:rPr kumimoji="0" lang="en-US" altLang="zh-CN" sz="2665" b="1" i="0" u="none" strike="noStrike" kern="1200" cap="none" spc="0" normalizeH="0" baseline="-2500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2</a:t>
            </a:r>
            <a:r>
              <a:rPr kumimoji="0" lang="en-US" altLang="zh-CN" sz="2665" b="1" i="0"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a:t>
            </a:r>
          </a:p>
        </p:txBody>
      </p:sp>
      <mc:AlternateContent xmlns:mc="http://schemas.openxmlformats.org/markup-compatibility/2006" xmlns:a14="http://schemas.microsoft.com/office/drawing/2010/main">
        <mc:Choice Requires="a14">
          <p:sp>
            <p:nvSpPr>
              <p:cNvPr id="38920" name="内容占位符 7189"/>
              <p:cNvSpPr txBox="1"/>
              <p:nvPr/>
            </p:nvSpPr>
            <p:spPr>
              <a:xfrm>
                <a:off x="4876800" y="4418013"/>
                <a:ext cx="4519613" cy="1074737"/>
              </a:xfrm>
              <a:prstGeom prst="rect">
                <a:avLst/>
              </a:prstGeom>
              <a:noFill/>
              <a:ln w="19050">
                <a:solidFill>
                  <a:srgbClr val="00B0F0"/>
                </a:solidFill>
                <a:miter lim="800000"/>
                <a:headEnd/>
                <a:tailEnd/>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得</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r</m:t>
                          </m:r>
                        </m:e>
                        <m:sub>
                          <m:r>
                            <a:rPr lang="zh-CN" altLang="en-US" i="0">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𝐿</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den>
                      </m:f>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r</m:t>
                          </m:r>
                        </m:e>
                        <m:sub>
                          <m:r>
                            <a:rPr lang="zh-CN" altLang="en-US" i="0">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𝐿</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den>
                      </m:f>
                    </m:oMath>
                  </m:oMathPara>
                </a14:m>
                <a:endParaRPr lang="zh-CN" altLang="en-US"/>
              </a:p>
            </p:txBody>
          </p:sp>
        </mc:Choice>
        <mc:Fallback xmlns="">
          <p:sp>
            <p:nvSpPr>
              <p:cNvPr id="38920" name="内容占位符 7189"/>
              <p:cNvSpPr txBox="1">
                <a:spLocks noRot="1" noChangeAspect="1" noMove="1" noResize="1" noEditPoints="1" noAdjustHandles="1" noChangeArrowheads="1" noChangeShapeType="1" noTextEdit="1"/>
              </p:cNvSpPr>
              <p:nvPr/>
            </p:nvSpPr>
            <p:spPr>
              <a:xfrm>
                <a:off x="4876800" y="4418013"/>
                <a:ext cx="4519613" cy="1074737"/>
              </a:xfrm>
              <a:prstGeom prst="rect">
                <a:avLst/>
              </a:prstGeom>
              <a:blipFill>
                <a:blip r:embed="rId20"/>
                <a:stretch>
                  <a:fillRect/>
                </a:stretch>
              </a:blipFill>
              <a:ln w="19050">
                <a:solidFill>
                  <a:srgbClr val="00B0F0"/>
                </a:solidFill>
                <a:miter lim="800000"/>
                <a:headEnd/>
                <a:tailEnd/>
              </a:ln>
            </p:spPr>
            <p:txBody>
              <a:bodyPr/>
              <a:lstStyle/>
              <a:p>
                <a:r>
                  <a:rPr lang="zh-CN" altLang="en-US">
                    <a:noFill/>
                  </a:rPr>
                  <a:t> </a:t>
                </a:r>
              </a:p>
            </p:txBody>
          </p:sp>
        </mc:Fallback>
      </mc:AlternateContent>
      <p:sp>
        <p:nvSpPr>
          <p:cNvPr id="38921" name="文本框 7190"/>
          <p:cNvSpPr txBox="1"/>
          <p:nvPr>
            <p:custDataLst>
              <p:tags r:id="rId8"/>
            </p:custDataLst>
          </p:nvPr>
        </p:nvSpPr>
        <p:spPr>
          <a:xfrm>
            <a:off x="623888" y="954088"/>
            <a:ext cx="10944225" cy="1323340"/>
          </a:xfrm>
          <a:prstGeom prst="rect">
            <a:avLst/>
          </a:prstGeom>
          <a:noFill/>
          <a:ln w="9525">
            <a:noFill/>
          </a:ln>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5pPr>
          </a:lstStyle>
          <a:p>
            <a:pPr marL="514350" lvl="0" indent="-514350" eaLnBrk="1" hangingPunct="0">
              <a:lnSpc>
                <a:spcPct val="150000"/>
              </a:lnSpc>
              <a:buFont typeface="+mj-ea"/>
              <a:buAutoNum type="circleNumDbPlain"/>
            </a:pPr>
            <a:r>
              <a:rPr lang="zh-CN" altLang="en-US" sz="2665" b="1" spc="0">
                <a:solidFill>
                  <a:schemeClr val="tx1"/>
                </a:solidFill>
                <a:latin typeface="宋体" panose="02010600030101010101" pitchFamily="2" charset="-122"/>
                <a:ea typeface="宋体" panose="02010600030101010101" pitchFamily="2" charset="-122"/>
              </a:rPr>
              <a:t>如图，双星的质量分别为m</a:t>
            </a:r>
            <a:r>
              <a:rPr lang="zh-CN" altLang="en-US" sz="2665" b="1" spc="0" baseline="-25000">
                <a:solidFill>
                  <a:schemeClr val="tx1"/>
                </a:solidFill>
                <a:latin typeface="宋体" panose="02010600030101010101" pitchFamily="2" charset="-122"/>
                <a:ea typeface="宋体" panose="02010600030101010101" pitchFamily="2" charset="-122"/>
              </a:rPr>
              <a:t>1</a:t>
            </a:r>
            <a:r>
              <a:rPr lang="zh-CN" altLang="en-US" sz="2665" b="1" spc="0">
                <a:solidFill>
                  <a:schemeClr val="tx1"/>
                </a:solidFill>
                <a:latin typeface="宋体" panose="02010600030101010101" pitchFamily="2" charset="-122"/>
                <a:ea typeface="宋体" panose="02010600030101010101" pitchFamily="2" charset="-122"/>
              </a:rPr>
              <a:t>、m</a:t>
            </a:r>
            <a:r>
              <a:rPr lang="zh-CN" altLang="en-US" sz="2665" b="1" spc="0" baseline="-25000">
                <a:solidFill>
                  <a:schemeClr val="tx1"/>
                </a:solidFill>
                <a:latin typeface="宋体" panose="02010600030101010101" pitchFamily="2" charset="-122"/>
                <a:ea typeface="宋体" panose="02010600030101010101" pitchFamily="2" charset="-122"/>
              </a:rPr>
              <a:t>2</a:t>
            </a:r>
            <a:r>
              <a:rPr lang="zh-CN" altLang="en-US" sz="2665" b="1" spc="0">
                <a:solidFill>
                  <a:schemeClr val="tx1"/>
                </a:solidFill>
                <a:latin typeface="宋体" panose="02010600030101010101" pitchFamily="2" charset="-122"/>
                <a:ea typeface="宋体" panose="02010600030101010101" pitchFamily="2" charset="-122"/>
              </a:rPr>
              <a:t>，它们之间的距离为L，</a:t>
            </a:r>
            <a:r>
              <a:rPr lang="zh-CN" altLang="en-US" sz="2665" b="1" spc="0">
                <a:solidFill>
                  <a:srgbClr val="00B0F0"/>
                </a:solidFill>
                <a:latin typeface="宋体" panose="02010600030101010101" pitchFamily="2" charset="-122"/>
                <a:ea typeface="宋体" panose="02010600030101010101" pitchFamily="2" charset="-122"/>
              </a:rPr>
              <a:t>求各自圆周运动的半径</a:t>
            </a:r>
            <a:r>
              <a:rPr lang="en-US" altLang="zh-CN" sz="2665" b="1" spc="0">
                <a:solidFill>
                  <a:srgbClr val="00B0F0"/>
                </a:solidFill>
                <a:latin typeface="宋体" panose="02010600030101010101" pitchFamily="2" charset="-122"/>
                <a:ea typeface="宋体" panose="02010600030101010101" pitchFamily="2" charset="-122"/>
              </a:rPr>
              <a:t>r</a:t>
            </a:r>
            <a:r>
              <a:rPr lang="en-US" altLang="zh-CN" sz="2665" b="1" spc="0" baseline="-25000">
                <a:solidFill>
                  <a:srgbClr val="00B0F0"/>
                </a:solidFill>
                <a:latin typeface="宋体" panose="02010600030101010101" pitchFamily="2" charset="-122"/>
                <a:ea typeface="宋体" panose="02010600030101010101" pitchFamily="2" charset="-122"/>
              </a:rPr>
              <a:t>1</a:t>
            </a:r>
            <a:r>
              <a:rPr lang="zh-CN" altLang="en-US" sz="2665" b="1" spc="0">
                <a:solidFill>
                  <a:srgbClr val="00B0F0"/>
                </a:solidFill>
                <a:latin typeface="宋体" panose="02010600030101010101" pitchFamily="2" charset="-122"/>
                <a:ea typeface="宋体" panose="02010600030101010101" pitchFamily="2" charset="-122"/>
              </a:rPr>
              <a:t>、</a:t>
            </a:r>
            <a:r>
              <a:rPr lang="en-US" altLang="zh-CN" sz="2665" b="1" spc="0">
                <a:solidFill>
                  <a:srgbClr val="00B0F0"/>
                </a:solidFill>
                <a:latin typeface="宋体" panose="02010600030101010101" pitchFamily="2" charset="-122"/>
                <a:ea typeface="宋体" panose="02010600030101010101" pitchFamily="2" charset="-122"/>
              </a:rPr>
              <a:t>r</a:t>
            </a:r>
            <a:r>
              <a:rPr lang="en-US" altLang="zh-CN" sz="2665" b="1" spc="0" baseline="-25000">
                <a:solidFill>
                  <a:srgbClr val="00B0F0"/>
                </a:solidFill>
                <a:latin typeface="宋体" panose="02010600030101010101" pitchFamily="2" charset="-122"/>
                <a:ea typeface="宋体" panose="02010600030101010101" pitchFamily="2" charset="-122"/>
              </a:rPr>
              <a:t>2</a:t>
            </a:r>
            <a:r>
              <a:rPr lang="zh-CN" altLang="en-US" sz="2665" b="1" spc="0">
                <a:solidFill>
                  <a:srgbClr val="00B0F0"/>
                </a:solidFill>
                <a:latin typeface="宋体" panose="02010600030101010101" pitchFamily="2" charset="-122"/>
                <a:ea typeface="宋体" panose="02010600030101010101" pitchFamily="2" charset="-122"/>
              </a:rPr>
              <a:t>的</a:t>
            </a:r>
            <a:r>
              <a:rPr sz="2660" b="1">
                <a:solidFill>
                  <a:srgbClr val="00B0F0"/>
                </a:solidFill>
                <a:latin typeface="宋体" panose="02010600030101010101" pitchFamily="2" charset="-122"/>
                <a:sym typeface="+mn-ea"/>
              </a:rPr>
              <a:t>比值</a:t>
            </a:r>
            <a:r>
              <a:rPr lang="zh-CN" altLang="en-US" sz="2665" b="1" spc="0">
                <a:solidFill>
                  <a:srgbClr val="00B0F0"/>
                </a:solidFill>
                <a:latin typeface="宋体" panose="02010600030101010101" pitchFamily="2" charset="-122"/>
                <a:ea typeface="宋体" panose="02010600030101010101" pitchFamily="2" charset="-122"/>
              </a:rPr>
              <a:t>及</a:t>
            </a:r>
            <a:r>
              <a:rPr lang="en-US" altLang="zh-CN" sz="2665" b="1" spc="0">
                <a:solidFill>
                  <a:srgbClr val="00B0F0"/>
                </a:solidFill>
                <a:latin typeface="宋体" panose="02010600030101010101" pitchFamily="2" charset="-122"/>
                <a:ea typeface="宋体" panose="02010600030101010101" pitchFamily="2" charset="-122"/>
                <a:sym typeface="+mn-ea"/>
              </a:rPr>
              <a:t>r</a:t>
            </a:r>
            <a:r>
              <a:rPr lang="en-US" altLang="zh-CN" sz="2665" b="1" spc="0" baseline="-25000">
                <a:solidFill>
                  <a:srgbClr val="00B0F0"/>
                </a:solidFill>
                <a:latin typeface="宋体" panose="02010600030101010101" pitchFamily="2" charset="-122"/>
                <a:ea typeface="宋体" panose="02010600030101010101" pitchFamily="2" charset="-122"/>
                <a:sym typeface="+mn-ea"/>
              </a:rPr>
              <a:t>1</a:t>
            </a:r>
            <a:r>
              <a:rPr lang="zh-CN" altLang="en-US" sz="2665" b="1" spc="0">
                <a:solidFill>
                  <a:srgbClr val="00B0F0"/>
                </a:solidFill>
                <a:latin typeface="宋体" panose="02010600030101010101" pitchFamily="2" charset="-122"/>
                <a:ea typeface="宋体" panose="02010600030101010101" pitchFamily="2" charset="-122"/>
                <a:sym typeface="+mn-ea"/>
              </a:rPr>
              <a:t>、</a:t>
            </a:r>
            <a:r>
              <a:rPr lang="en-US" altLang="zh-CN" sz="2665" b="1" spc="0">
                <a:solidFill>
                  <a:srgbClr val="00B0F0"/>
                </a:solidFill>
                <a:latin typeface="宋体" panose="02010600030101010101" pitchFamily="2" charset="-122"/>
                <a:ea typeface="宋体" panose="02010600030101010101" pitchFamily="2" charset="-122"/>
                <a:sym typeface="+mn-ea"/>
              </a:rPr>
              <a:t>r</a:t>
            </a:r>
            <a:r>
              <a:rPr lang="en-US" altLang="zh-CN" sz="2665" b="1" spc="0" baseline="-25000">
                <a:solidFill>
                  <a:srgbClr val="00B0F0"/>
                </a:solidFill>
                <a:latin typeface="宋体" panose="02010600030101010101" pitchFamily="2" charset="-122"/>
                <a:ea typeface="宋体" panose="02010600030101010101" pitchFamily="2" charset="-122"/>
                <a:sym typeface="+mn-ea"/>
              </a:rPr>
              <a:t>2</a:t>
            </a:r>
            <a:r>
              <a:rPr lang="zh-CN" altLang="en-US" sz="2665" b="1" spc="0">
                <a:solidFill>
                  <a:srgbClr val="00B0F0"/>
                </a:solidFill>
                <a:latin typeface="宋体" panose="02010600030101010101" pitchFamily="2" charset="-122"/>
                <a:ea typeface="宋体" panose="02010600030101010101" pitchFamily="2" charset="-122"/>
                <a:sym typeface="+mn-ea"/>
              </a:rPr>
              <a:t>的</a:t>
            </a:r>
            <a:r>
              <a:rPr sz="2660" b="1">
                <a:solidFill>
                  <a:srgbClr val="00B0F0"/>
                </a:solidFill>
                <a:latin typeface="宋体" panose="02010600030101010101" pitchFamily="2" charset="-122"/>
                <a:sym typeface="+mn-ea"/>
              </a:rPr>
              <a:t>大小</a:t>
            </a:r>
            <a:r>
              <a:rPr lang="zh-CN" altLang="en-US" sz="2665" b="1" spc="0">
                <a:solidFill>
                  <a:srgbClr val="00B0F0"/>
                </a:solidFill>
                <a:latin typeface="宋体" panose="02010600030101010101" pitchFamily="2" charset="-122"/>
                <a:ea typeface="宋体" panose="02010600030101010101" pitchFamily="2" charset="-122"/>
                <a:sym typeface="+mn-ea"/>
              </a:rPr>
              <a:t>。</a:t>
            </a:r>
            <a:endParaRPr lang="zh-CN" altLang="en-US" sz="2600" b="1">
              <a:solidFill>
                <a:srgbClr val="00B0F0"/>
              </a:solidFill>
              <a:latin typeface="宋体" panose="02010600030101010101" pitchFamily="2" charset="-122"/>
              <a:ea typeface="宋体" panose="02010600030101010101" pitchFamily="2" charset="-122"/>
              <a:sym typeface="+mn-ea"/>
            </a:endParaRPr>
          </a:p>
        </p:txBody>
      </p:sp>
      <p:sp>
        <p:nvSpPr>
          <p:cNvPr id="38922" name="Text Box 19"/>
          <p:cNvSpPr txBox="1"/>
          <p:nvPr>
            <p:custDataLst>
              <p:tags r:id="rId9"/>
            </p:custDataLst>
          </p:nvPr>
        </p:nvSpPr>
        <p:spPr>
          <a:xfrm>
            <a:off x="4351655" y="5756275"/>
            <a:ext cx="6790055" cy="502920"/>
          </a:xfrm>
          <a:prstGeom prst="rect">
            <a:avLst/>
          </a:prstGeom>
          <a:noFill/>
          <a:ln w="3175" cap="flat" cmpd="sng">
            <a:solidFill>
              <a:srgbClr val="00B050"/>
            </a:solidFill>
            <a:prstDash val="solid"/>
            <a:miter/>
            <a:headEnd type="none" w="med" len="med"/>
            <a:tailEnd type="none" w="med" len="med"/>
          </a:ln>
        </p:spPr>
        <p:txBody>
          <a:bodyPr wrap="square" lIns="89947" tIns="46873" rIns="89947" bIns="46873">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5pPr>
          </a:lstStyle>
          <a:p>
            <a:pPr marL="0" lvl="0" indent="0" eaLnBrk="1" hangingPunct="0">
              <a:spcBef>
                <a:spcPct val="50000"/>
              </a:spcBef>
            </a:pPr>
            <a:r>
              <a:rPr lang="en-US" altLang="en-US" sz="2665" b="1" spc="0">
                <a:solidFill>
                  <a:srgbClr val="00B0F0"/>
                </a:solidFill>
                <a:effectLst>
                  <a:outerShdw blurRad="38100" dist="38100" dir="2700000" algn="tl">
                    <a:srgbClr val="000000">
                      <a:alpha val="43137"/>
                    </a:srgbClr>
                  </a:outerShdw>
                </a:effectLst>
                <a:latin typeface="Times New Roman" panose="02020603050405020304" charset="0"/>
                <a:ea typeface="Times New Roman" panose="02020603050405020304" charset="0"/>
              </a:rPr>
              <a:t>规律：</a:t>
            </a:r>
            <a:r>
              <a:rPr lang="en-US" altLang="en-US" sz="2665" b="1" i="1" spc="0">
                <a:solidFill>
                  <a:srgbClr val="0D0D0D"/>
                </a:solidFill>
                <a:effectLst>
                  <a:outerShdw blurRad="38100" dist="38100" dir="2700000" algn="tl">
                    <a:srgbClr val="000000">
                      <a:alpha val="43137"/>
                    </a:srgbClr>
                  </a:outerShdw>
                </a:effectLst>
                <a:latin typeface="Times New Roman" panose="02020603050405020304" charset="0"/>
                <a:ea typeface="Times New Roman" panose="02020603050405020304" charset="0"/>
              </a:rPr>
              <a:t>m </a:t>
            </a:r>
            <a:r>
              <a:rPr lang="en-US" altLang="en-US" sz="2665" b="1" spc="0">
                <a:solidFill>
                  <a:srgbClr val="0D0D0D"/>
                </a:solidFill>
                <a:effectLst>
                  <a:outerShdw blurRad="38100" dist="38100" dir="2700000" algn="tl">
                    <a:srgbClr val="000000">
                      <a:alpha val="43137"/>
                    </a:srgbClr>
                  </a:outerShdw>
                </a:effectLst>
                <a:latin typeface="Times New Roman" panose="02020603050405020304" charset="0"/>
                <a:ea typeface="Times New Roman" panose="02020603050405020304" charset="0"/>
              </a:rPr>
              <a:t>越大，旋转半径越小，离中心越近</a:t>
            </a:r>
            <a:endParaRPr lang="en-US" altLang="en-US" sz="2600" b="1">
              <a:solidFill>
                <a:srgbClr val="0D0D0D"/>
              </a:solidFill>
              <a:effectLst>
                <a:outerShdw blurRad="38100" dist="38100" dir="2700000" algn="tl">
                  <a:srgbClr val="000000">
                    <a:alpha val="43137"/>
                  </a:srgbClr>
                </a:outerShdw>
              </a:effectLst>
              <a:latin typeface="Times New Roman" panose="02020603050405020304" charset="0"/>
              <a:ea typeface="Times New Roman" panose="02020603050405020304" charset="0"/>
            </a:endParaRPr>
          </a:p>
        </p:txBody>
      </p:sp>
      <p:grpSp>
        <p:nvGrpSpPr>
          <p:cNvPr id="38923" name="组合 2"/>
          <p:cNvGrpSpPr/>
          <p:nvPr>
            <p:custDataLst>
              <p:tags r:id="rId10"/>
            </p:custDataLst>
          </p:nvPr>
        </p:nvGrpSpPr>
        <p:grpSpPr>
          <a:xfrm>
            <a:off x="8659813" y="2276475"/>
            <a:ext cx="2317750" cy="1241425"/>
            <a:chOff x="10242" y="2679"/>
            <a:chExt cx="2737" cy="1466"/>
          </a:xfrm>
        </p:grpSpPr>
        <p:sp>
          <p:nvSpPr>
            <p:cNvPr id="38950" name="矩形 7188"/>
            <p:cNvSpPr/>
            <p:nvPr>
              <p:custDataLst>
                <p:tags r:id="rId12"/>
              </p:custDataLst>
            </p:nvPr>
          </p:nvSpPr>
          <p:spPr>
            <a:xfrm>
              <a:off x="10242" y="2679"/>
              <a:ext cx="2311" cy="617"/>
            </a:xfrm>
            <a:prstGeom prst="rect">
              <a:avLst/>
            </a:prstGeom>
            <a:noFill/>
            <a:ln w="9525">
              <a:noFill/>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95" b="1" i="1"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mn-cs"/>
                </a:rPr>
                <a:t>r </a:t>
              </a:r>
              <a:r>
                <a:rPr kumimoji="0" lang="en-US" altLang="zh-CN" sz="2795" b="1" i="0" u="none" strike="noStrike" kern="1200" cap="none" spc="0" normalizeH="0" baseline="-2500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mn-cs"/>
                </a:rPr>
                <a:t>1</a:t>
              </a:r>
              <a:r>
                <a:rPr kumimoji="0" lang="en-US" altLang="zh-CN" sz="2795" b="1" i="0"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mn-cs"/>
                </a:rPr>
                <a:t> + </a:t>
              </a:r>
              <a:r>
                <a:rPr kumimoji="0" lang="en-US" altLang="zh-CN" sz="2795" b="1" i="1"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mn-cs"/>
                </a:rPr>
                <a:t>r</a:t>
              </a:r>
              <a:r>
                <a:rPr kumimoji="0" lang="en-US" altLang="zh-CN" sz="2795" b="1" i="0" u="none" strike="noStrike" kern="1200" cap="none" spc="0" normalizeH="0" baseline="-2500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mn-cs"/>
                </a:rPr>
                <a:t>2 </a:t>
              </a:r>
              <a:r>
                <a:rPr kumimoji="0" lang="en-US" altLang="zh-CN" sz="2795" b="1" i="0"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mn-cs"/>
                </a:rPr>
                <a:t>= L</a:t>
              </a:r>
            </a:p>
          </p:txBody>
        </p:sp>
        <p:sp>
          <p:nvSpPr>
            <p:cNvPr id="38951" name="右大括号 7172"/>
            <p:cNvSpPr/>
            <p:nvPr>
              <p:custDataLst>
                <p:tags r:id="rId13"/>
              </p:custDataLst>
            </p:nvPr>
          </p:nvSpPr>
          <p:spPr>
            <a:xfrm>
              <a:off x="12553" y="2788"/>
              <a:ext cx="426" cy="1357"/>
            </a:xfrm>
            <a:prstGeom prst="rightBrace">
              <a:avLst>
                <a:gd name="adj1" fmla="val 26619"/>
                <a:gd name="adj2" fmla="val 50000"/>
              </a:avLst>
            </a:prstGeom>
            <a:noFill/>
            <a:ln>
              <a:solidFill>
                <a:srgbClr val="00B0F0"/>
              </a:solidFill>
              <a:round/>
            </a:ln>
          </p:spPr>
          <p:txBody>
            <a:bodyPr>
              <a:no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5pPr>
            </a:lstStyle>
            <a:p>
              <a:pPr marL="0" lvl="0" indent="0" eaLnBrk="1" hangingPunct="0"/>
              <a:endParaRPr lang="zh-CN" altLang="en-US" sz="100">
                <a:solidFill>
                  <a:srgbClr val="0D0D0D"/>
                </a:solidFill>
              </a:endParaRPr>
            </a:p>
          </p:txBody>
        </p:sp>
      </p:grpSp>
      <mc:AlternateContent xmlns:mc="http://schemas.openxmlformats.org/markup-compatibility/2006" xmlns:a14="http://schemas.microsoft.com/office/drawing/2010/main">
        <mc:Choice Requires="a14">
          <p:sp>
            <p:nvSpPr>
              <p:cNvPr id="38928" name="对象 8198"/>
              <p:cNvSpPr txBox="1"/>
              <p:nvPr/>
            </p:nvSpPr>
            <p:spPr>
              <a:xfrm>
                <a:off x="9775825" y="4365625"/>
                <a:ext cx="2044700" cy="1117600"/>
              </a:xfrm>
              <a:prstGeom prst="rect">
                <a:avLst/>
              </a:prstGeom>
              <a:noFill/>
              <a:ln w="19050">
                <a:solidFill>
                  <a:srgbClr val="FF0000"/>
                </a:solidFill>
                <a:miter lim="800000"/>
                <a:headEnd/>
                <a:tailEnd/>
              </a:ln>
            </p:spPr>
            <p:txBody>
              <a:bodyPr>
                <a:normAutofit/>
              </a:bodyPr>
              <a:lstStyle/>
              <a:p>
                <a:pPr/>
                <a14:m>
                  <m:oMathPara xmlns:m="http://schemas.openxmlformats.org/officeDocument/2006/math">
                    <m:oMathParaPr>
                      <m:jc m:val="left"/>
                    </m:oMathParaPr>
                    <m:oMath xmlns:m="http://schemas.openxmlformats.org/officeDocument/2006/math">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1</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2</m:t>
                              </m:r>
                            </m:sub>
                          </m:sSub>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den>
                      </m:f>
                    </m:oMath>
                  </m:oMathPara>
                </a14:m>
                <a:endParaRPr lang="zh-CN" altLang="en-US"/>
              </a:p>
            </p:txBody>
          </p:sp>
        </mc:Choice>
        <mc:Fallback xmlns="">
          <p:sp>
            <p:nvSpPr>
              <p:cNvPr id="38928" name="对象 8198"/>
              <p:cNvSpPr txBox="1">
                <a:spLocks noRot="1" noChangeAspect="1" noMove="1" noResize="1" noEditPoints="1" noAdjustHandles="1" noChangeArrowheads="1" noChangeShapeType="1" noTextEdit="1"/>
              </p:cNvSpPr>
              <p:nvPr/>
            </p:nvSpPr>
            <p:spPr>
              <a:xfrm>
                <a:off x="9775825" y="4365625"/>
                <a:ext cx="2044700" cy="1117600"/>
              </a:xfrm>
              <a:prstGeom prst="rect">
                <a:avLst/>
              </a:prstGeom>
              <a:blipFill>
                <a:blip r:embed="rId21"/>
                <a:stretch>
                  <a:fillRect/>
                </a:stretch>
              </a:blipFill>
              <a:ln w="19050">
                <a:solidFill>
                  <a:srgbClr val="FF0000"/>
                </a:solidFill>
                <a:miter lim="800000"/>
                <a:headEnd/>
                <a:tailEnd/>
              </a:ln>
            </p:spPr>
            <p:txBody>
              <a:bodyPr/>
              <a:lstStyle/>
              <a:p>
                <a:r>
                  <a:rPr lang="zh-CN" altLang="en-US">
                    <a:noFill/>
                  </a:rPr>
                  <a:t> </a:t>
                </a:r>
              </a:p>
            </p:txBody>
          </p:sp>
        </mc:Fallback>
      </mc:AlternateContent>
      <p:sp>
        <p:nvSpPr>
          <p:cNvPr id="28" name="文本框 27"/>
          <p:cNvSpPr txBox="1"/>
          <p:nvPr>
            <p:custDataLst>
              <p:tags r:id="rId11"/>
            </p:custDataLst>
          </p:nvPr>
        </p:nvSpPr>
        <p:spPr>
          <a:xfrm>
            <a:off x="789940" y="547370"/>
            <a:ext cx="5282565" cy="583565"/>
          </a:xfrm>
          <a:prstGeom prst="rect">
            <a:avLst/>
          </a:prstGeom>
          <a:noFill/>
        </p:spPr>
        <p:txBody>
          <a:bodyPr wrap="square" rtlCol="0">
            <a:spAutoFit/>
          </a:bodyPr>
          <a:lstStyle/>
          <a:p>
            <a:pPr marL="0" marR="0" lvl="0" algn="l" defTabSz="914400" rtl="0" eaLnBrk="1" fontAlgn="auto"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a:solidFill>
                  <a:schemeClr val="accent6">
                    <a:lumMod val="75000"/>
                  </a:schemeClr>
                </a:solidFill>
                <a:latin typeface="+mn-ea"/>
                <a:cs typeface="+mn-cs"/>
              </a:rPr>
              <a:t>2.双星系统规律</a:t>
            </a:r>
          </a:p>
        </p:txBody>
      </p:sp>
    </p:spTree>
    <p:custDataLst>
      <p:tags r:id="rId1"/>
    </p:custData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8918"/>
                                        </p:tgtEl>
                                        <p:attrNameLst>
                                          <p:attrName>style.visibility</p:attrName>
                                        </p:attrNameLst>
                                      </p:cBhvr>
                                      <p:to>
                                        <p:strVal val="visible"/>
                                      </p:to>
                                    </p:set>
                                    <p:anim calcmode="lin" valueType="num">
                                      <p:cBhvr additive="base">
                                        <p:cTn id="7" dur="500" fill="hold"/>
                                        <p:tgtEl>
                                          <p:spTgt spid="38918"/>
                                        </p:tgtEl>
                                        <p:attrNameLst>
                                          <p:attrName>ppt_x</p:attrName>
                                        </p:attrNameLst>
                                      </p:cBhvr>
                                      <p:tavLst>
                                        <p:tav tm="0">
                                          <p:val>
                                            <p:strVal val="#ppt_x"/>
                                          </p:val>
                                        </p:tav>
                                        <p:tav tm="100000">
                                          <p:val>
                                            <p:strVal val="#ppt_x"/>
                                          </p:val>
                                        </p:tav>
                                      </p:tavLst>
                                    </p:anim>
                                    <p:anim calcmode="lin" valueType="num">
                                      <p:cBhvr additive="base">
                                        <p:cTn id="8" dur="500" fill="hold"/>
                                        <p:tgtEl>
                                          <p:spTgt spid="389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8919"/>
                                        </p:tgtEl>
                                        <p:attrNameLst>
                                          <p:attrName>style.visibility</p:attrName>
                                        </p:attrNameLst>
                                      </p:cBhvr>
                                      <p:to>
                                        <p:strVal val="visible"/>
                                      </p:to>
                                    </p:set>
                                    <p:anim calcmode="lin" valueType="num">
                                      <p:cBhvr additive="base">
                                        <p:cTn id="13" dur="500" fill="hold"/>
                                        <p:tgtEl>
                                          <p:spTgt spid="38919"/>
                                        </p:tgtEl>
                                        <p:attrNameLst>
                                          <p:attrName>ppt_x</p:attrName>
                                        </p:attrNameLst>
                                      </p:cBhvr>
                                      <p:tavLst>
                                        <p:tav tm="0">
                                          <p:val>
                                            <p:strVal val="#ppt_x"/>
                                          </p:val>
                                        </p:tav>
                                        <p:tav tm="100000">
                                          <p:val>
                                            <p:strVal val="#ppt_x"/>
                                          </p:val>
                                        </p:tav>
                                      </p:tavLst>
                                    </p:anim>
                                    <p:anim calcmode="lin" valueType="num">
                                      <p:cBhvr additive="base">
                                        <p:cTn id="14" dur="500" fill="hold"/>
                                        <p:tgtEl>
                                          <p:spTgt spid="3891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8917"/>
                                        </p:tgtEl>
                                        <p:attrNameLst>
                                          <p:attrName>style.visibility</p:attrName>
                                        </p:attrNameLst>
                                      </p:cBhvr>
                                      <p:to>
                                        <p:strVal val="visible"/>
                                      </p:to>
                                    </p:set>
                                    <p:anim calcmode="lin" valueType="num">
                                      <p:cBhvr additive="base">
                                        <p:cTn id="19" dur="500" fill="hold"/>
                                        <p:tgtEl>
                                          <p:spTgt spid="38917"/>
                                        </p:tgtEl>
                                        <p:attrNameLst>
                                          <p:attrName>ppt_x</p:attrName>
                                        </p:attrNameLst>
                                      </p:cBhvr>
                                      <p:tavLst>
                                        <p:tav tm="0">
                                          <p:val>
                                            <p:strVal val="#ppt_x"/>
                                          </p:val>
                                        </p:tav>
                                        <p:tav tm="100000">
                                          <p:val>
                                            <p:strVal val="#ppt_x"/>
                                          </p:val>
                                        </p:tav>
                                      </p:tavLst>
                                    </p:anim>
                                    <p:anim calcmode="lin" valueType="num">
                                      <p:cBhvr additive="base">
                                        <p:cTn id="20" dur="500" fill="hold"/>
                                        <p:tgtEl>
                                          <p:spTgt spid="3891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8923"/>
                                        </p:tgtEl>
                                        <p:attrNameLst>
                                          <p:attrName>style.visibility</p:attrName>
                                        </p:attrNameLst>
                                      </p:cBhvr>
                                      <p:to>
                                        <p:strVal val="visible"/>
                                      </p:to>
                                    </p:set>
                                    <p:anim calcmode="lin" valueType="num">
                                      <p:cBhvr additive="base">
                                        <p:cTn id="25" dur="500" fill="hold"/>
                                        <p:tgtEl>
                                          <p:spTgt spid="38923"/>
                                        </p:tgtEl>
                                        <p:attrNameLst>
                                          <p:attrName>ppt_x</p:attrName>
                                        </p:attrNameLst>
                                      </p:cBhvr>
                                      <p:tavLst>
                                        <p:tav tm="0">
                                          <p:val>
                                            <p:strVal val="#ppt_x"/>
                                          </p:val>
                                        </p:tav>
                                        <p:tav tm="100000">
                                          <p:val>
                                            <p:strVal val="#ppt_x"/>
                                          </p:val>
                                        </p:tav>
                                      </p:tavLst>
                                    </p:anim>
                                    <p:anim calcmode="lin" valueType="num">
                                      <p:cBhvr additive="base">
                                        <p:cTn id="26" dur="500" fill="hold"/>
                                        <p:tgtEl>
                                          <p:spTgt spid="3892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9" presetClass="entr" presetSubtype="0" decel="100000" fill="hold" grpId="0" nodeType="clickEffect">
                                  <p:stCondLst>
                                    <p:cond delay="0"/>
                                  </p:stCondLst>
                                  <p:childTnLst>
                                    <p:set>
                                      <p:cBhvr>
                                        <p:cTn id="30" dur="1" fill="hold">
                                          <p:stCondLst>
                                            <p:cond delay="0"/>
                                          </p:stCondLst>
                                        </p:cTn>
                                        <p:tgtEl>
                                          <p:spTgt spid="38922"/>
                                        </p:tgtEl>
                                        <p:attrNameLst>
                                          <p:attrName>style.visibility</p:attrName>
                                        </p:attrNameLst>
                                      </p:cBhvr>
                                      <p:to>
                                        <p:strVal val="visible"/>
                                      </p:to>
                                    </p:set>
                                    <p:anim calcmode="lin" valueType="num">
                                      <p:cBhvr>
                                        <p:cTn id="31" dur="500" fill="hold"/>
                                        <p:tgtEl>
                                          <p:spTgt spid="38922"/>
                                        </p:tgtEl>
                                        <p:attrNameLst>
                                          <p:attrName>ppt_w</p:attrName>
                                        </p:attrNameLst>
                                      </p:cBhvr>
                                      <p:tavLst>
                                        <p:tav tm="0">
                                          <p:val>
                                            <p:fltVal val="0"/>
                                          </p:val>
                                        </p:tav>
                                        <p:tav tm="100000">
                                          <p:val>
                                            <p:strVal val="#ppt_w"/>
                                          </p:val>
                                        </p:tav>
                                      </p:tavLst>
                                    </p:anim>
                                    <p:anim calcmode="lin" valueType="num">
                                      <p:cBhvr>
                                        <p:cTn id="32" dur="500" fill="hold"/>
                                        <p:tgtEl>
                                          <p:spTgt spid="38922"/>
                                        </p:tgtEl>
                                        <p:attrNameLst>
                                          <p:attrName>ppt_h</p:attrName>
                                        </p:attrNameLst>
                                      </p:cBhvr>
                                      <p:tavLst>
                                        <p:tav tm="0">
                                          <p:val>
                                            <p:fltVal val="0"/>
                                          </p:val>
                                        </p:tav>
                                        <p:tav tm="100000">
                                          <p:val>
                                            <p:strVal val="#ppt_h"/>
                                          </p:val>
                                        </p:tav>
                                      </p:tavLst>
                                    </p:anim>
                                    <p:anim calcmode="lin" valueType="num">
                                      <p:cBhvr>
                                        <p:cTn id="33" dur="500" fill="hold"/>
                                        <p:tgtEl>
                                          <p:spTgt spid="38922"/>
                                        </p:tgtEl>
                                        <p:attrNameLst>
                                          <p:attrName>style.rotation</p:attrName>
                                        </p:attrNameLst>
                                      </p:cBhvr>
                                      <p:tavLst>
                                        <p:tav tm="0">
                                          <p:val>
                                            <p:fltVal val="360"/>
                                          </p:val>
                                        </p:tav>
                                        <p:tav tm="100000">
                                          <p:val>
                                            <p:fltVal val="0"/>
                                          </p:val>
                                        </p:tav>
                                      </p:tavLst>
                                    </p:anim>
                                    <p:animEffect transition="in" filter="fade">
                                      <p:cBhvr>
                                        <p:cTn id="34" dur="500"/>
                                        <p:tgtEl>
                                          <p:spTgt spid="389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7" grpId="0" animBg="1"/>
      <p:bldP spid="38918" grpId="0"/>
      <p:bldP spid="38919" grpId="0"/>
      <p:bldP spid="3892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圆角矩形 12"/>
          <p:cNvSpPr/>
          <p:nvPr>
            <p:custDataLst>
              <p:tags r:id="rId2"/>
            </p:custDataLst>
          </p:nvPr>
        </p:nvSpPr>
        <p:spPr>
          <a:xfrm>
            <a:off x="279400" y="391795"/>
            <a:ext cx="11685270" cy="6123305"/>
          </a:xfrm>
          <a:prstGeom prst="roundRect">
            <a:avLst/>
          </a:prstGeom>
          <a:noFill/>
          <a:ln w="28575" cmpd="sng">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7" name="图片 56"/>
          <p:cNvPicPr>
            <a:picLocks noChangeAspect="1"/>
          </p:cNvPicPr>
          <p:nvPr>
            <p:custDataLst>
              <p:tags r:id="rId3"/>
            </p:custDataLst>
          </p:nvPr>
        </p:nvPicPr>
        <p:blipFill>
          <a:blip r:embed="rId10"/>
          <a:stretch>
            <a:fillRect/>
          </a:stretch>
        </p:blipFill>
        <p:spPr>
          <a:xfrm>
            <a:off x="10970895" y="5640070"/>
            <a:ext cx="1219200" cy="1219200"/>
          </a:xfrm>
          <a:prstGeom prst="rect">
            <a:avLst/>
          </a:prstGeom>
        </p:spPr>
      </p:pic>
      <p:pic>
        <p:nvPicPr>
          <p:cNvPr id="58" name="图片 57"/>
          <p:cNvPicPr>
            <a:picLocks noChangeAspect="1"/>
          </p:cNvPicPr>
          <p:nvPr>
            <p:custDataLst>
              <p:tags r:id="rId4"/>
            </p:custDataLst>
          </p:nvPr>
        </p:nvPicPr>
        <p:blipFill>
          <a:blip r:embed="rId11"/>
          <a:stretch>
            <a:fillRect/>
          </a:stretch>
        </p:blipFill>
        <p:spPr>
          <a:xfrm>
            <a:off x="0" y="5854700"/>
            <a:ext cx="914400" cy="914400"/>
          </a:xfrm>
          <a:prstGeom prst="rect">
            <a:avLst/>
          </a:prstGeom>
        </p:spPr>
      </p:pic>
      <p:sp>
        <p:nvSpPr>
          <p:cNvPr id="39943" name="文本框 7190"/>
          <p:cNvSpPr txBox="1"/>
          <p:nvPr>
            <p:custDataLst>
              <p:tags r:id="rId5"/>
            </p:custDataLst>
          </p:nvPr>
        </p:nvSpPr>
        <p:spPr>
          <a:xfrm>
            <a:off x="624205" y="596900"/>
            <a:ext cx="11252835" cy="1323340"/>
          </a:xfrm>
          <a:prstGeom prst="rect">
            <a:avLst/>
          </a:prstGeom>
          <a:noFill/>
          <a:ln w="9525">
            <a:noFill/>
          </a:ln>
        </p:spPr>
        <p:txBody>
          <a:bodyPr wrap="square">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5pPr>
          </a:lstStyle>
          <a:p>
            <a:pPr marL="514350" lvl="0" indent="-514350" eaLnBrk="1" hangingPunct="0">
              <a:lnSpc>
                <a:spcPct val="150000"/>
              </a:lnSpc>
              <a:buFont typeface="+mj-ea"/>
              <a:buAutoNum type="circleNumDbPlain" startAt="2"/>
            </a:pPr>
            <a:r>
              <a:rPr lang="zh-CN" altLang="en-US" sz="2665" b="1" spc="0">
                <a:solidFill>
                  <a:schemeClr val="tx1"/>
                </a:solidFill>
                <a:latin typeface="宋体" panose="02010600030101010101" pitchFamily="2" charset="-122"/>
                <a:ea typeface="宋体" panose="02010600030101010101" pitchFamily="2" charset="-122"/>
              </a:rPr>
              <a:t>如图，双星的质量分别为m</a:t>
            </a:r>
            <a:r>
              <a:rPr lang="zh-CN" altLang="en-US" sz="2665" b="1" spc="0" baseline="-25000">
                <a:solidFill>
                  <a:schemeClr val="tx1"/>
                </a:solidFill>
                <a:latin typeface="宋体" panose="02010600030101010101" pitchFamily="2" charset="-122"/>
                <a:ea typeface="宋体" panose="02010600030101010101" pitchFamily="2" charset="-122"/>
              </a:rPr>
              <a:t>1</a:t>
            </a:r>
            <a:r>
              <a:rPr lang="zh-CN" altLang="en-US" sz="2665" b="1" spc="0">
                <a:solidFill>
                  <a:schemeClr val="tx1"/>
                </a:solidFill>
                <a:latin typeface="宋体" panose="02010600030101010101" pitchFamily="2" charset="-122"/>
                <a:ea typeface="宋体" panose="02010600030101010101" pitchFamily="2" charset="-122"/>
              </a:rPr>
              <a:t>、m</a:t>
            </a:r>
            <a:r>
              <a:rPr lang="zh-CN" altLang="en-US" sz="2665" b="1" spc="0" baseline="-25000">
                <a:solidFill>
                  <a:schemeClr val="tx1"/>
                </a:solidFill>
                <a:latin typeface="宋体" panose="02010600030101010101" pitchFamily="2" charset="-122"/>
                <a:ea typeface="宋体" panose="02010600030101010101" pitchFamily="2" charset="-122"/>
              </a:rPr>
              <a:t>2</a:t>
            </a:r>
            <a:r>
              <a:rPr lang="zh-CN" altLang="en-US" sz="2665" b="1" spc="0">
                <a:solidFill>
                  <a:schemeClr val="tx1"/>
                </a:solidFill>
                <a:latin typeface="宋体" panose="02010600030101010101" pitchFamily="2" charset="-122"/>
                <a:ea typeface="宋体" panose="02010600030101010101" pitchFamily="2" charset="-122"/>
              </a:rPr>
              <a:t>，它们之间的距离为L，轨道半径分别为</a:t>
            </a:r>
            <a:r>
              <a:rPr lang="en-US" altLang="zh-CN" sz="2665" b="1" spc="0">
                <a:solidFill>
                  <a:schemeClr val="tx1"/>
                </a:solidFill>
                <a:latin typeface="宋体" panose="02010600030101010101" pitchFamily="2" charset="-122"/>
                <a:ea typeface="宋体" panose="02010600030101010101" pitchFamily="2" charset="-122"/>
              </a:rPr>
              <a:t>r</a:t>
            </a:r>
            <a:r>
              <a:rPr lang="en-US" altLang="zh-CN" sz="2665" b="1" spc="0" baseline="-25000">
                <a:solidFill>
                  <a:schemeClr val="tx1"/>
                </a:solidFill>
                <a:latin typeface="宋体" panose="02010600030101010101" pitchFamily="2" charset="-122"/>
                <a:ea typeface="宋体" panose="02010600030101010101" pitchFamily="2" charset="-122"/>
              </a:rPr>
              <a:t>1</a:t>
            </a:r>
            <a:r>
              <a:rPr lang="zh-CN" altLang="en-US" sz="2665" b="1" spc="0">
                <a:solidFill>
                  <a:schemeClr val="tx1"/>
                </a:solidFill>
                <a:latin typeface="宋体" panose="02010600030101010101" pitchFamily="2" charset="-122"/>
                <a:ea typeface="宋体" panose="02010600030101010101" pitchFamily="2" charset="-122"/>
              </a:rPr>
              <a:t>和</a:t>
            </a:r>
            <a:r>
              <a:rPr lang="en-US" altLang="zh-CN" sz="2665" b="1" spc="0">
                <a:solidFill>
                  <a:schemeClr val="tx1"/>
                </a:solidFill>
                <a:latin typeface="宋体" panose="02010600030101010101" pitchFamily="2" charset="-122"/>
                <a:ea typeface="宋体" panose="02010600030101010101" pitchFamily="2" charset="-122"/>
              </a:rPr>
              <a:t>r</a:t>
            </a:r>
            <a:r>
              <a:rPr lang="en-US" altLang="zh-CN" sz="2665" b="1" spc="0" baseline="-25000">
                <a:solidFill>
                  <a:schemeClr val="tx1"/>
                </a:solidFill>
                <a:latin typeface="宋体" panose="02010600030101010101" pitchFamily="2" charset="-122"/>
                <a:ea typeface="宋体" panose="02010600030101010101" pitchFamily="2" charset="-122"/>
              </a:rPr>
              <a:t>2</a:t>
            </a:r>
            <a:r>
              <a:rPr lang="zh-CN" altLang="en-US" sz="2665" b="1" spc="0">
                <a:solidFill>
                  <a:schemeClr val="tx1"/>
                </a:solidFill>
                <a:latin typeface="宋体" panose="02010600030101010101" pitchFamily="2" charset="-122"/>
                <a:ea typeface="宋体" panose="02010600030101010101" pitchFamily="2" charset="-122"/>
              </a:rPr>
              <a:t>，</a:t>
            </a:r>
            <a:r>
              <a:rPr lang="zh-CN" altLang="en-US" sz="2665" b="1" spc="0">
                <a:solidFill>
                  <a:srgbClr val="00B0F0"/>
                </a:solidFill>
                <a:latin typeface="宋体" panose="02010600030101010101" pitchFamily="2" charset="-122"/>
                <a:ea typeface="宋体" panose="02010600030101010101" pitchFamily="2" charset="-122"/>
              </a:rPr>
              <a:t>求</a:t>
            </a:r>
            <a:r>
              <a:rPr lang="zh-CN" altLang="en-US" sz="2665" b="1" spc="0">
                <a:solidFill>
                  <a:srgbClr val="00B0F0"/>
                </a:solidFill>
                <a:latin typeface="Times New Roman" panose="02020603050405020304" charset="0"/>
                <a:ea typeface="Times New Roman" panose="02020603050405020304" charset="0"/>
                <a:sym typeface="+mn-ea"/>
              </a:rPr>
              <a:t>它们的线速度</a:t>
            </a:r>
            <a:r>
              <a:rPr lang="zh-CN" altLang="en-US" sz="2665" b="1" i="1" spc="0">
                <a:solidFill>
                  <a:srgbClr val="00B0F0"/>
                </a:solidFill>
                <a:latin typeface="Times New Roman" panose="02020603050405020304" charset="0"/>
                <a:ea typeface="Times New Roman" panose="02020603050405020304" charset="0"/>
                <a:sym typeface="+mn-ea"/>
              </a:rPr>
              <a:t>v</a:t>
            </a:r>
            <a:r>
              <a:rPr lang="zh-CN" altLang="en-US" sz="2665" b="1" spc="0" baseline="-25000">
                <a:solidFill>
                  <a:srgbClr val="00B0F0"/>
                </a:solidFill>
                <a:latin typeface="Times New Roman" panose="02020603050405020304" charset="0"/>
                <a:ea typeface="Times New Roman" panose="02020603050405020304" charset="0"/>
                <a:sym typeface="+mn-ea"/>
              </a:rPr>
              <a:t>1</a:t>
            </a:r>
            <a:r>
              <a:rPr lang="zh-CN" altLang="en-US" sz="2665" b="1" spc="0">
                <a:solidFill>
                  <a:srgbClr val="00B0F0"/>
                </a:solidFill>
                <a:latin typeface="Times New Roman" panose="02020603050405020304" charset="0"/>
                <a:ea typeface="Times New Roman" panose="02020603050405020304" charset="0"/>
                <a:sym typeface="+mn-ea"/>
              </a:rPr>
              <a:t>、</a:t>
            </a:r>
            <a:r>
              <a:rPr lang="zh-CN" altLang="en-US" sz="2665" b="1" i="1" spc="0">
                <a:solidFill>
                  <a:srgbClr val="00B0F0"/>
                </a:solidFill>
                <a:latin typeface="Times New Roman" panose="02020603050405020304" charset="0"/>
                <a:ea typeface="Times New Roman" panose="02020603050405020304" charset="0"/>
                <a:sym typeface="+mn-ea"/>
              </a:rPr>
              <a:t>v</a:t>
            </a:r>
            <a:r>
              <a:rPr lang="zh-CN" altLang="en-US" sz="2665" b="1" spc="0" baseline="-25000">
                <a:solidFill>
                  <a:srgbClr val="00B0F0"/>
                </a:solidFill>
                <a:latin typeface="Times New Roman" panose="02020603050405020304" charset="0"/>
                <a:ea typeface="Times New Roman" panose="02020603050405020304" charset="0"/>
                <a:sym typeface="+mn-ea"/>
              </a:rPr>
              <a:t>2</a:t>
            </a:r>
            <a:r>
              <a:rPr lang="zh-CN" altLang="en-US" sz="2665" b="1" spc="0">
                <a:solidFill>
                  <a:srgbClr val="00B0F0"/>
                </a:solidFill>
                <a:latin typeface="宋体" panose="02010600030101010101" pitchFamily="2" charset="-122"/>
                <a:ea typeface="宋体" panose="02010600030101010101" pitchFamily="2" charset="-122"/>
                <a:sym typeface="+mn-ea"/>
              </a:rPr>
              <a:t>的比值，</a:t>
            </a:r>
            <a:r>
              <a:rPr sz="2665" b="1">
                <a:solidFill>
                  <a:srgbClr val="00B0F0"/>
                </a:solidFill>
                <a:latin typeface="Times New Roman" panose="02020603050405020304" charset="0"/>
                <a:ea typeface="Times New Roman" panose="02020603050405020304" charset="0"/>
                <a:sym typeface="+mn-ea"/>
              </a:rPr>
              <a:t>向心速度</a:t>
            </a:r>
            <a:r>
              <a:rPr lang="en-US" altLang="zh-CN" sz="2665" b="1">
                <a:solidFill>
                  <a:srgbClr val="00B0F0"/>
                </a:solidFill>
                <a:latin typeface="Times New Roman" panose="02020603050405020304" charset="0"/>
                <a:ea typeface="Times New Roman" panose="02020603050405020304" charset="0"/>
                <a:sym typeface="+mn-ea"/>
              </a:rPr>
              <a:t>a</a:t>
            </a:r>
            <a:r>
              <a:rPr lang="en-US" altLang="zh-CN" sz="2665" b="1" baseline="-25000">
                <a:solidFill>
                  <a:srgbClr val="00B0F0"/>
                </a:solidFill>
                <a:latin typeface="Times New Roman" panose="02020603050405020304" charset="0"/>
                <a:ea typeface="Times New Roman" panose="02020603050405020304" charset="0"/>
                <a:sym typeface="+mn-ea"/>
              </a:rPr>
              <a:t>n</a:t>
            </a:r>
            <a:r>
              <a:rPr sz="2665" b="1" baseline="-25000">
                <a:solidFill>
                  <a:srgbClr val="00B0F0"/>
                </a:solidFill>
                <a:latin typeface="Times New Roman" panose="02020603050405020304" charset="0"/>
                <a:ea typeface="Times New Roman" panose="02020603050405020304" charset="0"/>
                <a:sym typeface="+mn-ea"/>
              </a:rPr>
              <a:t>1</a:t>
            </a:r>
            <a:r>
              <a:rPr sz="2665" b="1">
                <a:solidFill>
                  <a:srgbClr val="00B0F0"/>
                </a:solidFill>
                <a:latin typeface="Times New Roman" panose="02020603050405020304" charset="0"/>
                <a:ea typeface="Times New Roman" panose="02020603050405020304" charset="0"/>
                <a:sym typeface="+mn-ea"/>
              </a:rPr>
              <a:t>、</a:t>
            </a:r>
            <a:r>
              <a:rPr lang="en-US" altLang="zh-CN" sz="2665" b="1">
                <a:solidFill>
                  <a:srgbClr val="00B0F0"/>
                </a:solidFill>
                <a:latin typeface="Times New Roman" panose="02020603050405020304" charset="0"/>
                <a:ea typeface="Times New Roman" panose="02020603050405020304" charset="0"/>
                <a:sym typeface="+mn-ea"/>
              </a:rPr>
              <a:t>a</a:t>
            </a:r>
            <a:r>
              <a:rPr lang="en-US" altLang="zh-CN" sz="2665" b="1" baseline="-25000">
                <a:solidFill>
                  <a:srgbClr val="00B0F0"/>
                </a:solidFill>
                <a:latin typeface="Times New Roman" panose="02020603050405020304" charset="0"/>
                <a:ea typeface="Times New Roman" panose="02020603050405020304" charset="0"/>
                <a:sym typeface="+mn-ea"/>
              </a:rPr>
              <a:t>n</a:t>
            </a:r>
            <a:r>
              <a:rPr sz="2665" b="1" baseline="-25000">
                <a:solidFill>
                  <a:srgbClr val="00B0F0"/>
                </a:solidFill>
                <a:latin typeface="Times New Roman" panose="02020603050405020304" charset="0"/>
                <a:ea typeface="Times New Roman" panose="02020603050405020304" charset="0"/>
                <a:sym typeface="+mn-ea"/>
              </a:rPr>
              <a:t>2</a:t>
            </a:r>
            <a:r>
              <a:rPr sz="2665" b="1">
                <a:solidFill>
                  <a:srgbClr val="00B0F0"/>
                </a:solidFill>
                <a:latin typeface="宋体" panose="02010600030101010101" pitchFamily="2" charset="-122"/>
                <a:sym typeface="+mn-ea"/>
              </a:rPr>
              <a:t>的比值</a:t>
            </a:r>
            <a:r>
              <a:rPr lang="zh-CN" altLang="en-US" sz="2665" b="1" spc="0">
                <a:solidFill>
                  <a:srgbClr val="00B0F0"/>
                </a:solidFill>
                <a:latin typeface="宋体" panose="02010600030101010101" pitchFamily="2" charset="-122"/>
                <a:ea typeface="宋体" panose="02010600030101010101" pitchFamily="2" charset="-122"/>
                <a:sym typeface="+mn-ea"/>
              </a:rPr>
              <a:t>。</a:t>
            </a:r>
            <a:endParaRPr lang="zh-CN" altLang="en-US" sz="2600" b="1">
              <a:solidFill>
                <a:srgbClr val="00B0F0"/>
              </a:solidFill>
              <a:latin typeface="宋体" panose="02010600030101010101" pitchFamily="2" charset="-122"/>
              <a:ea typeface="宋体" panose="02010600030101010101" pitchFamily="2" charset="-122"/>
              <a:sym typeface="+mn-ea"/>
            </a:endParaRPr>
          </a:p>
        </p:txBody>
      </p:sp>
      <mc:AlternateContent xmlns:mc="http://schemas.openxmlformats.org/markup-compatibility/2006" xmlns:a14="http://schemas.microsoft.com/office/drawing/2010/main">
        <mc:Choice Requires="a14">
          <p:sp>
            <p:nvSpPr>
              <p:cNvPr id="39944" name="对象 8198"/>
              <p:cNvSpPr txBox="1"/>
              <p:nvPr/>
            </p:nvSpPr>
            <p:spPr>
              <a:xfrm>
                <a:off x="6701155" y="4231640"/>
                <a:ext cx="1710055" cy="934720"/>
              </a:xfrm>
              <a:prstGeom prst="rect">
                <a:avLst/>
              </a:prstGeom>
              <a:noFill/>
              <a:ln w="19050">
                <a:solidFill>
                  <a:srgbClr val="00B0F0"/>
                </a:solidFill>
                <a:miter lim="800000"/>
                <a:headEnd/>
                <a:tailEnd/>
              </a:ln>
            </p:spPr>
            <p:txBody>
              <a:bodyPr>
                <a:normAutofit/>
              </a:bodyPr>
              <a:lstStyle/>
              <a:p>
                <a:pPr/>
                <a14:m>
                  <m:oMathPara xmlns:m="http://schemas.openxmlformats.org/officeDocument/2006/math">
                    <m:oMathParaPr>
                      <m:jc m:val="left"/>
                    </m:oMathParaPr>
                    <m:oMath xmlns:m="http://schemas.openxmlformats.org/officeDocument/2006/math">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1</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2</m:t>
                              </m:r>
                            </m:sub>
                          </m:sSub>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den>
                      </m:f>
                    </m:oMath>
                  </m:oMathPara>
                </a14:m>
                <a:endParaRPr lang="zh-CN" altLang="en-US"/>
              </a:p>
            </p:txBody>
          </p:sp>
        </mc:Choice>
        <mc:Fallback xmlns="">
          <p:sp>
            <p:nvSpPr>
              <p:cNvPr id="39944" name="对象 8198"/>
              <p:cNvSpPr txBox="1">
                <a:spLocks noRot="1" noChangeAspect="1" noMove="1" noResize="1" noEditPoints="1" noAdjustHandles="1" noChangeArrowheads="1" noChangeShapeType="1" noTextEdit="1"/>
              </p:cNvSpPr>
              <p:nvPr/>
            </p:nvSpPr>
            <p:spPr>
              <a:xfrm>
                <a:off x="6701155" y="4231640"/>
                <a:ext cx="1710055" cy="934720"/>
              </a:xfrm>
              <a:prstGeom prst="rect">
                <a:avLst/>
              </a:prstGeom>
              <a:blipFill>
                <a:blip r:embed="rId12"/>
                <a:stretch>
                  <a:fillRect/>
                </a:stretch>
              </a:blipFill>
              <a:ln w="19050">
                <a:solidFill>
                  <a:srgbClr val="00B0F0"/>
                </a:solidFill>
                <a:miter lim="800000"/>
                <a:headEnd/>
                <a:tailEnd/>
              </a:ln>
            </p:spPr>
            <p:txBody>
              <a:bodyPr/>
              <a:lstStyle/>
              <a:p>
                <a:r>
                  <a:rPr lang="zh-CN" altLang="en-US">
                    <a:noFill/>
                  </a:rPr>
                  <a:t> </a:t>
                </a:r>
              </a:p>
            </p:txBody>
          </p:sp>
        </mc:Fallback>
      </mc:AlternateContent>
      <p:sp>
        <p:nvSpPr>
          <p:cNvPr id="39945" name="任意多边形 8200"/>
          <p:cNvSpPr/>
          <p:nvPr>
            <p:custDataLst>
              <p:tags r:id="rId6"/>
            </p:custDataLst>
          </p:nvPr>
        </p:nvSpPr>
        <p:spPr>
          <a:xfrm>
            <a:off x="7186930" y="2195830"/>
            <a:ext cx="1001713" cy="357188"/>
          </a:xfrm>
          <a:custGeom>
            <a:avLst/>
            <a:gdLst/>
            <a:ahLst/>
            <a:cxnLst>
              <a:cxn ang="270">
                <a:pos x="16200" y="0"/>
              </a:cxn>
              <a:cxn ang="180">
                <a:pos x="0" y="10800"/>
              </a:cxn>
              <a:cxn ang="90">
                <a:pos x="16200" y="21600"/>
              </a:cxn>
              <a:cxn ang="0">
                <a:pos x="21600" y="10800"/>
              </a:cxn>
            </a:cxnLst>
            <a:rect l="l" t="t" r="r" b="b"/>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00B050"/>
          </a:solidFill>
          <a:ln w="9525" cap="flat" cmpd="sng">
            <a:solidFill>
              <a:schemeClr val="tx1"/>
            </a:solidFill>
            <a:prstDash val="solid"/>
            <a:miter/>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5"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39946" name="内容占位符 8201"/>
              <p:cNvSpPr txBox="1"/>
              <p:nvPr/>
            </p:nvSpPr>
            <p:spPr>
              <a:xfrm>
                <a:off x="5266690" y="2089785"/>
                <a:ext cx="1782445" cy="608965"/>
              </a:xfrm>
              <a:prstGeom prst="rect">
                <a:avLst/>
              </a:prstGeom>
              <a:noFill/>
              <a:ln w="38100">
                <a:noFill/>
                <a:miter lim="800000"/>
                <a:headEnd/>
                <a:tailEnd/>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因</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𝑣</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𝑟</m:t>
                      </m:r>
                    </m:oMath>
                  </m:oMathPara>
                </a14:m>
                <a:endParaRPr lang="zh-CN" altLang="en-US"/>
              </a:p>
            </p:txBody>
          </p:sp>
        </mc:Choice>
        <mc:Fallback xmlns="">
          <p:sp>
            <p:nvSpPr>
              <p:cNvPr id="39946" name="内容占位符 8201"/>
              <p:cNvSpPr txBox="1">
                <a:spLocks noRot="1" noChangeAspect="1" noMove="1" noResize="1" noEditPoints="1" noAdjustHandles="1" noChangeArrowheads="1" noChangeShapeType="1" noTextEdit="1"/>
              </p:cNvSpPr>
              <p:nvPr/>
            </p:nvSpPr>
            <p:spPr>
              <a:xfrm>
                <a:off x="5266690" y="2089785"/>
                <a:ext cx="1782445" cy="608965"/>
              </a:xfrm>
              <a:prstGeom prst="rect">
                <a:avLst/>
              </a:prstGeom>
              <a:blipFill>
                <a:blip r:embed="rId13"/>
                <a:stretch>
                  <a:fillRect l="-1027"/>
                </a:stretch>
              </a:blipFill>
              <a:ln w="38100">
                <a:noFill/>
                <a:miter lim="800000"/>
                <a:headEnd/>
                <a:tailEn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947" name="对象 8202"/>
              <p:cNvSpPr txBox="1"/>
              <p:nvPr/>
            </p:nvSpPr>
            <p:spPr>
              <a:xfrm>
                <a:off x="8411210" y="1896110"/>
                <a:ext cx="1293495" cy="996315"/>
              </a:xfrm>
              <a:prstGeom prst="rect">
                <a:avLst/>
              </a:prstGeom>
              <a:noFill/>
              <a:ln w="19050">
                <a:solidFill>
                  <a:srgbClr val="FF0000"/>
                </a:solidFill>
                <a:miter lim="800000"/>
                <a:headEnd/>
                <a:tailEnd/>
              </a:ln>
            </p:spPr>
            <p:txBody>
              <a:bodyPr>
                <a:normAutofit/>
              </a:bodyPr>
              <a:lstStyle/>
              <a:p>
                <a:pPr/>
                <a14:m>
                  <m:oMathPara xmlns:m="http://schemas.openxmlformats.org/officeDocument/2006/math">
                    <m:oMathParaPr>
                      <m:jc m:val="left"/>
                    </m:oMathParaPr>
                    <m:oMath xmlns:m="http://schemas.openxmlformats.org/officeDocument/2006/math">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1</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2</m:t>
                              </m:r>
                            </m:sub>
                          </m:sSub>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1</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2</m:t>
                              </m:r>
                            </m:sub>
                          </m:sSub>
                        </m:den>
                      </m:f>
                    </m:oMath>
                  </m:oMathPara>
                </a14:m>
                <a:endParaRPr lang="zh-CN" altLang="en-US"/>
              </a:p>
            </p:txBody>
          </p:sp>
        </mc:Choice>
        <mc:Fallback xmlns="">
          <p:sp>
            <p:nvSpPr>
              <p:cNvPr id="39947" name="对象 8202"/>
              <p:cNvSpPr txBox="1">
                <a:spLocks noRot="1" noChangeAspect="1" noMove="1" noResize="1" noEditPoints="1" noAdjustHandles="1" noChangeArrowheads="1" noChangeShapeType="1" noTextEdit="1"/>
              </p:cNvSpPr>
              <p:nvPr/>
            </p:nvSpPr>
            <p:spPr>
              <a:xfrm>
                <a:off x="8411210" y="1896110"/>
                <a:ext cx="1293495" cy="996315"/>
              </a:xfrm>
              <a:prstGeom prst="rect">
                <a:avLst/>
              </a:prstGeom>
              <a:blipFill>
                <a:blip r:embed="rId14"/>
                <a:stretch>
                  <a:fillRect/>
                </a:stretch>
              </a:blipFill>
              <a:ln w="19050">
                <a:solidFill>
                  <a:srgbClr val="FF0000"/>
                </a:solidFill>
                <a:miter lim="800000"/>
                <a:headEnd/>
                <a:tailEn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内容占位符 8201"/>
              <p:cNvSpPr txBox="1"/>
              <p:nvPr/>
            </p:nvSpPr>
            <p:spPr>
              <a:xfrm>
                <a:off x="5165725" y="4508500"/>
                <a:ext cx="1066165" cy="594995"/>
              </a:xfrm>
              <a:prstGeom prst="rect">
                <a:avLst/>
              </a:prstGeom>
              <a:noFill/>
              <a:ln w="38100">
                <a:noFill/>
                <a:miter lim="800000"/>
                <a:headEnd/>
                <a:tailEnd/>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又因</m:t>
                      </m:r>
                      <m:r>
                        <a:rPr lang="zh-CN" altLang="en-US" i="1">
                          <a:solidFill>
                            <a:srgbClr val="000000"/>
                          </a:solidFill>
                          <a:latin typeface="Cambria Math" panose="02040503050406030204" pitchFamily="18" charset="0"/>
                        </a:rPr>
                        <m:t> </m:t>
                      </m:r>
                    </m:oMath>
                  </m:oMathPara>
                </a14:m>
                <a:endParaRPr lang="zh-CN" altLang="en-US"/>
              </a:p>
            </p:txBody>
          </p:sp>
        </mc:Choice>
        <mc:Fallback xmlns="">
          <p:sp>
            <p:nvSpPr>
              <p:cNvPr id="4" name="内容占位符 8201"/>
              <p:cNvSpPr txBox="1">
                <a:spLocks noRot="1" noChangeAspect="1" noMove="1" noResize="1" noEditPoints="1" noAdjustHandles="1" noChangeArrowheads="1" noChangeShapeType="1" noTextEdit="1"/>
              </p:cNvSpPr>
              <p:nvPr/>
            </p:nvSpPr>
            <p:spPr>
              <a:xfrm>
                <a:off x="5165725" y="4508500"/>
                <a:ext cx="1066165" cy="594995"/>
              </a:xfrm>
              <a:prstGeom prst="rect">
                <a:avLst/>
              </a:prstGeom>
              <a:blipFill>
                <a:blip r:embed="rId15"/>
                <a:stretch>
                  <a:fillRect l="-1143"/>
                </a:stretch>
              </a:blipFill>
              <a:ln w="38100">
                <a:noFill/>
                <a:miter lim="800000"/>
                <a:headEnd/>
                <a:tailEnd/>
              </a:ln>
            </p:spPr>
            <p:txBody>
              <a:bodyPr/>
              <a:lstStyle/>
              <a:p>
                <a:r>
                  <a:rPr lang="zh-CN" altLang="en-US">
                    <a:noFill/>
                  </a:rPr>
                  <a:t> </a:t>
                </a:r>
              </a:p>
            </p:txBody>
          </p:sp>
        </mc:Fallback>
      </mc:AlternateContent>
      <p:sp>
        <p:nvSpPr>
          <p:cNvPr id="6" name="文本框 5"/>
          <p:cNvSpPr txBox="1"/>
          <p:nvPr>
            <p:custDataLst>
              <p:tags r:id="rId7"/>
            </p:custDataLst>
          </p:nvPr>
        </p:nvSpPr>
        <p:spPr>
          <a:xfrm>
            <a:off x="5561330" y="5750560"/>
            <a:ext cx="4064000" cy="914400"/>
          </a:xfrm>
          <a:prstGeom prst="rect">
            <a:avLst/>
          </a:prstGeom>
          <a:noFill/>
        </p:spPr>
        <p:txBody>
          <a:bodyPr wrap="square" rtlCol="0">
            <a:normAutofit/>
          </a:bodyPr>
          <a:lstStyle/>
          <a:p>
            <a:pPr>
              <a:lnSpc>
                <a:spcPct val="140000"/>
              </a:lnSpc>
            </a:pPr>
            <a:endParaRPr lang="zh-CN" altLang="en-US" sz="3600" b="1" kern="100">
              <a:effectLst/>
              <a:latin typeface="楷体" panose="02010609060101010101" pitchFamily="49" charset="-122"/>
              <a:ea typeface="楷体" panose="02010609060101010101" pitchFamily="49" charset="-122"/>
              <a:cs typeface="江城圆体 400W" panose="020B0500000000000000" pitchFamily="34" charset="-122"/>
            </a:endParaRPr>
          </a:p>
        </p:txBody>
      </p:sp>
      <mc:AlternateContent xmlns:mc="http://schemas.openxmlformats.org/markup-compatibility/2006" xmlns:a14="http://schemas.microsoft.com/office/drawing/2010/main">
        <mc:Choice Requires="a14">
          <p:sp>
            <p:nvSpPr>
              <p:cNvPr id="7" name="内容占位符 8201"/>
              <p:cNvSpPr txBox="1"/>
              <p:nvPr/>
            </p:nvSpPr>
            <p:spPr>
              <a:xfrm>
                <a:off x="5266690" y="5646420"/>
                <a:ext cx="944880" cy="546735"/>
              </a:xfrm>
              <a:prstGeom prst="rect">
                <a:avLst/>
              </a:prstGeom>
              <a:noFill/>
              <a:ln w="38100">
                <a:noFill/>
                <a:miter lim="800000"/>
                <a:headEnd/>
                <a:tailEnd/>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所以</m:t>
                      </m:r>
                    </m:oMath>
                  </m:oMathPara>
                </a14:m>
                <a:endParaRPr lang="zh-CN" altLang="en-US"/>
              </a:p>
            </p:txBody>
          </p:sp>
        </mc:Choice>
        <mc:Fallback xmlns="">
          <p:sp>
            <p:nvSpPr>
              <p:cNvPr id="7" name="内容占位符 8201"/>
              <p:cNvSpPr txBox="1">
                <a:spLocks noRot="1" noChangeAspect="1" noMove="1" noResize="1" noEditPoints="1" noAdjustHandles="1" noChangeArrowheads="1" noChangeShapeType="1" noTextEdit="1"/>
              </p:cNvSpPr>
              <p:nvPr/>
            </p:nvSpPr>
            <p:spPr>
              <a:xfrm>
                <a:off x="5266690" y="5646420"/>
                <a:ext cx="944880" cy="546735"/>
              </a:xfrm>
              <a:prstGeom prst="rect">
                <a:avLst/>
              </a:prstGeom>
              <a:blipFill>
                <a:blip r:embed="rId16"/>
                <a:stretch>
                  <a:fillRect l="-1935"/>
                </a:stretch>
              </a:blipFill>
              <a:ln w="38100">
                <a:noFill/>
                <a:miter lim="800000"/>
                <a:headEnd/>
                <a:tailEnd/>
              </a:ln>
            </p:spPr>
            <p:txBody>
              <a:bodyPr/>
              <a:lstStyle/>
              <a:p>
                <a:r>
                  <a:rPr lang="zh-CN" altLang="en-US">
                    <a:noFill/>
                  </a:rPr>
                  <a:t> </a:t>
                </a:r>
              </a:p>
            </p:txBody>
          </p:sp>
        </mc:Fallback>
      </mc:AlternateContent>
      <p:sp>
        <p:nvSpPr>
          <p:cNvPr id="9" name="任意多边形 8200"/>
          <p:cNvSpPr/>
          <p:nvPr>
            <p:custDataLst>
              <p:tags r:id="rId8"/>
            </p:custDataLst>
          </p:nvPr>
        </p:nvSpPr>
        <p:spPr>
          <a:xfrm>
            <a:off x="7757160" y="3588385"/>
            <a:ext cx="1001713" cy="357188"/>
          </a:xfrm>
          <a:custGeom>
            <a:avLst/>
            <a:gdLst/>
            <a:ahLst/>
            <a:cxnLst>
              <a:cxn ang="270">
                <a:pos x="16200" y="0"/>
              </a:cxn>
              <a:cxn ang="180">
                <a:pos x="0" y="10800"/>
              </a:cxn>
              <a:cxn ang="90">
                <a:pos x="16200" y="21600"/>
              </a:cxn>
              <a:cxn ang="0">
                <a:pos x="21600" y="10800"/>
              </a:cxn>
            </a:cxnLst>
            <a:rect l="l" t="t" r="r" b="b"/>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00B050"/>
          </a:solidFill>
          <a:ln w="9525" cap="flat" cmpd="sng">
            <a:solidFill>
              <a:schemeClr val="tx1"/>
            </a:solidFill>
            <a:prstDash val="solid"/>
            <a:miter/>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5"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0" name="内容占位符 8201"/>
              <p:cNvSpPr txBox="1"/>
              <p:nvPr/>
            </p:nvSpPr>
            <p:spPr>
              <a:xfrm>
                <a:off x="5281930" y="3419475"/>
                <a:ext cx="2280285" cy="650875"/>
              </a:xfrm>
              <a:prstGeom prst="rect">
                <a:avLst/>
              </a:prstGeom>
              <a:noFill/>
              <a:ln w="38100">
                <a:noFill/>
                <a:miter lim="800000"/>
                <a:headEnd/>
                <a:tailEnd/>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因</m:t>
                      </m:r>
                      <m:r>
                        <a:rPr lang="zh-CN" altLang="en-US" i="1">
                          <a:solidFill>
                            <a:srgbClr val="000000"/>
                          </a:solidFill>
                          <a:latin typeface="Cambria Math" panose="02040503050406030204" pitchFamily="18" charset="0"/>
                        </a:rPr>
                        <m:t>  </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𝜔</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𝑟</m:t>
                      </m:r>
                    </m:oMath>
                  </m:oMathPara>
                </a14:m>
                <a:endParaRPr lang="zh-CN" altLang="en-US"/>
              </a:p>
            </p:txBody>
          </p:sp>
        </mc:Choice>
        <mc:Fallback xmlns="">
          <p:sp>
            <p:nvSpPr>
              <p:cNvPr id="10" name="内容占位符 8201"/>
              <p:cNvSpPr txBox="1">
                <a:spLocks noRot="1" noChangeAspect="1" noMove="1" noResize="1" noEditPoints="1" noAdjustHandles="1" noChangeArrowheads="1" noChangeShapeType="1" noTextEdit="1"/>
              </p:cNvSpPr>
              <p:nvPr/>
            </p:nvSpPr>
            <p:spPr>
              <a:xfrm>
                <a:off x="5281930" y="3419475"/>
                <a:ext cx="2280285" cy="650875"/>
              </a:xfrm>
              <a:prstGeom prst="rect">
                <a:avLst/>
              </a:prstGeom>
              <a:blipFill>
                <a:blip r:embed="rId17"/>
                <a:stretch>
                  <a:fillRect l="-533"/>
                </a:stretch>
              </a:blipFill>
              <a:ln w="38100">
                <a:noFill/>
                <a:miter lim="800000"/>
                <a:headEnd/>
                <a:tailEn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对象 8202"/>
              <p:cNvSpPr txBox="1"/>
              <p:nvPr/>
            </p:nvSpPr>
            <p:spPr>
              <a:xfrm>
                <a:off x="9229725" y="3133090"/>
                <a:ext cx="1434465" cy="1205230"/>
              </a:xfrm>
              <a:prstGeom prst="rect">
                <a:avLst/>
              </a:prstGeom>
              <a:noFill/>
              <a:ln w="19050">
                <a:solidFill>
                  <a:srgbClr val="FF0000"/>
                </a:solidFill>
                <a:miter lim="800000"/>
                <a:headEnd/>
                <a:tailEnd/>
              </a:ln>
            </p:spPr>
            <p:txBody>
              <a:bodyPr>
                <a:normAutofit/>
              </a:bodyPr>
              <a:lstStyle/>
              <a:p>
                <a:pPr/>
                <a14:m>
                  <m:oMathPara xmlns:m="http://schemas.openxmlformats.org/officeDocument/2006/math">
                    <m:oMathParaPr>
                      <m:jc m:val="left"/>
                    </m:oMathParaPr>
                    <m:oMath xmlns:m="http://schemas.openxmlformats.org/officeDocument/2006/math">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𝑛</m:t>
                                  </m:r>
                                </m:sub>
                              </m:sSub>
                            </m:e>
                            <m:sub>
                              <m:r>
                                <a:rPr lang="zh-CN" altLang="en-US" i="1">
                                  <a:solidFill>
                                    <a:srgbClr val="000000"/>
                                  </a:solidFill>
                                  <a:latin typeface="Cambria Math" panose="02040503050406030204" pitchFamily="18" charset="0"/>
                                </a:rPr>
                                <m:t>1</m:t>
                              </m:r>
                            </m:sub>
                          </m:sSub>
                        </m:num>
                        <m:den>
                          <m:sSub>
                            <m:sSubPr>
                              <m:ctrlPr>
                                <a:rPr lang="zh-CN" altLang="en-US" i="1">
                                  <a:solidFill>
                                    <a:srgbClr val="000000"/>
                                  </a:solidFill>
                                  <a:latin typeface="Cambria Math" panose="02040503050406030204" pitchFamily="18" charset="0"/>
                                </a:rPr>
                              </m:ctrlPr>
                            </m:sSub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𝑛</m:t>
                                  </m:r>
                                </m:sub>
                              </m:sSub>
                            </m:e>
                            <m:sub>
                              <m:r>
                                <a:rPr lang="zh-CN" altLang="en-US" i="1">
                                  <a:solidFill>
                                    <a:srgbClr val="000000"/>
                                  </a:solidFill>
                                  <a:latin typeface="Cambria Math" panose="02040503050406030204" pitchFamily="18" charset="0"/>
                                </a:rPr>
                                <m:t>2</m:t>
                              </m:r>
                            </m:sub>
                          </m:sSub>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1</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2</m:t>
                              </m:r>
                            </m:sub>
                          </m:sSub>
                        </m:den>
                      </m:f>
                    </m:oMath>
                  </m:oMathPara>
                </a14:m>
                <a:endParaRPr lang="zh-CN" altLang="en-US"/>
              </a:p>
            </p:txBody>
          </p:sp>
        </mc:Choice>
        <mc:Fallback xmlns="">
          <p:sp>
            <p:nvSpPr>
              <p:cNvPr id="12" name="对象 8202"/>
              <p:cNvSpPr txBox="1">
                <a:spLocks noRot="1" noChangeAspect="1" noMove="1" noResize="1" noEditPoints="1" noAdjustHandles="1" noChangeArrowheads="1" noChangeShapeType="1" noTextEdit="1"/>
              </p:cNvSpPr>
              <p:nvPr/>
            </p:nvSpPr>
            <p:spPr>
              <a:xfrm>
                <a:off x="9229725" y="3133090"/>
                <a:ext cx="1434465" cy="1205230"/>
              </a:xfrm>
              <a:prstGeom prst="rect">
                <a:avLst/>
              </a:prstGeom>
              <a:blipFill>
                <a:blip r:embed="rId18"/>
                <a:stretch>
                  <a:fillRect/>
                </a:stretch>
              </a:blipFill>
              <a:ln w="19050">
                <a:solidFill>
                  <a:srgbClr val="FF0000"/>
                </a:solidFill>
                <a:miter lim="800000"/>
                <a:headEnd/>
                <a:tailEn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对象 8202"/>
              <p:cNvSpPr txBox="1"/>
              <p:nvPr/>
            </p:nvSpPr>
            <p:spPr>
              <a:xfrm>
                <a:off x="6706235" y="5327650"/>
                <a:ext cx="2798445" cy="1005205"/>
              </a:xfrm>
              <a:prstGeom prst="rect">
                <a:avLst/>
              </a:prstGeom>
              <a:noFill/>
              <a:ln w="19050">
                <a:solidFill>
                  <a:srgbClr val="FF0000"/>
                </a:solidFill>
                <a:miter lim="800000"/>
                <a:headEnd/>
                <a:tailEnd/>
              </a:ln>
            </p:spPr>
            <p:txBody>
              <a:bodyPr>
                <a:normAutofit/>
              </a:bodyPr>
              <a:lstStyle/>
              <a:p>
                <a:pPr/>
                <a14:m>
                  <m:oMathPara xmlns:m="http://schemas.openxmlformats.org/officeDocument/2006/math">
                    <m:oMathParaPr>
                      <m:jc m:val="left"/>
                    </m:oMathParaPr>
                    <m:oMath xmlns:m="http://schemas.openxmlformats.org/officeDocument/2006/math">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1</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2</m:t>
                              </m:r>
                            </m:sub>
                          </m:sSub>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1</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2</m:t>
                              </m:r>
                            </m:sub>
                          </m:sSub>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1</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2</m:t>
                              </m:r>
                            </m:sub>
                          </m:sSub>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m</m:t>
                              </m:r>
                            </m:e>
                            <m:sub>
                              <m:r>
                                <a:rPr lang="zh-CN" altLang="en-US" i="1">
                                  <a:solidFill>
                                    <a:srgbClr val="000000"/>
                                  </a:solidFill>
                                  <a:latin typeface="Cambria Math" panose="02040503050406030204" pitchFamily="18" charset="0"/>
                                </a:rPr>
                                <m:t>2</m:t>
                              </m:r>
                            </m:sub>
                          </m:sSub>
                        </m:num>
                        <m:den>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m</m:t>
                              </m:r>
                            </m:e>
                            <m:sub>
                              <m:r>
                                <a:rPr lang="zh-CN" altLang="en-US" i="1">
                                  <a:solidFill>
                                    <a:srgbClr val="000000"/>
                                  </a:solidFill>
                                  <a:latin typeface="Cambria Math" panose="02040503050406030204" pitchFamily="18" charset="0"/>
                                </a:rPr>
                                <m:t>1</m:t>
                              </m:r>
                            </m:sub>
                          </m:sSub>
                        </m:den>
                      </m:f>
                    </m:oMath>
                  </m:oMathPara>
                </a14:m>
                <a:endParaRPr lang="zh-CN" altLang="en-US"/>
              </a:p>
            </p:txBody>
          </p:sp>
        </mc:Choice>
        <mc:Fallback xmlns="">
          <p:sp>
            <p:nvSpPr>
              <p:cNvPr id="15" name="对象 8202"/>
              <p:cNvSpPr txBox="1">
                <a:spLocks noRot="1" noChangeAspect="1" noMove="1" noResize="1" noEditPoints="1" noAdjustHandles="1" noChangeArrowheads="1" noChangeShapeType="1" noTextEdit="1"/>
              </p:cNvSpPr>
              <p:nvPr/>
            </p:nvSpPr>
            <p:spPr>
              <a:xfrm>
                <a:off x="6706235" y="5327650"/>
                <a:ext cx="2798445" cy="1005205"/>
              </a:xfrm>
              <a:prstGeom prst="rect">
                <a:avLst/>
              </a:prstGeom>
              <a:blipFill>
                <a:blip r:embed="rId19"/>
                <a:stretch>
                  <a:fillRect/>
                </a:stretch>
              </a:blipFill>
              <a:ln w="19050">
                <a:solidFill>
                  <a:srgbClr val="FF0000"/>
                </a:solidFill>
                <a:miter lim="800000"/>
                <a:headEnd/>
                <a:tailEnd/>
              </a:ln>
            </p:spPr>
            <p:txBody>
              <a:bodyPr/>
              <a:lstStyle/>
              <a:p>
                <a:r>
                  <a:rPr lang="zh-CN" altLang="en-US">
                    <a:noFill/>
                  </a:rPr>
                  <a:t> </a:t>
                </a:r>
              </a:p>
            </p:txBody>
          </p:sp>
        </mc:Fallback>
      </mc:AlternateContent>
    </p:spTree>
    <p:custDataLst>
      <p:tags r:id="rId1"/>
    </p:custData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39945"/>
                                        </p:tgtEl>
                                        <p:attrNameLst>
                                          <p:attrName>style.visibility</p:attrName>
                                        </p:attrNameLst>
                                      </p:cBhvr>
                                      <p:to>
                                        <p:strVal val="visible"/>
                                      </p:to>
                                    </p:set>
                                    <p:anim calcmode="lin" valueType="num">
                                      <p:cBhvr>
                                        <p:cTn id="7" dur="500" fill="hold"/>
                                        <p:tgtEl>
                                          <p:spTgt spid="39945"/>
                                        </p:tgtEl>
                                        <p:attrNameLst>
                                          <p:attrName>ppt_w</p:attrName>
                                        </p:attrNameLst>
                                      </p:cBhvr>
                                      <p:tavLst>
                                        <p:tav tm="0">
                                          <p:val>
                                            <p:fltVal val="0"/>
                                          </p:val>
                                        </p:tav>
                                        <p:tav tm="100000">
                                          <p:val>
                                            <p:strVal val="#ppt_w"/>
                                          </p:val>
                                        </p:tav>
                                      </p:tavLst>
                                    </p:anim>
                                    <p:anim calcmode="lin" valueType="num">
                                      <p:cBhvr>
                                        <p:cTn id="8" dur="500" fill="hold"/>
                                        <p:tgtEl>
                                          <p:spTgt spid="39945"/>
                                        </p:tgtEl>
                                        <p:attrNameLst>
                                          <p:attrName>ppt_h</p:attrName>
                                        </p:attrNameLst>
                                      </p:cBhvr>
                                      <p:tavLst>
                                        <p:tav tm="0">
                                          <p:val>
                                            <p:fltVal val="0"/>
                                          </p:val>
                                        </p:tav>
                                        <p:tav tm="100000">
                                          <p:val>
                                            <p:strVal val="#ppt_h"/>
                                          </p:val>
                                        </p:tav>
                                      </p:tavLst>
                                    </p:anim>
                                    <p:anim calcmode="lin" valueType="num">
                                      <p:cBhvr>
                                        <p:cTn id="9" dur="500" fill="hold"/>
                                        <p:tgtEl>
                                          <p:spTgt spid="39945"/>
                                        </p:tgtEl>
                                        <p:attrNameLst>
                                          <p:attrName>style.rotation</p:attrName>
                                        </p:attrNameLst>
                                      </p:cBhvr>
                                      <p:tavLst>
                                        <p:tav tm="0">
                                          <p:val>
                                            <p:fltVal val="360"/>
                                          </p:val>
                                        </p:tav>
                                        <p:tav tm="100000">
                                          <p:val>
                                            <p:fltVal val="0"/>
                                          </p:val>
                                        </p:tav>
                                      </p:tavLst>
                                    </p:anim>
                                    <p:animEffect transition="in" filter="fade">
                                      <p:cBhvr>
                                        <p:cTn id="10" dur="500"/>
                                        <p:tgtEl>
                                          <p:spTgt spid="39945"/>
                                        </p:tgtEl>
                                      </p:cBhvr>
                                    </p:animEffect>
                                  </p:childTnLst>
                                </p:cTn>
                              </p:par>
                            </p:childTnLst>
                          </p:cTn>
                        </p:par>
                      </p:childTnLst>
                    </p:cTn>
                  </p:par>
                  <p:par>
                    <p:cTn id="11" fill="hold">
                      <p:stCondLst>
                        <p:cond delay="indefinite"/>
                      </p:stCondLst>
                      <p:childTnLst>
                        <p:par>
                          <p:cTn id="12" fill="hold">
                            <p:stCondLst>
                              <p:cond delay="0"/>
                            </p:stCondLst>
                            <p:childTnLst>
                              <p:par>
                                <p:cTn id="13" presetID="49" presetClass="entr" presetSubtype="0" decel="10000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p:cTn id="15" dur="500" fill="hold"/>
                                        <p:tgtEl>
                                          <p:spTgt spid="9"/>
                                        </p:tgtEl>
                                        <p:attrNameLst>
                                          <p:attrName>ppt_w</p:attrName>
                                        </p:attrNameLst>
                                      </p:cBhvr>
                                      <p:tavLst>
                                        <p:tav tm="0">
                                          <p:val>
                                            <p:fltVal val="0"/>
                                          </p:val>
                                        </p:tav>
                                        <p:tav tm="100000">
                                          <p:val>
                                            <p:strVal val="#ppt_w"/>
                                          </p:val>
                                        </p:tav>
                                      </p:tavLst>
                                    </p:anim>
                                    <p:anim calcmode="lin" valueType="num">
                                      <p:cBhvr>
                                        <p:cTn id="16" dur="500" fill="hold"/>
                                        <p:tgtEl>
                                          <p:spTgt spid="9"/>
                                        </p:tgtEl>
                                        <p:attrNameLst>
                                          <p:attrName>ppt_h</p:attrName>
                                        </p:attrNameLst>
                                      </p:cBhvr>
                                      <p:tavLst>
                                        <p:tav tm="0">
                                          <p:val>
                                            <p:fltVal val="0"/>
                                          </p:val>
                                        </p:tav>
                                        <p:tav tm="100000">
                                          <p:val>
                                            <p:strVal val="#ppt_h"/>
                                          </p:val>
                                        </p:tav>
                                      </p:tavLst>
                                    </p:anim>
                                    <p:anim calcmode="lin" valueType="num">
                                      <p:cBhvr>
                                        <p:cTn id="17" dur="500" fill="hold"/>
                                        <p:tgtEl>
                                          <p:spTgt spid="9"/>
                                        </p:tgtEl>
                                        <p:attrNameLst>
                                          <p:attrName>style.rotation</p:attrName>
                                        </p:attrNameLst>
                                      </p:cBhvr>
                                      <p:tavLst>
                                        <p:tav tm="0">
                                          <p:val>
                                            <p:fltVal val="360"/>
                                          </p:val>
                                        </p:tav>
                                        <p:tav tm="100000">
                                          <p:val>
                                            <p:fltVal val="0"/>
                                          </p:val>
                                        </p:tav>
                                      </p:tavLst>
                                    </p:anim>
                                    <p:animEffect transition="in" filter="fade">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圆角矩形 12"/>
          <p:cNvSpPr/>
          <p:nvPr>
            <p:custDataLst>
              <p:tags r:id="rId2"/>
            </p:custDataLst>
          </p:nvPr>
        </p:nvSpPr>
        <p:spPr>
          <a:xfrm>
            <a:off x="279400" y="391795"/>
            <a:ext cx="11685270" cy="6123305"/>
          </a:xfrm>
          <a:prstGeom prst="roundRect">
            <a:avLst/>
          </a:prstGeom>
          <a:noFill/>
          <a:ln w="28575" cmpd="sng">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7" name="图片 56"/>
          <p:cNvPicPr>
            <a:picLocks noChangeAspect="1"/>
          </p:cNvPicPr>
          <p:nvPr>
            <p:custDataLst>
              <p:tags r:id="rId3"/>
            </p:custDataLst>
          </p:nvPr>
        </p:nvPicPr>
        <p:blipFill>
          <a:blip r:embed="rId14"/>
          <a:stretch>
            <a:fillRect/>
          </a:stretch>
        </p:blipFill>
        <p:spPr>
          <a:xfrm>
            <a:off x="10970895" y="5640070"/>
            <a:ext cx="1219200" cy="1219200"/>
          </a:xfrm>
          <a:prstGeom prst="rect">
            <a:avLst/>
          </a:prstGeom>
        </p:spPr>
      </p:pic>
      <p:pic>
        <p:nvPicPr>
          <p:cNvPr id="58" name="图片 57"/>
          <p:cNvPicPr>
            <a:picLocks noChangeAspect="1"/>
          </p:cNvPicPr>
          <p:nvPr>
            <p:custDataLst>
              <p:tags r:id="rId4"/>
            </p:custDataLst>
          </p:nvPr>
        </p:nvPicPr>
        <p:blipFill>
          <a:blip r:embed="rId15"/>
          <a:stretch>
            <a:fillRect/>
          </a:stretch>
        </p:blipFill>
        <p:spPr>
          <a:xfrm>
            <a:off x="0" y="5854700"/>
            <a:ext cx="914400" cy="914400"/>
          </a:xfrm>
          <a:prstGeom prst="rect">
            <a:avLst/>
          </a:prstGeom>
        </p:spPr>
      </p:pic>
      <mc:AlternateContent xmlns:mc="http://schemas.openxmlformats.org/markup-compatibility/2006" xmlns:a14="http://schemas.microsoft.com/office/drawing/2010/main">
        <mc:Choice Requires="a14">
          <p:sp>
            <p:nvSpPr>
              <p:cNvPr id="32" name="文本框 31"/>
              <p:cNvSpPr txBox="1"/>
              <p:nvPr>
                <p:custDataLst>
                  <p:tags r:id="rId5"/>
                </p:custDataLst>
              </p:nvPr>
            </p:nvSpPr>
            <p:spPr>
              <a:xfrm>
                <a:off x="589280" y="552450"/>
                <a:ext cx="10516235" cy="1383665"/>
              </a:xfrm>
              <a:prstGeom prst="rect">
                <a:avLst/>
              </a:prstGeom>
              <a:noFill/>
            </p:spPr>
            <p:txBody>
              <a:bodyPr wrap="square">
                <a:spAutoFit/>
              </a:bodyPr>
              <a:lstStyle/>
              <a:p>
                <a:pPr marL="514350" marR="0" lvl="0" indent="-514350" algn="l" defTabSz="914400" eaLnBrk="0" fontAlgn="base" latinLnBrk="0" hangingPunct="0">
                  <a:lnSpc>
                    <a:spcPct val="150000"/>
                  </a:lnSpc>
                  <a:spcBef>
                    <a:spcPct val="0"/>
                  </a:spcBef>
                  <a:spcAft>
                    <a:spcPct val="0"/>
                  </a:spcAft>
                  <a:buClrTx/>
                  <a:buSzTx/>
                  <a:buFont typeface="+mj-ea"/>
                  <a:buAutoNum type="circleNumDbPlain" startAt="3"/>
                  <a:tabLst>
                    <a:tab pos="2070100" algn="l"/>
                  </a:tabLst>
                  <a:defRPr/>
                </a:pPr>
                <a:r>
                  <a:rPr lang="zh-CN" altLang="en-US" sz="2800" b="1">
                    <a:latin typeface="宋体" panose="02010600030101010101" pitchFamily="2" charset="-122"/>
                    <a:ea typeface="宋体" panose="02010600030101010101" pitchFamily="2" charset="-122"/>
                    <a:sym typeface="+mn-ea"/>
                  </a:rPr>
                  <a:t>如图，双星的质量分别为m</a:t>
                </a:r>
                <a:r>
                  <a:rPr lang="zh-CN" altLang="en-US" sz="2800" b="1" baseline="-25000">
                    <a:latin typeface="宋体" panose="02010600030101010101" pitchFamily="2" charset="-122"/>
                    <a:ea typeface="宋体" panose="02010600030101010101" pitchFamily="2" charset="-122"/>
                    <a:sym typeface="+mn-ea"/>
                  </a:rPr>
                  <a:t>1</a:t>
                </a:r>
                <a:r>
                  <a:rPr lang="zh-CN" altLang="en-US" sz="2800" b="1">
                    <a:latin typeface="宋体" panose="02010600030101010101" pitchFamily="2" charset="-122"/>
                    <a:ea typeface="宋体" panose="02010600030101010101" pitchFamily="2" charset="-122"/>
                    <a:sym typeface="+mn-ea"/>
                  </a:rPr>
                  <a:t>、m</a:t>
                </a:r>
                <a:r>
                  <a:rPr lang="zh-CN" altLang="en-US" sz="2800" b="1" baseline="-25000">
                    <a:latin typeface="宋体" panose="02010600030101010101" pitchFamily="2" charset="-122"/>
                    <a:ea typeface="宋体" panose="02010600030101010101" pitchFamily="2" charset="-122"/>
                    <a:sym typeface="+mn-ea"/>
                  </a:rPr>
                  <a:t>2</a:t>
                </a:r>
                <a:r>
                  <a:rPr lang="zh-CN" altLang="en-US" sz="2800" b="1">
                    <a:latin typeface="宋体" panose="02010600030101010101" pitchFamily="2" charset="-122"/>
                    <a:ea typeface="宋体" panose="02010600030101010101" pitchFamily="2" charset="-122"/>
                    <a:sym typeface="+mn-ea"/>
                  </a:rPr>
                  <a:t>，它们之间的距离为L，轨道半径分别为</a:t>
                </a:r>
                <a:r>
                  <a:rPr lang="en-US" altLang="zh-CN" sz="2800" b="1">
                    <a:latin typeface="宋体" panose="02010600030101010101" pitchFamily="2" charset="-122"/>
                    <a:ea typeface="宋体" panose="02010600030101010101" pitchFamily="2" charset="-122"/>
                    <a:sym typeface="+mn-ea"/>
                  </a:rPr>
                  <a:t>r</a:t>
                </a:r>
                <a:r>
                  <a:rPr lang="en-US" altLang="zh-CN" sz="2800" b="1" baseline="-25000">
                    <a:latin typeface="宋体" panose="02010600030101010101" pitchFamily="2" charset="-122"/>
                    <a:ea typeface="宋体" panose="02010600030101010101" pitchFamily="2" charset="-122"/>
                    <a:sym typeface="+mn-ea"/>
                  </a:rPr>
                  <a:t>1</a:t>
                </a:r>
                <a:r>
                  <a:rPr lang="zh-CN" altLang="en-US" sz="2800" b="1">
                    <a:latin typeface="宋体" panose="02010600030101010101" pitchFamily="2" charset="-122"/>
                    <a:ea typeface="宋体" panose="02010600030101010101" pitchFamily="2" charset="-122"/>
                    <a:sym typeface="+mn-ea"/>
                  </a:rPr>
                  <a:t>和</a:t>
                </a:r>
                <a:r>
                  <a:rPr lang="en-US" altLang="zh-CN" sz="2800" b="1">
                    <a:latin typeface="宋体" panose="02010600030101010101" pitchFamily="2" charset="-122"/>
                    <a:ea typeface="宋体" panose="02010600030101010101" pitchFamily="2" charset="-122"/>
                    <a:sym typeface="+mn-ea"/>
                  </a:rPr>
                  <a:t>r</a:t>
                </a:r>
                <a:r>
                  <a:rPr lang="en-US" altLang="zh-CN" sz="2800" b="1" baseline="-25000">
                    <a:latin typeface="宋体" panose="02010600030101010101" pitchFamily="2" charset="-122"/>
                    <a:ea typeface="宋体" panose="02010600030101010101" pitchFamily="2" charset="-122"/>
                    <a:sym typeface="+mn-ea"/>
                  </a:rPr>
                  <a:t>2</a:t>
                </a:r>
                <a:r>
                  <a:rPr lang="zh-CN" altLang="en-US" sz="2800" b="1">
                    <a:latin typeface="宋体" panose="02010600030101010101" pitchFamily="2" charset="-122"/>
                    <a:ea typeface="宋体" panose="02010600030101010101" pitchFamily="2" charset="-122"/>
                    <a:sym typeface="+mn-ea"/>
                  </a:rPr>
                  <a:t>，</a:t>
                </a:r>
                <a:r>
                  <a:rPr lang="zh-CN" altLang="en-US" sz="2800" b="1">
                    <a:solidFill>
                      <a:srgbClr val="00B0F0"/>
                    </a:solidFill>
                    <a:latin typeface="宋体" panose="02010600030101010101" pitchFamily="2" charset="-122"/>
                    <a:ea typeface="宋体" panose="02010600030101010101" pitchFamily="2" charset="-122"/>
                    <a:sym typeface="+mn-ea"/>
                  </a:rPr>
                  <a:t>求</a:t>
                </a:r>
                <a:r>
                  <a:rPr lang="zh-CN" altLang="en-US" sz="2800" b="1">
                    <a:solidFill>
                      <a:srgbClr val="00B0F0"/>
                    </a:solidFill>
                    <a:latin typeface="Times New Roman" panose="02020603050405020304" charset="0"/>
                    <a:ea typeface="Times New Roman" panose="02020603050405020304" charset="0"/>
                    <a:sym typeface="+mn-ea"/>
                  </a:rPr>
                  <a:t>它们的运行角速度</a:t>
                </a:r>
                <a14:m>
                  <m:oMath xmlns:m="http://schemas.openxmlformats.org/officeDocument/2006/math">
                    <m:r>
                      <a:rPr lang="en-US" altLang="zh-CN" sz="2800" b="1" i="1">
                        <a:solidFill>
                          <a:srgbClr val="00B0F0"/>
                        </a:solidFill>
                        <a:latin typeface="Cambria Math" panose="02040503050406030204" charset="0"/>
                        <a:ea typeface="Times New Roman" panose="02020603050405020304" charset="0"/>
                        <a:cs typeface="Cambria Math" panose="02040503050406030204" charset="0"/>
                        <a:sym typeface="+mn-ea"/>
                      </a:rPr>
                      <m:t>𝝎</m:t>
                    </m:r>
                  </m:oMath>
                </a14:m>
                <a:r>
                  <a:rPr lang="zh-CN" altLang="en-US" sz="2800">
                    <a:solidFill>
                      <a:srgbClr val="00B0F0"/>
                    </a:solidFill>
                    <a:latin typeface="Cambria Math" panose="02040503050406030204" charset="0"/>
                    <a:ea typeface="Times New Roman" panose="02020603050405020304" charset="0"/>
                    <a:cs typeface="Cambria Math" panose="02040503050406030204" charset="0"/>
                    <a:sym typeface="+mn-ea"/>
                  </a:rPr>
                  <a:t>和</a:t>
                </a:r>
                <a:r>
                  <a:rPr lang="zh-CN" altLang="en-US" sz="2800" b="1">
                    <a:solidFill>
                      <a:srgbClr val="00B0F0"/>
                    </a:solidFill>
                    <a:latin typeface="Times New Roman" panose="02020603050405020304" charset="0"/>
                    <a:ea typeface="Times New Roman" panose="02020603050405020304" charset="0"/>
                    <a:sym typeface="+mn-ea"/>
                  </a:rPr>
                  <a:t>周期</a:t>
                </a:r>
                <a:r>
                  <a:rPr lang="en-US" altLang="zh-CN" sz="2800" b="1">
                    <a:solidFill>
                      <a:srgbClr val="00B0F0"/>
                    </a:solidFill>
                    <a:latin typeface="Times New Roman" panose="02020603050405020304" charset="0"/>
                    <a:ea typeface="Times New Roman" panose="02020603050405020304" charset="0"/>
                    <a:sym typeface="+mn-ea"/>
                  </a:rPr>
                  <a:t>T</a:t>
                </a:r>
              </a:p>
            </p:txBody>
          </p:sp>
        </mc:Choice>
        <mc:Fallback xmlns="">
          <p:sp>
            <p:nvSpPr>
              <p:cNvPr id="32" name="文本框 31"/>
              <p:cNvSpPr txBox="1">
                <a:spLocks noRot="1" noChangeAspect="1" noMove="1" noResize="1" noEditPoints="1" noAdjustHandles="1" noChangeArrowheads="1" noChangeShapeType="1" noTextEdit="1"/>
              </p:cNvSpPr>
              <p:nvPr>
                <p:custDataLst>
                  <p:tags r:id="rId36"/>
                </p:custDataLst>
              </p:nvPr>
            </p:nvSpPr>
            <p:spPr>
              <a:xfrm>
                <a:off x="589280" y="552450"/>
                <a:ext cx="10516235" cy="1383665"/>
              </a:xfrm>
              <a:prstGeom prst="rect">
                <a:avLst/>
              </a:prstGeom>
              <a:blipFill rotWithShape="1">
                <a:blip r:embed="rId37"/>
                <a:stretch>
                  <a:fillRect b="-96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8914" name="内容占位符 7169"/>
              <p:cNvSpPr txBox="1"/>
              <p:nvPr/>
            </p:nvSpPr>
            <p:spPr>
              <a:xfrm>
                <a:off x="1624718" y="2085181"/>
                <a:ext cx="2771274" cy="936625"/>
              </a:xfrm>
              <a:prstGeom prst="rect">
                <a:avLst/>
              </a:prstGeom>
              <a:noFill/>
              <a:ln w="38100">
                <a:noFill/>
                <a:miter lim="800000"/>
                <a:headEnd/>
                <a:tailEnd/>
              </a:ln>
            </p:spPr>
            <p:txBody>
              <a:bodyPr>
                <a:noAutofit/>
              </a:bodyPr>
              <a:lstStyle/>
              <a:p>
                <a:pP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𝐺</m:t>
                      </m:r>
                      <m:f>
                        <m:fPr>
                          <m:ctrlPr>
                            <a:rPr lang="zh-CN" altLang="en-US" sz="2400" i="1">
                              <a:solidFill>
                                <a:srgbClr val="000000"/>
                              </a:solidFill>
                              <a:latin typeface="Cambria Math" panose="02040503050406030204" pitchFamily="18" charset="0"/>
                            </a:rPr>
                          </m:ctrlPr>
                        </m:fPr>
                        <m:num>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𝑚</m:t>
                              </m:r>
                            </m:e>
                            <m:sub>
                              <m:r>
                                <a:rPr lang="zh-CN" altLang="en-US" sz="2400" i="1">
                                  <a:solidFill>
                                    <a:srgbClr val="000000"/>
                                  </a:solidFill>
                                  <a:latin typeface="Cambria Math" panose="02040503050406030204" pitchFamily="18" charset="0"/>
                                </a:rPr>
                                <m:t>1</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𝑚</m:t>
                              </m:r>
                            </m:e>
                            <m:sub>
                              <m:r>
                                <a:rPr lang="zh-CN" altLang="en-US" sz="2400" i="1">
                                  <a:solidFill>
                                    <a:srgbClr val="000000"/>
                                  </a:solidFill>
                                  <a:latin typeface="Cambria Math" panose="02040503050406030204" pitchFamily="18" charset="0"/>
                                </a:rPr>
                                <m:t>2</m:t>
                              </m:r>
                            </m:sub>
                          </m:sSub>
                        </m:num>
                        <m:den>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𝐿</m:t>
                              </m:r>
                            </m:e>
                            <m:sup>
                              <m:r>
                                <a:rPr lang="zh-CN" altLang="en-US" sz="2400" i="1">
                                  <a:solidFill>
                                    <a:srgbClr val="000000"/>
                                  </a:solidFill>
                                  <a:latin typeface="Cambria Math" panose="02040503050406030204" pitchFamily="18" charset="0"/>
                                </a:rPr>
                                <m:t>2</m:t>
                              </m:r>
                            </m:sup>
                          </m:sSup>
                        </m:den>
                      </m:f>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𝑚</m:t>
                          </m:r>
                        </m:e>
                        <m:sub>
                          <m:r>
                            <a:rPr lang="zh-CN" altLang="en-US" sz="2400" i="1">
                              <a:solidFill>
                                <a:srgbClr val="000000"/>
                              </a:solidFill>
                              <a:latin typeface="Cambria Math" panose="02040503050406030204" pitchFamily="18" charset="0"/>
                            </a:rPr>
                            <m:t>1</m:t>
                          </m:r>
                        </m:sub>
                      </m:sSub>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𝜔</m:t>
                          </m:r>
                        </m:e>
                        <m:sup>
                          <m:r>
                            <a:rPr lang="zh-CN" altLang="en-US" sz="2400" i="1">
                              <a:solidFill>
                                <a:srgbClr val="000000"/>
                              </a:solidFill>
                              <a:latin typeface="Cambria Math" panose="02040503050406030204" pitchFamily="18" charset="0"/>
                            </a:rPr>
                            <m:t>2</m:t>
                          </m:r>
                        </m:sup>
                      </m:sSup>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𝑟</m:t>
                          </m:r>
                        </m:e>
                        <m:sub>
                          <m:r>
                            <a:rPr lang="zh-CN" altLang="en-US" sz="2400" i="1">
                              <a:solidFill>
                                <a:srgbClr val="000000"/>
                              </a:solidFill>
                              <a:latin typeface="Cambria Math" panose="02040503050406030204" pitchFamily="18" charset="0"/>
                            </a:rPr>
                            <m:t>1</m:t>
                          </m:r>
                        </m:sub>
                      </m:sSub>
                    </m:oMath>
                  </m:oMathPara>
                </a14:m>
                <a:endParaRPr lang="zh-CN" altLang="en-US" sz="2400" dirty="0"/>
              </a:p>
            </p:txBody>
          </p:sp>
        </mc:Choice>
        <mc:Fallback>
          <p:sp>
            <p:nvSpPr>
              <p:cNvPr id="38914" name="内容占位符 7169"/>
              <p:cNvSpPr txBox="1">
                <a:spLocks noRot="1" noChangeAspect="1" noMove="1" noResize="1" noEditPoints="1" noAdjustHandles="1" noChangeArrowheads="1" noChangeShapeType="1" noTextEdit="1"/>
              </p:cNvSpPr>
              <p:nvPr/>
            </p:nvSpPr>
            <p:spPr>
              <a:xfrm>
                <a:off x="1624718" y="2085181"/>
                <a:ext cx="2771274" cy="936625"/>
              </a:xfrm>
              <a:prstGeom prst="rect">
                <a:avLst/>
              </a:prstGeom>
              <a:blipFill>
                <a:blip r:embed="rId38"/>
                <a:stretch>
                  <a:fillRect/>
                </a:stretch>
              </a:blipFill>
              <a:ln w="38100">
                <a:noFill/>
                <a:miter lim="800000"/>
                <a:headEnd/>
                <a:tailEnd/>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8916" name="内容占位符 7171"/>
              <p:cNvSpPr txBox="1"/>
              <p:nvPr/>
            </p:nvSpPr>
            <p:spPr>
              <a:xfrm>
                <a:off x="1632456" y="3296205"/>
                <a:ext cx="2771273" cy="842962"/>
              </a:xfrm>
              <a:prstGeom prst="rect">
                <a:avLst/>
              </a:prstGeom>
              <a:noFill/>
              <a:ln w="38100">
                <a:noFill/>
                <a:miter lim="800000"/>
                <a:headEnd/>
                <a:tailEnd/>
              </a:ln>
            </p:spPr>
            <p:txBody>
              <a:bodyPr>
                <a:noAutofit/>
              </a:bodyPr>
              <a:lstStyle/>
              <a:p>
                <a:pP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𝐺</m:t>
                      </m:r>
                      <m:f>
                        <m:fPr>
                          <m:ctrlPr>
                            <a:rPr lang="zh-CN" altLang="en-US" sz="2400" i="1">
                              <a:solidFill>
                                <a:srgbClr val="000000"/>
                              </a:solidFill>
                              <a:latin typeface="Cambria Math" panose="02040503050406030204" pitchFamily="18" charset="0"/>
                            </a:rPr>
                          </m:ctrlPr>
                        </m:fPr>
                        <m:num>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𝑚</m:t>
                              </m:r>
                            </m:e>
                            <m:sub>
                              <m:r>
                                <a:rPr lang="zh-CN" altLang="en-US" sz="2400" i="1">
                                  <a:solidFill>
                                    <a:srgbClr val="000000"/>
                                  </a:solidFill>
                                  <a:latin typeface="Cambria Math" panose="02040503050406030204" pitchFamily="18" charset="0"/>
                                </a:rPr>
                                <m:t>1</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𝑚</m:t>
                              </m:r>
                            </m:e>
                            <m:sub>
                              <m:r>
                                <a:rPr lang="zh-CN" altLang="en-US" sz="2400" i="1">
                                  <a:solidFill>
                                    <a:srgbClr val="000000"/>
                                  </a:solidFill>
                                  <a:latin typeface="Cambria Math" panose="02040503050406030204" pitchFamily="18" charset="0"/>
                                </a:rPr>
                                <m:t>2</m:t>
                              </m:r>
                            </m:sub>
                          </m:sSub>
                        </m:num>
                        <m:den>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𝐿</m:t>
                              </m:r>
                            </m:e>
                            <m:sup>
                              <m:r>
                                <a:rPr lang="zh-CN" altLang="en-US" sz="2400" i="1">
                                  <a:solidFill>
                                    <a:srgbClr val="000000"/>
                                  </a:solidFill>
                                  <a:latin typeface="Cambria Math" panose="02040503050406030204" pitchFamily="18" charset="0"/>
                                </a:rPr>
                                <m:t>2</m:t>
                              </m:r>
                            </m:sup>
                          </m:sSup>
                        </m:den>
                      </m:f>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𝑚</m:t>
                          </m:r>
                        </m:e>
                        <m:sub>
                          <m:r>
                            <a:rPr lang="zh-CN" altLang="en-US" sz="2400" i="1">
                              <a:solidFill>
                                <a:srgbClr val="000000"/>
                              </a:solidFill>
                              <a:latin typeface="Cambria Math" panose="02040503050406030204" pitchFamily="18" charset="0"/>
                            </a:rPr>
                            <m:t>2</m:t>
                          </m:r>
                        </m:sub>
                      </m:sSub>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𝜔</m:t>
                          </m:r>
                        </m:e>
                        <m:sup>
                          <m:r>
                            <a:rPr lang="zh-CN" altLang="en-US" sz="2400" i="1">
                              <a:solidFill>
                                <a:srgbClr val="000000"/>
                              </a:solidFill>
                              <a:latin typeface="Cambria Math" panose="02040503050406030204" pitchFamily="18" charset="0"/>
                            </a:rPr>
                            <m:t>2</m:t>
                          </m:r>
                        </m:sup>
                      </m:sSup>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𝑟</m:t>
                          </m:r>
                        </m:e>
                        <m:sub>
                          <m:r>
                            <a:rPr lang="zh-CN" altLang="en-US" sz="2400" i="1">
                              <a:solidFill>
                                <a:srgbClr val="000000"/>
                              </a:solidFill>
                              <a:latin typeface="Cambria Math" panose="02040503050406030204" pitchFamily="18" charset="0"/>
                            </a:rPr>
                            <m:t>2</m:t>
                          </m:r>
                        </m:sub>
                      </m:sSub>
                    </m:oMath>
                  </m:oMathPara>
                </a14:m>
                <a:endParaRPr lang="zh-CN" altLang="en-US" sz="1600" dirty="0"/>
              </a:p>
            </p:txBody>
          </p:sp>
        </mc:Choice>
        <mc:Fallback>
          <p:sp>
            <p:nvSpPr>
              <p:cNvPr id="38916" name="内容占位符 7171"/>
              <p:cNvSpPr txBox="1">
                <a:spLocks noRot="1" noChangeAspect="1" noMove="1" noResize="1" noEditPoints="1" noAdjustHandles="1" noChangeArrowheads="1" noChangeShapeType="1" noTextEdit="1"/>
              </p:cNvSpPr>
              <p:nvPr/>
            </p:nvSpPr>
            <p:spPr>
              <a:xfrm>
                <a:off x="1632456" y="3296205"/>
                <a:ext cx="2771273" cy="842962"/>
              </a:xfrm>
              <a:prstGeom prst="rect">
                <a:avLst/>
              </a:prstGeom>
              <a:blipFill>
                <a:blip r:embed="rId39"/>
                <a:stretch>
                  <a:fillRect/>
                </a:stretch>
              </a:blipFill>
              <a:ln w="38100">
                <a:noFill/>
                <a:miter lim="800000"/>
                <a:headEnd/>
                <a:tailEnd/>
              </a:ln>
            </p:spPr>
            <p:txBody>
              <a:bodyPr/>
              <a:lstStyle/>
              <a:p>
                <a:r>
                  <a:rPr lang="zh-CN" altLang="en-US">
                    <a:noFill/>
                  </a:rPr>
                  <a:t> </a:t>
                </a:r>
              </a:p>
            </p:txBody>
          </p:sp>
        </mc:Fallback>
      </mc:AlternateContent>
      <p:sp>
        <p:nvSpPr>
          <p:cNvPr id="38918" name="文本框 7174"/>
          <p:cNvSpPr txBox="1"/>
          <p:nvPr>
            <p:custDataLst>
              <p:tags r:id="rId6"/>
            </p:custDataLst>
          </p:nvPr>
        </p:nvSpPr>
        <p:spPr>
          <a:xfrm>
            <a:off x="513398" y="2301875"/>
            <a:ext cx="1116012" cy="503238"/>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665" b="1" i="0"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对</a:t>
            </a:r>
            <a:r>
              <a:rPr kumimoji="0" lang="zh-CN" altLang="en-US" sz="2665" b="1" i="1"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m</a:t>
            </a:r>
            <a:r>
              <a:rPr kumimoji="0" lang="zh-CN" altLang="en-US" sz="2665" b="1" i="0" u="none" strike="noStrike" kern="1200" cap="none" spc="0" normalizeH="0" baseline="-2500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1</a:t>
            </a:r>
            <a:r>
              <a:rPr kumimoji="0" lang="zh-CN" altLang="en-US" sz="2665" b="1" i="0"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a:t>
            </a:r>
          </a:p>
        </p:txBody>
      </p:sp>
      <p:sp>
        <p:nvSpPr>
          <p:cNvPr id="38919" name="文本框 7175"/>
          <p:cNvSpPr txBox="1"/>
          <p:nvPr>
            <p:custDataLst>
              <p:tags r:id="rId7"/>
            </p:custDataLst>
          </p:nvPr>
        </p:nvSpPr>
        <p:spPr>
          <a:xfrm>
            <a:off x="513398" y="3416300"/>
            <a:ext cx="1022350" cy="503238"/>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665" b="1" i="0"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对</a:t>
            </a:r>
            <a:r>
              <a:rPr kumimoji="0" lang="en-US" altLang="zh-CN" sz="2665" b="1" i="1"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m</a:t>
            </a:r>
            <a:r>
              <a:rPr kumimoji="0" lang="en-US" altLang="zh-CN" sz="2665" b="1" i="0" u="none" strike="noStrike" kern="1200" cap="none" spc="0" normalizeH="0" baseline="-2500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2</a:t>
            </a:r>
            <a:r>
              <a:rPr kumimoji="0" lang="en-US" altLang="zh-CN" sz="2665" b="1" i="0"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a:t>
            </a:r>
          </a:p>
        </p:txBody>
      </p:sp>
      <p:sp>
        <p:nvSpPr>
          <p:cNvPr id="38950" name="矩形 7188"/>
          <p:cNvSpPr/>
          <p:nvPr>
            <p:custDataLst>
              <p:tags r:id="rId8"/>
            </p:custDataLst>
          </p:nvPr>
        </p:nvSpPr>
        <p:spPr>
          <a:xfrm>
            <a:off x="1920240" y="4307205"/>
            <a:ext cx="1957070" cy="522605"/>
          </a:xfrm>
          <a:prstGeom prst="rect">
            <a:avLst/>
          </a:prstGeom>
          <a:noFill/>
          <a:ln w="9525">
            <a:noFill/>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795" b="1" i="1"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mn-cs"/>
              </a:rPr>
              <a:t>r </a:t>
            </a:r>
            <a:r>
              <a:rPr kumimoji="0" lang="en-US" altLang="zh-CN" sz="2795" b="1" i="0" u="none" strike="noStrike" kern="1200" cap="none" spc="0" normalizeH="0" baseline="-2500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mn-cs"/>
              </a:rPr>
              <a:t>1</a:t>
            </a:r>
            <a:r>
              <a:rPr kumimoji="0" lang="en-US" altLang="zh-CN" sz="2795" b="1" i="0"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mn-cs"/>
              </a:rPr>
              <a:t> + </a:t>
            </a:r>
            <a:r>
              <a:rPr kumimoji="0" lang="en-US" altLang="zh-CN" sz="2795" b="1" i="1"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mn-cs"/>
              </a:rPr>
              <a:t>r</a:t>
            </a:r>
            <a:r>
              <a:rPr kumimoji="0" lang="en-US" altLang="zh-CN" sz="2795" b="1" i="0" u="none" strike="noStrike" kern="1200" cap="none" spc="0" normalizeH="0" baseline="-2500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mn-cs"/>
              </a:rPr>
              <a:t>2 </a:t>
            </a:r>
            <a:r>
              <a:rPr kumimoji="0" lang="en-US" altLang="zh-CN" sz="2795" b="1" i="0"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mn-cs"/>
              </a:rPr>
              <a:t>= L</a:t>
            </a:r>
          </a:p>
        </p:txBody>
      </p:sp>
      <mc:AlternateContent xmlns:mc="http://schemas.openxmlformats.org/markup-compatibility/2006" xmlns:a14="http://schemas.microsoft.com/office/drawing/2010/main">
        <mc:Choice Requires="a14">
          <p:sp>
            <p:nvSpPr>
              <p:cNvPr id="14" name="文本框 13"/>
              <p:cNvSpPr txBox="1"/>
              <p:nvPr>
                <p:custDataLst>
                  <p:tags r:id="rId9"/>
                </p:custDataLst>
              </p:nvPr>
            </p:nvSpPr>
            <p:spPr>
              <a:xfrm>
                <a:off x="3797300" y="2190115"/>
                <a:ext cx="4244340" cy="1863725"/>
              </a:xfrm>
              <a:prstGeom prst="rect">
                <a:avLst/>
              </a:prstGeom>
              <a:noFill/>
              <a:ln w="12700" cmpd="sng">
                <a:noFill/>
                <a:prstDash val="solid"/>
              </a:ln>
            </p:spPr>
            <p:txBody>
              <a:bodyPr wrap="square" rtlCol="0">
                <a:spAutoFit/>
              </a:bodyPr>
              <a:lstStyle/>
              <a:p>
                <a:pPr algn="l">
                  <a:lnSpc>
                    <a:spcPct val="140000"/>
                  </a:lnSpc>
                </a:pPr>
                <a14:m>
                  <m:oMathPara xmlns:m="http://schemas.openxmlformats.org/officeDocument/2006/math">
                    <m:oMathParaPr>
                      <m:jc m:val="centerGroup"/>
                    </m:oMathParaPr>
                    <m:oMath xmlns:m="http://schemas.openxmlformats.org/officeDocument/2006/math">
                      <m:r>
                        <a:rPr lang="zh-CN" altLang="en-US" sz="2800" b="1">
                          <a:latin typeface="Cambria Math" panose="02040503050406030204" pitchFamily="18" charset="0"/>
                          <a:ea typeface="宋体" panose="02010600030101010101" pitchFamily="2" charset="-122"/>
                        </a:rPr>
                        <m:t>    </m:t>
                      </m:r>
                      <m:r>
                        <a:rPr lang="zh-CN" altLang="en-US" sz="2800" b="1">
                          <a:solidFill>
                            <a:schemeClr val="accent2"/>
                          </a:solidFill>
                          <a:latin typeface="Cambria Math" panose="02040503050406030204" pitchFamily="18" charset="0"/>
                          <a:ea typeface="宋体" panose="02010600030101010101" pitchFamily="2" charset="-122"/>
                        </a:rPr>
                        <m:t>𝛚</m:t>
                      </m:r>
                      <m:r>
                        <a:rPr lang="zh-CN" altLang="en-US" sz="2800" b="1">
                          <a:solidFill>
                            <a:schemeClr val="accent2"/>
                          </a:solidFill>
                          <a:latin typeface="Cambria Math" panose="02040503050406030204" pitchFamily="18" charset="0"/>
                          <a:ea typeface="宋体" panose="02010600030101010101" pitchFamily="2" charset="-122"/>
                        </a:rPr>
                        <m:t>=</m:t>
                      </m:r>
                      <m:rad>
                        <m:radPr>
                          <m:degHide m:val="on"/>
                          <m:ctrlPr>
                            <a:rPr lang="zh-CN" altLang="en-US" sz="2800" b="1" i="1">
                              <a:solidFill>
                                <a:schemeClr val="accent2"/>
                              </a:solidFill>
                              <a:latin typeface="Cambria Math" panose="02040503050406030204" pitchFamily="18" charset="0"/>
                              <a:ea typeface="宋体" panose="02010600030101010101" pitchFamily="2" charset="-122"/>
                            </a:rPr>
                          </m:ctrlPr>
                        </m:radPr>
                        <m:deg/>
                        <m:e>
                          <m:f>
                            <m:fPr>
                              <m:ctrlPr>
                                <a:rPr lang="zh-CN" altLang="en-US" sz="2800" b="1" i="1">
                                  <a:solidFill>
                                    <a:schemeClr val="accent2"/>
                                  </a:solidFill>
                                  <a:latin typeface="Cambria Math" panose="02040503050406030204" pitchFamily="18" charset="0"/>
                                  <a:ea typeface="宋体" panose="02010600030101010101" pitchFamily="2" charset="-122"/>
                                </a:rPr>
                              </m:ctrlPr>
                            </m:fPr>
                            <m:num>
                              <m:r>
                                <a:rPr lang="zh-CN" altLang="en-US" sz="2800" b="1">
                                  <a:solidFill>
                                    <a:schemeClr val="accent2"/>
                                  </a:solidFill>
                                  <a:latin typeface="Cambria Math" panose="02040503050406030204" pitchFamily="18" charset="0"/>
                                  <a:ea typeface="宋体" panose="02010600030101010101" pitchFamily="2" charset="-122"/>
                                </a:rPr>
                                <m:t>𝐆</m:t>
                              </m:r>
                              <m:r>
                                <a:rPr lang="zh-CN" altLang="en-US" sz="2800" b="1">
                                  <a:solidFill>
                                    <a:schemeClr val="accent2"/>
                                  </a:solidFill>
                                  <a:latin typeface="Cambria Math" panose="02040503050406030204" pitchFamily="18" charset="0"/>
                                  <a:ea typeface="宋体" panose="02010600030101010101" pitchFamily="2" charset="-122"/>
                                </a:rPr>
                                <m:t>(</m:t>
                              </m:r>
                              <m:sSub>
                                <m:sSubPr>
                                  <m:ctrlPr>
                                    <a:rPr lang="zh-CN" altLang="en-US" sz="2800" b="1" i="1">
                                      <a:solidFill>
                                        <a:schemeClr val="accent2"/>
                                      </a:solidFill>
                                      <a:latin typeface="Cambria Math" panose="02040503050406030204" pitchFamily="18" charset="0"/>
                                      <a:ea typeface="宋体" panose="02010600030101010101" pitchFamily="2" charset="-122"/>
                                    </a:rPr>
                                  </m:ctrlPr>
                                </m:sSubPr>
                                <m:e>
                                  <m:r>
                                    <a:rPr lang="zh-CN" altLang="en-US" sz="2800" b="1">
                                      <a:solidFill>
                                        <a:schemeClr val="accent2"/>
                                      </a:solidFill>
                                      <a:latin typeface="Cambria Math" panose="02040503050406030204" pitchFamily="18" charset="0"/>
                                      <a:ea typeface="宋体" panose="02010600030101010101" pitchFamily="2" charset="-122"/>
                                    </a:rPr>
                                    <m:t>𝐦</m:t>
                                  </m:r>
                                </m:e>
                                <m:sub>
                                  <m:r>
                                    <a:rPr lang="zh-CN" altLang="en-US" sz="2800" b="1">
                                      <a:solidFill>
                                        <a:schemeClr val="accent2"/>
                                      </a:solidFill>
                                      <a:latin typeface="Cambria Math" panose="02040503050406030204" pitchFamily="18" charset="0"/>
                                      <a:ea typeface="宋体" panose="02010600030101010101" pitchFamily="2" charset="-122"/>
                                    </a:rPr>
                                    <m:t>𝟏</m:t>
                                  </m:r>
                                </m:sub>
                              </m:sSub>
                              <m:r>
                                <a:rPr lang="zh-CN" altLang="en-US" sz="2800" b="1">
                                  <a:solidFill>
                                    <a:schemeClr val="accent2"/>
                                  </a:solidFill>
                                  <a:latin typeface="Cambria Math" panose="02040503050406030204" pitchFamily="18" charset="0"/>
                                  <a:ea typeface="宋体" panose="02010600030101010101" pitchFamily="2" charset="-122"/>
                                </a:rPr>
                                <m:t>+</m:t>
                              </m:r>
                              <m:sSub>
                                <m:sSubPr>
                                  <m:ctrlPr>
                                    <a:rPr lang="zh-CN" altLang="en-US" sz="2800" b="1" i="1">
                                      <a:solidFill>
                                        <a:schemeClr val="accent2"/>
                                      </a:solidFill>
                                      <a:latin typeface="Cambria Math" panose="02040503050406030204" pitchFamily="18" charset="0"/>
                                      <a:ea typeface="宋体" panose="02010600030101010101" pitchFamily="2" charset="-122"/>
                                    </a:rPr>
                                  </m:ctrlPr>
                                </m:sSubPr>
                                <m:e>
                                  <m:r>
                                    <a:rPr lang="zh-CN" altLang="en-US" sz="2800" b="1">
                                      <a:solidFill>
                                        <a:schemeClr val="accent2"/>
                                      </a:solidFill>
                                      <a:latin typeface="Cambria Math" panose="02040503050406030204" pitchFamily="18" charset="0"/>
                                      <a:ea typeface="宋体" panose="02010600030101010101" pitchFamily="2" charset="-122"/>
                                    </a:rPr>
                                    <m:t>𝐦</m:t>
                                  </m:r>
                                </m:e>
                                <m:sub>
                                  <m:r>
                                    <a:rPr lang="zh-CN" altLang="en-US" sz="2800" b="1">
                                      <a:solidFill>
                                        <a:schemeClr val="accent2"/>
                                      </a:solidFill>
                                      <a:latin typeface="Cambria Math" panose="02040503050406030204" pitchFamily="18" charset="0"/>
                                      <a:ea typeface="宋体" panose="02010600030101010101" pitchFamily="2" charset="-122"/>
                                    </a:rPr>
                                    <m:t>𝟐</m:t>
                                  </m:r>
                                </m:sub>
                              </m:sSub>
                              <m:r>
                                <a:rPr lang="zh-CN" altLang="en-US" sz="2800" b="1">
                                  <a:solidFill>
                                    <a:schemeClr val="accent2"/>
                                  </a:solidFill>
                                  <a:latin typeface="Cambria Math" panose="02040503050406030204" pitchFamily="18" charset="0"/>
                                  <a:ea typeface="宋体" panose="02010600030101010101" pitchFamily="2" charset="-122"/>
                                </a:rPr>
                                <m:t>)</m:t>
                              </m:r>
                            </m:num>
                            <m:den>
                              <m:sSup>
                                <m:sSupPr>
                                  <m:ctrlPr>
                                    <a:rPr lang="zh-CN" altLang="en-US" sz="2800" b="1" i="1">
                                      <a:solidFill>
                                        <a:schemeClr val="accent2"/>
                                      </a:solidFill>
                                      <a:latin typeface="Cambria Math" panose="02040503050406030204" pitchFamily="18" charset="0"/>
                                      <a:ea typeface="宋体" panose="02010600030101010101" pitchFamily="2" charset="-122"/>
                                      <a:cs typeface="Cambria Math" panose="02040503050406030204" charset="0"/>
                                    </a:rPr>
                                  </m:ctrlPr>
                                </m:sSupPr>
                                <m:e>
                                  <m:r>
                                    <a:rPr lang="en-US" altLang="zh-CN" sz="2800" b="1" i="1">
                                      <a:solidFill>
                                        <a:schemeClr val="accent2"/>
                                      </a:solidFill>
                                      <a:latin typeface="Cambria Math" panose="02040503050406030204" charset="0"/>
                                      <a:ea typeface="宋体" panose="02010600030101010101" pitchFamily="2" charset="-122"/>
                                      <a:cs typeface="Cambria Math" panose="02040503050406030204" charset="0"/>
                                    </a:rPr>
                                    <m:t>𝑳</m:t>
                                  </m:r>
                                </m:e>
                                <m:sup>
                                  <m:r>
                                    <a:rPr lang="en-US" altLang="zh-CN" sz="2800" b="1" i="1">
                                      <a:solidFill>
                                        <a:schemeClr val="accent2"/>
                                      </a:solidFill>
                                      <a:latin typeface="Cambria Math" panose="02040503050406030204" charset="0"/>
                                      <a:ea typeface="宋体" panose="02010600030101010101" pitchFamily="2" charset="-122"/>
                                      <a:cs typeface="Cambria Math" panose="02040503050406030204" charset="0"/>
                                    </a:rPr>
                                    <m:t>𝟑</m:t>
                                  </m:r>
                                </m:sup>
                              </m:sSup>
                            </m:den>
                          </m:f>
                        </m:e>
                      </m:rad>
                    </m:oMath>
                  </m:oMathPara>
                </a14:m>
                <a:endParaRPr lang="en-US" altLang="zh-CN" sz="2800" b="1" i="1">
                  <a:solidFill>
                    <a:schemeClr val="accent2"/>
                  </a:solidFill>
                  <a:latin typeface="Cambria Math" panose="02040503050406030204" charset="0"/>
                  <a:ea typeface="宋体" panose="02010600030101010101" pitchFamily="2" charset="-122"/>
                  <a:cs typeface="Cambria Math" panose="02040503050406030204" charset="0"/>
                </a:endParaRPr>
              </a:p>
            </p:txBody>
          </p:sp>
        </mc:Choice>
        <mc:Fallback xmlns="">
          <p:sp>
            <p:nvSpPr>
              <p:cNvPr id="14" name="文本框 13"/>
              <p:cNvSpPr txBox="1">
                <a:spLocks noRot="1" noChangeAspect="1" noMove="1" noResize="1" noEditPoints="1" noAdjustHandles="1" noChangeArrowheads="1" noChangeShapeType="1" noTextEdit="1"/>
              </p:cNvSpPr>
              <p:nvPr>
                <p:custDataLst>
                  <p:tags r:id="rId40"/>
                </p:custDataLst>
              </p:nvPr>
            </p:nvSpPr>
            <p:spPr>
              <a:xfrm>
                <a:off x="3797300" y="2190115"/>
                <a:ext cx="4244340" cy="1863725"/>
              </a:xfrm>
              <a:prstGeom prst="rect">
                <a:avLst/>
              </a:prstGeom>
              <a:blipFill rotWithShape="1">
                <a:blip r:embed="rId41"/>
                <a:stretch>
                  <a:fillRect/>
                </a:stretch>
              </a:blipFill>
              <a:ln w="12700" cmpd="sng">
                <a:noFill/>
                <a:prstDash val="solid"/>
              </a:ln>
            </p:spPr>
            <p:txBody>
              <a:bodyPr/>
              <a:lstStyle/>
              <a:p>
                <a:r>
                  <a:rPr lang="zh-CN" altLang="en-US">
                    <a:noFill/>
                  </a:rPr>
                  <a:t> </a:t>
                </a:r>
              </a:p>
            </p:txBody>
          </p:sp>
        </mc:Fallback>
      </mc:AlternateContent>
      <p:sp>
        <p:nvSpPr>
          <p:cNvPr id="38917" name="右大括号 7172"/>
          <p:cNvSpPr/>
          <p:nvPr>
            <p:custDataLst>
              <p:tags r:id="rId10"/>
            </p:custDataLst>
          </p:nvPr>
        </p:nvSpPr>
        <p:spPr>
          <a:xfrm>
            <a:off x="4399915" y="2449195"/>
            <a:ext cx="360680" cy="2101215"/>
          </a:xfrm>
          <a:prstGeom prst="rightBrace">
            <a:avLst>
              <a:gd name="adj1" fmla="val 26623"/>
              <a:gd name="adj2" fmla="val 50000"/>
            </a:avLst>
          </a:prstGeom>
          <a:noFill/>
          <a:ln>
            <a:solidFill>
              <a:srgbClr val="00B0F0"/>
            </a:solidFill>
            <a:round/>
          </a:ln>
        </p:spPr>
        <p:txBody>
          <a:bodyPr>
            <a:no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5pPr>
          </a:lstStyle>
          <a:p>
            <a:pPr marL="0" lvl="0" indent="0" eaLnBrk="1" hangingPunct="0"/>
            <a:endParaRPr lang="zh-CN" altLang="en-US" sz="100">
              <a:solidFill>
                <a:srgbClr val="0D0D0D"/>
              </a:solidFill>
            </a:endParaRPr>
          </a:p>
        </p:txBody>
      </p:sp>
      <mc:AlternateContent xmlns:mc="http://schemas.openxmlformats.org/markup-compatibility/2006" xmlns:a14="http://schemas.microsoft.com/office/drawing/2010/main">
        <mc:Choice Requires="a14">
          <p:sp>
            <p:nvSpPr>
              <p:cNvPr id="15" name="文本框 14"/>
              <p:cNvSpPr txBox="1"/>
              <p:nvPr>
                <p:custDataLst>
                  <p:tags r:id="rId11"/>
                </p:custDataLst>
              </p:nvPr>
            </p:nvSpPr>
            <p:spPr>
              <a:xfrm>
                <a:off x="1179830" y="4919980"/>
                <a:ext cx="2697480" cy="1223645"/>
              </a:xfrm>
              <a:prstGeom prst="rect">
                <a:avLst/>
              </a:prstGeom>
              <a:noFill/>
            </p:spPr>
            <p:txBody>
              <a:bodyPr wrap="square" rtlCol="0" anchor="t">
                <a:spAutoFit/>
              </a:bodyPr>
              <a:lstStyle/>
              <a:p>
                <a:pPr algn="l">
                  <a:lnSpc>
                    <a:spcPct val="140000"/>
                  </a:lnSpc>
                </a:pPr>
                <a14:m>
                  <m:oMathPara xmlns:m="http://schemas.openxmlformats.org/officeDocument/2006/math">
                    <m:oMathParaPr>
                      <m:jc m:val="centerGroup"/>
                    </m:oMathParaPr>
                    <m:oMath xmlns:m="http://schemas.openxmlformats.org/officeDocument/2006/math">
                      <m:r>
                        <a:rPr lang="zh-CN" altLang="en-US" sz="2800" b="1">
                          <a:latin typeface="Cambria Math" panose="02040503050406030204" pitchFamily="18" charset="0"/>
                          <a:ea typeface="宋体" panose="02010600030101010101" pitchFamily="2" charset="-122"/>
                        </a:rPr>
                        <m:t>由</m:t>
                      </m:r>
                      <m:r>
                        <a:rPr lang="zh-CN" altLang="en-US" sz="2800" b="1">
                          <a:latin typeface="Cambria Math" panose="02040503050406030204" pitchFamily="18" charset="0"/>
                          <a:ea typeface="宋体" panose="02010600030101010101" pitchFamily="2" charset="-122"/>
                        </a:rPr>
                        <m:t>𝐓</m:t>
                      </m:r>
                      <m:r>
                        <a:rPr lang="zh-CN" altLang="en-US" sz="2800" b="1">
                          <a:latin typeface="Cambria Math" panose="02040503050406030204" pitchFamily="18" charset="0"/>
                          <a:ea typeface="宋体" panose="02010600030101010101" pitchFamily="2" charset="-122"/>
                        </a:rPr>
                        <m:t>=</m:t>
                      </m:r>
                      <m:f>
                        <m:fPr>
                          <m:ctrlPr>
                            <a:rPr lang="zh-CN" altLang="en-US" sz="2800" b="1" i="1">
                              <a:latin typeface="Cambria Math" panose="02040503050406030204" pitchFamily="18" charset="0"/>
                              <a:ea typeface="宋体" panose="02010600030101010101" pitchFamily="2" charset="-122"/>
                            </a:rPr>
                          </m:ctrlPr>
                        </m:fPr>
                        <m:num>
                          <m:r>
                            <a:rPr lang="zh-CN" altLang="en-US" sz="2800" b="1">
                              <a:latin typeface="Cambria Math" panose="02040503050406030204" pitchFamily="18" charset="0"/>
                              <a:ea typeface="宋体" panose="02010600030101010101" pitchFamily="2" charset="-122"/>
                            </a:rPr>
                            <m:t>𝟐</m:t>
                          </m:r>
                          <m:r>
                            <a:rPr lang="zh-CN" altLang="en-US" sz="2800" b="1">
                              <a:latin typeface="Cambria Math" panose="02040503050406030204" pitchFamily="18" charset="0"/>
                              <a:ea typeface="宋体" panose="02010600030101010101" pitchFamily="2" charset="-122"/>
                            </a:rPr>
                            <m:t>𝛑</m:t>
                          </m:r>
                        </m:num>
                        <m:den>
                          <m:r>
                            <a:rPr lang="zh-CN" altLang="en-US" sz="2800" b="1">
                              <a:latin typeface="Cambria Math" panose="02040503050406030204" pitchFamily="18" charset="0"/>
                              <a:ea typeface="宋体" panose="02010600030101010101" pitchFamily="2" charset="-122"/>
                            </a:rPr>
                            <m:t>𝛚</m:t>
                          </m:r>
                        </m:den>
                      </m:f>
                      <m:r>
                        <a:rPr lang="zh-CN" altLang="en-US" sz="2800" b="1">
                          <a:latin typeface="Cambria Math" panose="02040503050406030204" charset="0"/>
                          <a:ea typeface="宋体" panose="02010600030101010101" pitchFamily="2" charset="-122"/>
                          <a:cs typeface="Cambria Math" panose="02040503050406030204" charset="0"/>
                        </a:rPr>
                        <m:t>可得</m:t>
                      </m:r>
                    </m:oMath>
                  </m:oMathPara>
                </a14:m>
                <a:endParaRPr lang="zh-CN" altLang="en-US" sz="2800" b="1">
                  <a:latin typeface="宋体" panose="02010600030101010101" pitchFamily="2" charset="-122"/>
                  <a:ea typeface="宋体" panose="02010600030101010101" pitchFamily="2" charset="-122"/>
                </a:endParaRPr>
              </a:p>
            </p:txBody>
          </p:sp>
        </mc:Choice>
        <mc:Fallback xmlns="">
          <p:sp>
            <p:nvSpPr>
              <p:cNvPr id="15" name="文本框 14"/>
              <p:cNvSpPr txBox="1">
                <a:spLocks noRot="1" noChangeAspect="1" noMove="1" noResize="1" noEditPoints="1" noAdjustHandles="1" noChangeArrowheads="1" noChangeShapeType="1" noTextEdit="1"/>
              </p:cNvSpPr>
              <p:nvPr>
                <p:custDataLst>
                  <p:tags r:id="rId43"/>
                </p:custDataLst>
              </p:nvPr>
            </p:nvSpPr>
            <p:spPr>
              <a:xfrm>
                <a:off x="1179830" y="4919980"/>
                <a:ext cx="2697480" cy="1223645"/>
              </a:xfrm>
              <a:prstGeom prst="rect">
                <a:avLst/>
              </a:prstGeom>
              <a:blipFill rotWithShape="1">
                <a:blip r:embed="rId4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p:cNvSpPr txBox="1"/>
              <p:nvPr>
                <p:custDataLst>
                  <p:tags r:id="rId12"/>
                </p:custDataLst>
              </p:nvPr>
            </p:nvSpPr>
            <p:spPr>
              <a:xfrm>
                <a:off x="4672330" y="4370070"/>
                <a:ext cx="3225800" cy="1773555"/>
              </a:xfrm>
              <a:prstGeom prst="rect">
                <a:avLst/>
              </a:prstGeom>
              <a:noFill/>
              <a:ln>
                <a:noFill/>
              </a:ln>
            </p:spPr>
            <p:txBody>
              <a:bodyPr wrap="none" rtlCol="0" anchor="t">
                <a:noAutofit/>
              </a:bodyPr>
              <a:lstStyle/>
              <a:p>
                <a:pPr algn="l">
                  <a:lnSpc>
                    <a:spcPct val="140000"/>
                  </a:lnSpc>
                </a:pPr>
                <a14:m>
                  <m:oMathPara xmlns:m="http://schemas.openxmlformats.org/officeDocument/2006/math">
                    <m:oMathParaPr>
                      <m:jc m:val="center"/>
                    </m:oMathParaPr>
                    <m:oMath xmlns:m="http://schemas.openxmlformats.org/officeDocument/2006/math">
                      <m:r>
                        <a:rPr lang="zh-CN" altLang="en-US" sz="2800" b="1">
                          <a:solidFill>
                            <a:schemeClr val="accent2"/>
                          </a:solidFill>
                          <a:latin typeface="Cambria Math" panose="02040503050406030204" pitchFamily="18" charset="0"/>
                          <a:ea typeface="宋体" panose="02010600030101010101" pitchFamily="2" charset="-122"/>
                        </a:rPr>
                        <m:t>𝐓</m:t>
                      </m:r>
                      <m:r>
                        <a:rPr lang="zh-CN" altLang="en-US" sz="2800" b="1">
                          <a:solidFill>
                            <a:schemeClr val="accent2"/>
                          </a:solidFill>
                          <a:latin typeface="Cambria Math" panose="02040503050406030204" pitchFamily="18" charset="0"/>
                          <a:ea typeface="宋体" panose="02010600030101010101" pitchFamily="2" charset="-122"/>
                        </a:rPr>
                        <m:t>=</m:t>
                      </m:r>
                      <m:r>
                        <a:rPr lang="zh-CN" altLang="en-US" sz="2800" b="1">
                          <a:solidFill>
                            <a:schemeClr val="accent2"/>
                          </a:solidFill>
                          <a:latin typeface="Cambria Math" panose="02040503050406030204" pitchFamily="18" charset="0"/>
                          <a:ea typeface="宋体" panose="02010600030101010101" pitchFamily="2" charset="-122"/>
                        </a:rPr>
                        <m:t>𝟐</m:t>
                      </m:r>
                      <m:r>
                        <a:rPr lang="zh-CN" altLang="en-US" sz="2800" b="1">
                          <a:solidFill>
                            <a:schemeClr val="accent2"/>
                          </a:solidFill>
                          <a:latin typeface="Cambria Math" panose="02040503050406030204" pitchFamily="18" charset="0"/>
                          <a:ea typeface="宋体" panose="02010600030101010101" pitchFamily="2" charset="-122"/>
                        </a:rPr>
                        <m:t>𝛑</m:t>
                      </m:r>
                      <m:rad>
                        <m:radPr>
                          <m:degHide m:val="on"/>
                          <m:ctrlPr>
                            <a:rPr lang="zh-CN" altLang="en-US" sz="2800" b="1" i="1">
                              <a:solidFill>
                                <a:schemeClr val="accent2"/>
                              </a:solidFill>
                              <a:latin typeface="Cambria Math" panose="02040503050406030204" pitchFamily="18" charset="0"/>
                              <a:ea typeface="宋体" panose="02010600030101010101" pitchFamily="2" charset="-122"/>
                            </a:rPr>
                          </m:ctrlPr>
                        </m:radPr>
                        <m:deg/>
                        <m:e>
                          <m:f>
                            <m:fPr>
                              <m:ctrlPr>
                                <a:rPr lang="zh-CN" altLang="en-US" sz="2800" b="1" i="1">
                                  <a:solidFill>
                                    <a:schemeClr val="accent2"/>
                                  </a:solidFill>
                                  <a:latin typeface="Cambria Math" panose="02040503050406030204" pitchFamily="18" charset="0"/>
                                  <a:ea typeface="宋体" panose="02010600030101010101" pitchFamily="2" charset="-122"/>
                                </a:rPr>
                              </m:ctrlPr>
                            </m:fPr>
                            <m:num>
                              <m:sSup>
                                <m:sSupPr>
                                  <m:ctrlPr>
                                    <a:rPr lang="zh-CN" altLang="en-US" sz="2800" b="1" i="1">
                                      <a:solidFill>
                                        <a:schemeClr val="accent2"/>
                                      </a:solidFill>
                                      <a:latin typeface="Cambria Math" panose="02040503050406030204" pitchFamily="18" charset="0"/>
                                      <a:ea typeface="宋体" panose="02010600030101010101" pitchFamily="2" charset="-122"/>
                                    </a:rPr>
                                  </m:ctrlPr>
                                </m:sSupPr>
                                <m:e>
                                  <m:r>
                                    <a:rPr lang="zh-CN" altLang="en-US" sz="2800" b="1">
                                      <a:solidFill>
                                        <a:schemeClr val="accent2"/>
                                      </a:solidFill>
                                      <a:latin typeface="Cambria Math" panose="02040503050406030204" pitchFamily="18" charset="0"/>
                                      <a:ea typeface="宋体" panose="02010600030101010101" pitchFamily="2" charset="-122"/>
                                    </a:rPr>
                                    <m:t>𝐋</m:t>
                                  </m:r>
                                </m:e>
                                <m:sup>
                                  <m:r>
                                    <a:rPr lang="zh-CN" altLang="en-US" sz="2800" b="1">
                                      <a:solidFill>
                                        <a:schemeClr val="accent2"/>
                                      </a:solidFill>
                                      <a:latin typeface="Cambria Math" panose="02040503050406030204" pitchFamily="18" charset="0"/>
                                      <a:ea typeface="宋体" panose="02010600030101010101" pitchFamily="2" charset="-122"/>
                                    </a:rPr>
                                    <m:t>𝟑</m:t>
                                  </m:r>
                                </m:sup>
                              </m:sSup>
                            </m:num>
                            <m:den>
                              <m:r>
                                <a:rPr lang="zh-CN" altLang="en-US" sz="2800" b="1">
                                  <a:solidFill>
                                    <a:schemeClr val="accent2"/>
                                  </a:solidFill>
                                  <a:latin typeface="Cambria Math" panose="02040503050406030204" pitchFamily="18" charset="0"/>
                                  <a:ea typeface="宋体" panose="02010600030101010101" pitchFamily="2" charset="-122"/>
                                </a:rPr>
                                <m:t>𝐆</m:t>
                              </m:r>
                              <m:r>
                                <a:rPr lang="zh-CN" altLang="en-US" sz="2800" b="1">
                                  <a:solidFill>
                                    <a:schemeClr val="accent2"/>
                                  </a:solidFill>
                                  <a:latin typeface="Cambria Math" panose="02040503050406030204" pitchFamily="18" charset="0"/>
                                  <a:ea typeface="宋体" panose="02010600030101010101" pitchFamily="2" charset="-122"/>
                                </a:rPr>
                                <m:t>(</m:t>
                              </m:r>
                              <m:sSub>
                                <m:sSubPr>
                                  <m:ctrlPr>
                                    <a:rPr lang="zh-CN" altLang="en-US" sz="2800" b="1" i="1">
                                      <a:solidFill>
                                        <a:schemeClr val="accent2"/>
                                      </a:solidFill>
                                      <a:latin typeface="Cambria Math" panose="02040503050406030204" pitchFamily="18" charset="0"/>
                                      <a:ea typeface="宋体" panose="02010600030101010101" pitchFamily="2" charset="-122"/>
                                    </a:rPr>
                                  </m:ctrlPr>
                                </m:sSubPr>
                                <m:e>
                                  <m:r>
                                    <a:rPr lang="zh-CN" altLang="en-US" sz="2800" b="1">
                                      <a:solidFill>
                                        <a:schemeClr val="accent2"/>
                                      </a:solidFill>
                                      <a:latin typeface="Cambria Math" panose="02040503050406030204" pitchFamily="18" charset="0"/>
                                      <a:ea typeface="宋体" panose="02010600030101010101" pitchFamily="2" charset="-122"/>
                                    </a:rPr>
                                    <m:t>𝐦</m:t>
                                  </m:r>
                                </m:e>
                                <m:sub>
                                  <m:r>
                                    <a:rPr lang="zh-CN" altLang="en-US" sz="2800" b="1">
                                      <a:solidFill>
                                        <a:schemeClr val="accent2"/>
                                      </a:solidFill>
                                      <a:latin typeface="Cambria Math" panose="02040503050406030204" pitchFamily="18" charset="0"/>
                                      <a:ea typeface="宋体" panose="02010600030101010101" pitchFamily="2" charset="-122"/>
                                    </a:rPr>
                                    <m:t>𝟏</m:t>
                                  </m:r>
                                </m:sub>
                              </m:sSub>
                              <m:r>
                                <a:rPr lang="zh-CN" altLang="en-US" sz="2800" b="1">
                                  <a:solidFill>
                                    <a:schemeClr val="accent2"/>
                                  </a:solidFill>
                                  <a:latin typeface="Cambria Math" panose="02040503050406030204" pitchFamily="18" charset="0"/>
                                  <a:ea typeface="宋体" panose="02010600030101010101" pitchFamily="2" charset="-122"/>
                                </a:rPr>
                                <m:t>+</m:t>
                              </m:r>
                              <m:sSub>
                                <m:sSubPr>
                                  <m:ctrlPr>
                                    <a:rPr lang="zh-CN" altLang="en-US" sz="2800" b="1" i="1">
                                      <a:solidFill>
                                        <a:schemeClr val="accent2"/>
                                      </a:solidFill>
                                      <a:latin typeface="Cambria Math" panose="02040503050406030204" pitchFamily="18" charset="0"/>
                                      <a:ea typeface="宋体" panose="02010600030101010101" pitchFamily="2" charset="-122"/>
                                    </a:rPr>
                                  </m:ctrlPr>
                                </m:sSubPr>
                                <m:e>
                                  <m:r>
                                    <a:rPr lang="zh-CN" altLang="en-US" sz="2800" b="1">
                                      <a:solidFill>
                                        <a:schemeClr val="accent2"/>
                                      </a:solidFill>
                                      <a:latin typeface="Cambria Math" panose="02040503050406030204" pitchFamily="18" charset="0"/>
                                      <a:ea typeface="宋体" panose="02010600030101010101" pitchFamily="2" charset="-122"/>
                                    </a:rPr>
                                    <m:t>𝐦</m:t>
                                  </m:r>
                                </m:e>
                                <m:sub>
                                  <m:r>
                                    <a:rPr lang="zh-CN" altLang="en-US" sz="2800" b="1">
                                      <a:solidFill>
                                        <a:schemeClr val="accent2"/>
                                      </a:solidFill>
                                      <a:latin typeface="Cambria Math" panose="02040503050406030204" pitchFamily="18" charset="0"/>
                                      <a:ea typeface="宋体" panose="02010600030101010101" pitchFamily="2" charset="-122"/>
                                    </a:rPr>
                                    <m:t>𝟐</m:t>
                                  </m:r>
                                </m:sub>
                              </m:sSub>
                              <m:r>
                                <a:rPr lang="zh-CN" altLang="en-US" sz="2800" b="1">
                                  <a:solidFill>
                                    <a:schemeClr val="accent2"/>
                                  </a:solidFill>
                                  <a:latin typeface="Cambria Math" panose="02040503050406030204" pitchFamily="18" charset="0"/>
                                  <a:ea typeface="宋体" panose="02010600030101010101" pitchFamily="2" charset="-122"/>
                                </a:rPr>
                                <m:t>)</m:t>
                              </m:r>
                            </m:den>
                          </m:f>
                        </m:e>
                      </m:rad>
                    </m:oMath>
                  </m:oMathPara>
                </a14:m>
                <a:endParaRPr lang="zh-CN" altLang="en-US" sz="2800" b="1" kern="100">
                  <a:solidFill>
                    <a:schemeClr val="accent2"/>
                  </a:solidFill>
                  <a:effectLst/>
                  <a:latin typeface="Cambria Math" panose="02040503050406030204" charset="0"/>
                  <a:ea typeface="宋体" panose="02010600030101010101" pitchFamily="2" charset="-122"/>
                  <a:cs typeface="Cambria Math" panose="02040503050406030204" charset="0"/>
                </a:endParaRPr>
              </a:p>
            </p:txBody>
          </p:sp>
        </mc:Choice>
        <mc:Fallback xmlns="">
          <p:sp>
            <p:nvSpPr>
              <p:cNvPr id="16" name="文本框 15"/>
              <p:cNvSpPr txBox="1">
                <a:spLocks noRot="1" noChangeAspect="1" noMove="1" noResize="1" noEditPoints="1" noAdjustHandles="1" noChangeArrowheads="1" noChangeShapeType="1" noTextEdit="1"/>
              </p:cNvSpPr>
              <p:nvPr>
                <p:custDataLst>
                  <p:tags r:id="rId46"/>
                </p:custDataLst>
              </p:nvPr>
            </p:nvSpPr>
            <p:spPr>
              <a:xfrm>
                <a:off x="4672330" y="4370070"/>
                <a:ext cx="3225800" cy="1773555"/>
              </a:xfrm>
              <a:prstGeom prst="rect">
                <a:avLst/>
              </a:prstGeom>
              <a:blipFill rotWithShape="1">
                <a:blip r:embed="rId47"/>
                <a:stretch>
                  <a:fillRect l="-59" r="-3130" b="-1540"/>
                </a:stretch>
              </a:blipFill>
              <a:ln>
                <a:noFill/>
              </a:ln>
            </p:spPr>
            <p:txBody>
              <a:bodyPr/>
              <a:lstStyle/>
              <a:p>
                <a:r>
                  <a:rPr lang="zh-CN" altLang="en-US">
                    <a:noFill/>
                  </a:rPr>
                  <a:t> </a:t>
                </a:r>
              </a:p>
            </p:txBody>
          </p:sp>
        </mc:Fallback>
      </mc:AlternateContent>
    </p:spTree>
    <p:custDataLst>
      <p:tags r:id="rId1"/>
    </p:custData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8918"/>
                                        </p:tgtEl>
                                        <p:attrNameLst>
                                          <p:attrName>style.visibility</p:attrName>
                                        </p:attrNameLst>
                                      </p:cBhvr>
                                      <p:to>
                                        <p:strVal val="visible"/>
                                      </p:to>
                                    </p:set>
                                    <p:anim calcmode="lin" valueType="num">
                                      <p:cBhvr additive="base">
                                        <p:cTn id="7" dur="500" fill="hold"/>
                                        <p:tgtEl>
                                          <p:spTgt spid="38918"/>
                                        </p:tgtEl>
                                        <p:attrNameLst>
                                          <p:attrName>ppt_x</p:attrName>
                                        </p:attrNameLst>
                                      </p:cBhvr>
                                      <p:tavLst>
                                        <p:tav tm="0">
                                          <p:val>
                                            <p:strVal val="#ppt_x"/>
                                          </p:val>
                                        </p:tav>
                                        <p:tav tm="100000">
                                          <p:val>
                                            <p:strVal val="#ppt_x"/>
                                          </p:val>
                                        </p:tav>
                                      </p:tavLst>
                                    </p:anim>
                                    <p:anim calcmode="lin" valueType="num">
                                      <p:cBhvr additive="base">
                                        <p:cTn id="8" dur="500" fill="hold"/>
                                        <p:tgtEl>
                                          <p:spTgt spid="389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8919"/>
                                        </p:tgtEl>
                                        <p:attrNameLst>
                                          <p:attrName>style.visibility</p:attrName>
                                        </p:attrNameLst>
                                      </p:cBhvr>
                                      <p:to>
                                        <p:strVal val="visible"/>
                                      </p:to>
                                    </p:set>
                                    <p:anim calcmode="lin" valueType="num">
                                      <p:cBhvr additive="base">
                                        <p:cTn id="13" dur="500" fill="hold"/>
                                        <p:tgtEl>
                                          <p:spTgt spid="38919"/>
                                        </p:tgtEl>
                                        <p:attrNameLst>
                                          <p:attrName>ppt_x</p:attrName>
                                        </p:attrNameLst>
                                      </p:cBhvr>
                                      <p:tavLst>
                                        <p:tav tm="0">
                                          <p:val>
                                            <p:strVal val="#ppt_x"/>
                                          </p:val>
                                        </p:tav>
                                        <p:tav tm="100000">
                                          <p:val>
                                            <p:strVal val="#ppt_x"/>
                                          </p:val>
                                        </p:tav>
                                      </p:tavLst>
                                    </p:anim>
                                    <p:anim calcmode="lin" valueType="num">
                                      <p:cBhvr additive="base">
                                        <p:cTn id="14" dur="500" fill="hold"/>
                                        <p:tgtEl>
                                          <p:spTgt spid="3891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38950">
                                            <p:txEl>
                                              <p:pRg st="0" end="0"/>
                                            </p:txEl>
                                          </p:spTgt>
                                        </p:tgtEl>
                                        <p:attrNameLst>
                                          <p:attrName>style.visibility</p:attrName>
                                        </p:attrNameLst>
                                      </p:cBhvr>
                                      <p:to>
                                        <p:strVal val="visible"/>
                                      </p:to>
                                    </p:set>
                                    <p:animEffect transition="in" filter="wipe(down)">
                                      <p:cBhvr>
                                        <p:cTn id="19" dur="500"/>
                                        <p:tgtEl>
                                          <p:spTgt spid="38950">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8917"/>
                                        </p:tgtEl>
                                        <p:attrNameLst>
                                          <p:attrName>style.visibility</p:attrName>
                                        </p:attrNameLst>
                                      </p:cBhvr>
                                      <p:to>
                                        <p:strVal val="visible"/>
                                      </p:to>
                                    </p:set>
                                    <p:anim calcmode="lin" valueType="num">
                                      <p:cBhvr additive="base">
                                        <p:cTn id="24" dur="500" fill="hold"/>
                                        <p:tgtEl>
                                          <p:spTgt spid="38917"/>
                                        </p:tgtEl>
                                        <p:attrNameLst>
                                          <p:attrName>ppt_x</p:attrName>
                                        </p:attrNameLst>
                                      </p:cBhvr>
                                      <p:tavLst>
                                        <p:tav tm="0">
                                          <p:val>
                                            <p:strVal val="#ppt_x"/>
                                          </p:val>
                                        </p:tav>
                                        <p:tav tm="100000">
                                          <p:val>
                                            <p:strVal val="#ppt_x"/>
                                          </p:val>
                                        </p:tav>
                                      </p:tavLst>
                                    </p:anim>
                                    <p:anim calcmode="lin" valueType="num">
                                      <p:cBhvr additive="base">
                                        <p:cTn id="25" dur="500" fill="hold"/>
                                        <p:tgtEl>
                                          <p:spTgt spid="38917"/>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wipe(down)">
                                      <p:cBhvr>
                                        <p:cTn id="30" dur="5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wipe(down)">
                                      <p:cBhvr>
                                        <p:cTn id="35" dur="5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wipe(down)">
                                      <p:cBhvr>
                                        <p:cTn id="4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8" grpId="0"/>
      <p:bldP spid="38919" grpId="0"/>
      <p:bldP spid="14" grpId="0" animBg="1"/>
      <p:bldP spid="38917" grpId="0" animBg="1"/>
      <p:bldP spid="15" grpId="0"/>
      <p:bldP spid="1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圆角矩形 12"/>
          <p:cNvSpPr/>
          <p:nvPr>
            <p:custDataLst>
              <p:tags r:id="rId2"/>
            </p:custDataLst>
          </p:nvPr>
        </p:nvSpPr>
        <p:spPr>
          <a:xfrm>
            <a:off x="279400" y="391795"/>
            <a:ext cx="11685270" cy="6123305"/>
          </a:xfrm>
          <a:prstGeom prst="roundRect">
            <a:avLst/>
          </a:prstGeom>
          <a:noFill/>
          <a:ln w="28575" cmpd="sng">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7" name="图片 56"/>
          <p:cNvPicPr>
            <a:picLocks noChangeAspect="1"/>
          </p:cNvPicPr>
          <p:nvPr>
            <p:custDataLst>
              <p:tags r:id="rId3"/>
            </p:custDataLst>
          </p:nvPr>
        </p:nvPicPr>
        <p:blipFill>
          <a:blip r:embed="rId8"/>
          <a:stretch>
            <a:fillRect/>
          </a:stretch>
        </p:blipFill>
        <p:spPr>
          <a:xfrm>
            <a:off x="10970895" y="5640070"/>
            <a:ext cx="1219200" cy="1219200"/>
          </a:xfrm>
          <a:prstGeom prst="rect">
            <a:avLst/>
          </a:prstGeom>
        </p:spPr>
      </p:pic>
      <p:pic>
        <p:nvPicPr>
          <p:cNvPr id="58" name="图片 57"/>
          <p:cNvPicPr>
            <a:picLocks noChangeAspect="1"/>
          </p:cNvPicPr>
          <p:nvPr>
            <p:custDataLst>
              <p:tags r:id="rId4"/>
            </p:custDataLst>
          </p:nvPr>
        </p:nvPicPr>
        <p:blipFill>
          <a:blip r:embed="rId9"/>
          <a:stretch>
            <a:fillRect/>
          </a:stretch>
        </p:blipFill>
        <p:spPr>
          <a:xfrm>
            <a:off x="0" y="5854700"/>
            <a:ext cx="914400" cy="914400"/>
          </a:xfrm>
          <a:prstGeom prst="rect">
            <a:avLst/>
          </a:prstGeom>
        </p:spPr>
      </p:pic>
      <p:sp>
        <p:nvSpPr>
          <p:cNvPr id="2" name="文本框 1"/>
          <p:cNvSpPr txBox="1"/>
          <p:nvPr>
            <p:custDataLst>
              <p:tags r:id="rId5"/>
            </p:custDataLst>
          </p:nvPr>
        </p:nvSpPr>
        <p:spPr>
          <a:xfrm>
            <a:off x="1154430" y="1356995"/>
            <a:ext cx="9514205" cy="914400"/>
          </a:xfrm>
          <a:prstGeom prst="rect">
            <a:avLst/>
          </a:prstGeom>
          <a:noFill/>
        </p:spPr>
        <p:txBody>
          <a:bodyPr wrap="square" rtlCol="0"/>
          <a:lstStyle/>
          <a:p>
            <a:pPr>
              <a:lnSpc>
                <a:spcPct val="140000"/>
              </a:lnSpc>
            </a:pPr>
            <a:r>
              <a:rPr lang="zh-CN" altLang="en-US" b="1" kern="100" dirty="0">
                <a:effectLst/>
                <a:latin typeface="+mn-ea"/>
                <a:cs typeface="江城圆体 400W" panose="020B0500000000000000" pitchFamily="34" charset="-122"/>
              </a:rPr>
              <a:t> </a:t>
            </a:r>
          </a:p>
          <a:p>
            <a:pPr marL="342900" indent="-342900">
              <a:lnSpc>
                <a:spcPct val="140000"/>
              </a:lnSpc>
              <a:buFont typeface="+mj-ea"/>
              <a:buAutoNum type="circleNumDbPlain"/>
            </a:pPr>
            <a:r>
              <a:rPr lang="zh-CN" altLang="en-US" sz="2400" b="1" kern="100" dirty="0">
                <a:solidFill>
                  <a:srgbClr val="0070C0"/>
                </a:solidFill>
                <a:effectLst/>
                <a:latin typeface="+mn-ea"/>
                <a:cs typeface="江城圆体 400W" panose="020B0500000000000000" pitchFamily="34" charset="-122"/>
              </a:rPr>
              <a:t>确定研究对象</a:t>
            </a:r>
            <a:r>
              <a:rPr lang="zh-CN" altLang="en-US" sz="2400" b="1" kern="100" dirty="0">
                <a:effectLst/>
                <a:latin typeface="+mn-ea"/>
                <a:cs typeface="江城圆体 400W" panose="020B0500000000000000" pitchFamily="34" charset="-122"/>
              </a:rPr>
              <a:t>：明确对哪颗恒星进行分析。</a:t>
            </a:r>
          </a:p>
          <a:p>
            <a:pPr>
              <a:lnSpc>
                <a:spcPct val="140000"/>
              </a:lnSpc>
            </a:pPr>
            <a:r>
              <a:rPr lang="zh-CN" altLang="en-US" sz="2400" b="1" kern="100" dirty="0">
                <a:effectLst/>
                <a:latin typeface="+mn-ea"/>
                <a:cs typeface="江城圆体 400W" panose="020B0500000000000000" pitchFamily="34" charset="-122"/>
              </a:rPr>
              <a:t> </a:t>
            </a:r>
          </a:p>
          <a:p>
            <a:pPr marL="342900" indent="-342900">
              <a:lnSpc>
                <a:spcPct val="140000"/>
              </a:lnSpc>
              <a:buFont typeface="+mj-ea"/>
              <a:buAutoNum type="circleNumDbPlain" startAt="2"/>
            </a:pPr>
            <a:r>
              <a:rPr lang="zh-CN" altLang="en-US" sz="2400" b="1" kern="100" dirty="0">
                <a:solidFill>
                  <a:srgbClr val="0070C0"/>
                </a:solidFill>
                <a:effectLst/>
                <a:latin typeface="+mn-ea"/>
                <a:cs typeface="江城圆体 400W" panose="020B0500000000000000" pitchFamily="34" charset="-122"/>
              </a:rPr>
              <a:t>受力分析</a:t>
            </a:r>
            <a:r>
              <a:rPr lang="zh-CN" altLang="en-US" sz="2400" b="1" kern="100" dirty="0">
                <a:effectLst/>
                <a:latin typeface="+mn-ea"/>
                <a:cs typeface="江城圆体 400W" panose="020B0500000000000000" pitchFamily="34" charset="-122"/>
              </a:rPr>
              <a:t>：找出恒星所受的向心力来源是双星间的万有引力 。</a:t>
            </a:r>
          </a:p>
          <a:p>
            <a:pPr>
              <a:lnSpc>
                <a:spcPct val="140000"/>
              </a:lnSpc>
            </a:pPr>
            <a:r>
              <a:rPr lang="zh-CN" altLang="en-US" sz="2400" b="1" kern="100" dirty="0">
                <a:effectLst/>
                <a:latin typeface="+mn-ea"/>
                <a:cs typeface="江城圆体 400W" panose="020B0500000000000000" pitchFamily="34" charset="-122"/>
              </a:rPr>
              <a:t> </a:t>
            </a:r>
          </a:p>
          <a:p>
            <a:pPr marL="342900" indent="-342900">
              <a:lnSpc>
                <a:spcPct val="140000"/>
              </a:lnSpc>
              <a:buFont typeface="+mj-ea"/>
              <a:buAutoNum type="circleNumDbPlain" startAt="3"/>
            </a:pPr>
            <a:r>
              <a:rPr lang="zh-CN" altLang="en-US" sz="2400" b="1" kern="100" dirty="0">
                <a:solidFill>
                  <a:srgbClr val="0070C0"/>
                </a:solidFill>
                <a:effectLst/>
                <a:latin typeface="+mn-ea"/>
                <a:cs typeface="江城圆体 400W" panose="020B0500000000000000" pitchFamily="34" charset="-122"/>
              </a:rPr>
              <a:t>列方程</a:t>
            </a:r>
            <a:r>
              <a:rPr lang="zh-CN" altLang="en-US" sz="2400" b="1" kern="100" dirty="0">
                <a:effectLst/>
                <a:latin typeface="+mn-ea"/>
                <a:cs typeface="江城圆体 400W" panose="020B0500000000000000" pitchFamily="34" charset="-122"/>
              </a:rPr>
              <a:t>：根据F</a:t>
            </a:r>
            <a:r>
              <a:rPr lang="zh-CN" altLang="en-US" sz="2400" b="1" kern="100" baseline="-25000" dirty="0">
                <a:effectLst/>
                <a:latin typeface="+mn-ea"/>
                <a:cs typeface="江城圆体 400W" panose="020B0500000000000000" pitchFamily="34" charset="-122"/>
              </a:rPr>
              <a:t>万</a:t>
            </a:r>
            <a:r>
              <a:rPr lang="zh-CN" altLang="en-US" sz="2400" b="1" kern="100" dirty="0">
                <a:effectLst/>
                <a:latin typeface="+mn-ea"/>
                <a:cs typeface="江城圆体 400W" panose="020B0500000000000000" pitchFamily="34" charset="-122"/>
              </a:rPr>
              <a:t>=F</a:t>
            </a:r>
            <a:r>
              <a:rPr lang="zh-CN" altLang="en-US" sz="2400" b="1" kern="100" baseline="-25000" dirty="0">
                <a:effectLst/>
                <a:latin typeface="+mn-ea"/>
                <a:cs typeface="江城圆体 400W" panose="020B0500000000000000" pitchFamily="34" charset="-122"/>
              </a:rPr>
              <a:t>向</a:t>
            </a:r>
            <a:r>
              <a:rPr lang="zh-CN" altLang="en-US" sz="2400" b="1" kern="100" dirty="0">
                <a:effectLst/>
                <a:latin typeface="+mn-ea"/>
                <a:cs typeface="江城圆体 400W" panose="020B0500000000000000" pitchFamily="34" charset="-122"/>
              </a:rPr>
              <a:t>，结合向心力公式列出方程。</a:t>
            </a:r>
          </a:p>
          <a:p>
            <a:pPr>
              <a:lnSpc>
                <a:spcPct val="140000"/>
              </a:lnSpc>
            </a:pPr>
            <a:r>
              <a:rPr lang="zh-CN" altLang="en-US" sz="2400" b="1" kern="100" dirty="0">
                <a:effectLst/>
                <a:latin typeface="+mn-ea"/>
                <a:cs typeface="江城圆体 400W" panose="020B0500000000000000" pitchFamily="34" charset="-122"/>
              </a:rPr>
              <a:t> </a:t>
            </a:r>
          </a:p>
          <a:p>
            <a:pPr marL="457200" indent="-457200">
              <a:lnSpc>
                <a:spcPct val="140000"/>
              </a:lnSpc>
              <a:buFont typeface="+mj-ea"/>
              <a:buAutoNum type="circleNumDbPlain" startAt="4"/>
            </a:pPr>
            <a:r>
              <a:rPr lang="zh-CN" altLang="en-US" sz="2400" b="1" kern="100" dirty="0">
                <a:solidFill>
                  <a:srgbClr val="C00000"/>
                </a:solidFill>
                <a:effectLst/>
                <a:latin typeface="+mn-ea"/>
                <a:cs typeface="江城圆体 400W" panose="020B0500000000000000" pitchFamily="34" charset="-122"/>
              </a:rPr>
              <a:t>利用特点求解</a:t>
            </a:r>
            <a:r>
              <a:rPr lang="zh-CN" altLang="en-US" sz="2400" b="1" kern="100" dirty="0">
                <a:effectLst/>
                <a:latin typeface="+mn-ea"/>
                <a:cs typeface="江城圆体 400W" panose="020B0500000000000000" pitchFamily="34" charset="-122"/>
              </a:rPr>
              <a:t>：</a:t>
            </a:r>
            <a:r>
              <a:rPr lang="zh-CN" altLang="en-US" sz="2400" b="1" kern="100" dirty="0">
                <a:solidFill>
                  <a:srgbClr val="00B0F0"/>
                </a:solidFill>
                <a:effectLst/>
                <a:latin typeface="+mn-ea"/>
                <a:cs typeface="江城圆体 400W" panose="020B0500000000000000" pitchFamily="34" charset="-122"/>
              </a:rPr>
              <a:t>运用双星系统角速度相同、周期相同、轨道半径关系等特点，联立方程求解未知量 </a:t>
            </a:r>
            <a:r>
              <a:rPr lang="zh-CN" altLang="en-US" sz="2400" b="1" kern="100" dirty="0">
                <a:effectLst/>
                <a:latin typeface="+mn-ea"/>
                <a:cs typeface="江城圆体 400W" panose="020B0500000000000000" pitchFamily="34" charset="-122"/>
              </a:rPr>
              <a:t>。</a:t>
            </a:r>
          </a:p>
        </p:txBody>
      </p:sp>
      <p:sp>
        <p:nvSpPr>
          <p:cNvPr id="3" name="文本框 2"/>
          <p:cNvSpPr txBox="1"/>
          <p:nvPr>
            <p:custDataLst>
              <p:tags r:id="rId6"/>
            </p:custDataLst>
          </p:nvPr>
        </p:nvSpPr>
        <p:spPr>
          <a:xfrm>
            <a:off x="1007745" y="576580"/>
            <a:ext cx="6096000" cy="780415"/>
          </a:xfrm>
          <a:prstGeom prst="rect">
            <a:avLst/>
          </a:prstGeom>
          <a:noFill/>
        </p:spPr>
        <p:txBody>
          <a:bodyPr wrap="square" rtlCol="0" anchor="t">
            <a:spAutoFit/>
          </a:bodyPr>
          <a:lstStyle/>
          <a:p>
            <a:pPr>
              <a:lnSpc>
                <a:spcPct val="140000"/>
              </a:lnSpc>
            </a:pPr>
            <a:r>
              <a:rPr lang="zh-CN" altLang="en-US" sz="3200" b="1">
                <a:solidFill>
                  <a:schemeClr val="accent6">
                    <a:lumMod val="75000"/>
                  </a:schemeClr>
                </a:solidFill>
                <a:latin typeface="+mn-ea"/>
                <a:sym typeface="+mn-ea"/>
              </a:rPr>
              <a:t>解题思路总结</a:t>
            </a:r>
            <a:endParaRPr lang="zh-CN" altLang="en-US" sz="3200" b="1" kern="100">
              <a:solidFill>
                <a:schemeClr val="accent6">
                  <a:lumMod val="75000"/>
                </a:schemeClr>
              </a:solidFill>
              <a:effectLst/>
              <a:latin typeface="+mn-ea"/>
              <a:cs typeface="江城圆体 400W" panose="020B0500000000000000" pitchFamily="34" charset="-122"/>
              <a:sym typeface="+mn-ea"/>
            </a:endParaRPr>
          </a:p>
        </p:txBody>
      </p:sp>
    </p:spTree>
    <p:custDataLst>
      <p:tags r:id="rId1"/>
    </p:custData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 calcmode="lin" valueType="num">
                                      <p:cBhvr additive="base">
                                        <p:cTn id="19"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anim calcmode="lin" valueType="num">
                                      <p:cBhvr additive="base">
                                        <p:cTn id="25"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anim calcmode="lin" valueType="num">
                                      <p:cBhvr additive="base">
                                        <p:cTn id="31"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圆角矩形 12"/>
          <p:cNvSpPr/>
          <p:nvPr>
            <p:custDataLst>
              <p:tags r:id="rId2"/>
            </p:custDataLst>
          </p:nvPr>
        </p:nvSpPr>
        <p:spPr>
          <a:xfrm>
            <a:off x="279400" y="391795"/>
            <a:ext cx="11685270" cy="6123305"/>
          </a:xfrm>
          <a:prstGeom prst="roundRect">
            <a:avLst/>
          </a:prstGeom>
          <a:noFill/>
          <a:ln w="28575" cmpd="sng">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7" name="图片 56"/>
          <p:cNvPicPr>
            <a:picLocks noChangeAspect="1"/>
          </p:cNvPicPr>
          <p:nvPr>
            <p:custDataLst>
              <p:tags r:id="rId3"/>
            </p:custDataLst>
          </p:nvPr>
        </p:nvPicPr>
        <p:blipFill>
          <a:blip r:embed="rId7"/>
          <a:stretch>
            <a:fillRect/>
          </a:stretch>
        </p:blipFill>
        <p:spPr>
          <a:xfrm>
            <a:off x="10970895" y="5640070"/>
            <a:ext cx="1219200" cy="1219200"/>
          </a:xfrm>
          <a:prstGeom prst="rect">
            <a:avLst/>
          </a:prstGeom>
        </p:spPr>
      </p:pic>
      <p:pic>
        <p:nvPicPr>
          <p:cNvPr id="58" name="图片 57"/>
          <p:cNvPicPr>
            <a:picLocks noChangeAspect="1"/>
          </p:cNvPicPr>
          <p:nvPr>
            <p:custDataLst>
              <p:tags r:id="rId4"/>
            </p:custDataLst>
          </p:nvPr>
        </p:nvPicPr>
        <p:blipFill>
          <a:blip r:embed="rId8"/>
          <a:stretch>
            <a:fillRect/>
          </a:stretch>
        </p:blipFill>
        <p:spPr>
          <a:xfrm>
            <a:off x="0" y="5854700"/>
            <a:ext cx="914400" cy="914400"/>
          </a:xfrm>
          <a:prstGeom prst="rect">
            <a:avLst/>
          </a:prstGeom>
        </p:spPr>
      </p:pic>
      <p:sp>
        <p:nvSpPr>
          <p:cNvPr id="28" name="文本框 27"/>
          <p:cNvSpPr txBox="1"/>
          <p:nvPr>
            <p:custDataLst>
              <p:tags r:id="rId5"/>
            </p:custDataLst>
          </p:nvPr>
        </p:nvSpPr>
        <p:spPr>
          <a:xfrm>
            <a:off x="789940" y="547370"/>
            <a:ext cx="5282565"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a:solidFill>
                  <a:schemeClr val="accent6">
                    <a:lumMod val="75000"/>
                  </a:schemeClr>
                </a:solidFill>
                <a:latin typeface="+mn-ea"/>
                <a:cs typeface="+mn-cs"/>
              </a:rPr>
              <a:t>1.三星系统</a:t>
            </a:r>
          </a:p>
        </p:txBody>
      </p:sp>
    </p:spTree>
    <p:custDataLst>
      <p:tags r:id="rId1"/>
    </p:custDataLst>
  </p:cSld>
  <p:clrMapOvr>
    <a:masterClrMapping/>
  </p:clrMapOvr>
  <p:transition spd="slow">
    <p:comb/>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圆角矩形 12"/>
          <p:cNvSpPr/>
          <p:nvPr>
            <p:custDataLst>
              <p:tags r:id="rId2"/>
            </p:custDataLst>
          </p:nvPr>
        </p:nvSpPr>
        <p:spPr>
          <a:xfrm>
            <a:off x="279400" y="391795"/>
            <a:ext cx="11685270" cy="6123305"/>
          </a:xfrm>
          <a:prstGeom prst="roundRect">
            <a:avLst/>
          </a:prstGeom>
          <a:noFill/>
          <a:ln w="28575" cmpd="sng">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7" name="图片 56"/>
          <p:cNvPicPr>
            <a:picLocks noChangeAspect="1"/>
          </p:cNvPicPr>
          <p:nvPr>
            <p:custDataLst>
              <p:tags r:id="rId3"/>
            </p:custDataLst>
          </p:nvPr>
        </p:nvPicPr>
        <p:blipFill>
          <a:blip r:embed="rId11"/>
          <a:stretch>
            <a:fillRect/>
          </a:stretch>
        </p:blipFill>
        <p:spPr>
          <a:xfrm>
            <a:off x="10970895" y="5640070"/>
            <a:ext cx="1219200" cy="1219200"/>
          </a:xfrm>
          <a:prstGeom prst="rect">
            <a:avLst/>
          </a:prstGeom>
        </p:spPr>
      </p:pic>
      <p:pic>
        <p:nvPicPr>
          <p:cNvPr id="58" name="图片 57"/>
          <p:cNvPicPr>
            <a:picLocks noChangeAspect="1"/>
          </p:cNvPicPr>
          <p:nvPr>
            <p:custDataLst>
              <p:tags r:id="rId4"/>
            </p:custDataLst>
          </p:nvPr>
        </p:nvPicPr>
        <p:blipFill>
          <a:blip r:embed="rId12"/>
          <a:stretch>
            <a:fillRect/>
          </a:stretch>
        </p:blipFill>
        <p:spPr>
          <a:xfrm>
            <a:off x="0" y="5854700"/>
            <a:ext cx="914400" cy="914400"/>
          </a:xfrm>
          <a:prstGeom prst="rect">
            <a:avLst/>
          </a:prstGeom>
        </p:spPr>
      </p:pic>
      <mc:AlternateContent xmlns:mc="http://schemas.openxmlformats.org/markup-compatibility/2006">
        <mc:Choice xmlns:a14="http://schemas.microsoft.com/office/drawing/2010/main" Requires="a14">
          <p:sp>
            <p:nvSpPr>
              <p:cNvPr id="38915" name="内容占位符 7170"/>
              <p:cNvSpPr txBox="1"/>
              <p:nvPr/>
            </p:nvSpPr>
            <p:spPr>
              <a:xfrm>
                <a:off x="8876683" y="2600863"/>
                <a:ext cx="2911237" cy="1466849"/>
              </a:xfrm>
              <a:prstGeom prst="rect">
                <a:avLst/>
              </a:prstGeom>
              <a:noFill/>
              <a:ln w="38100">
                <a:noFill/>
                <a:miter lim="800000"/>
                <a:headEnd/>
                <a:tailEnd/>
              </a:ln>
            </p:spPr>
            <p:txBody>
              <a:bodyPr>
                <a:noAutofit/>
              </a:bodyPr>
              <a:lstStyle/>
              <a:p>
                <a:pPr/>
                <a14:m>
                  <m:oMathPara xmlns:m="http://schemas.openxmlformats.org/officeDocument/2006/math">
                    <m:oMathParaPr>
                      <m:jc m:val="left"/>
                    </m:oMathParaPr>
                    <m:oMath xmlns:m="http://schemas.openxmlformats.org/officeDocument/2006/math">
                      <m:sSub>
                        <m:sSubPr>
                          <m:ctrlPr>
                            <a:rPr lang="en-US" altLang="zh-CN" sz="2000" i="1" smtClean="0">
                              <a:latin typeface="Cambria Math" panose="02040503050406030204" pitchFamily="18" charset="0"/>
                            </a:rPr>
                          </m:ctrlPr>
                        </m:sSubPr>
                        <m:e>
                          <m:r>
                            <a:rPr lang="en-US" altLang="zh-CN" sz="2000" i="1" smtClean="0">
                              <a:latin typeface="Cambria Math" panose="02040503050406030204" pitchFamily="18" charset="0"/>
                            </a:rPr>
                            <m:t>𝐹</m:t>
                          </m:r>
                        </m:e>
                        <m:sub>
                          <m:r>
                            <a:rPr lang="en-US" altLang="zh-CN" sz="2000" i="1" smtClean="0">
                              <a:latin typeface="Cambria Math" panose="02040503050406030204" pitchFamily="18" charset="0"/>
                            </a:rPr>
                            <m:t>1</m:t>
                          </m:r>
                        </m:sub>
                      </m:sSub>
                      <m:r>
                        <a:rPr lang="en-US" altLang="zh-CN" sz="2000" i="1" smtClean="0">
                          <a:latin typeface="Cambria Math" panose="02040503050406030204" pitchFamily="18" charset="0"/>
                        </a:rPr>
                        <m:t>=</m:t>
                      </m:r>
                      <m:sSub>
                        <m:sSubPr>
                          <m:ctrlPr>
                            <a:rPr lang="en-US" altLang="zh-CN" sz="2000" i="1" smtClean="0">
                              <a:latin typeface="Cambria Math" panose="02040503050406030204" pitchFamily="18" charset="0"/>
                            </a:rPr>
                          </m:ctrlPr>
                        </m:sSubPr>
                        <m:e>
                          <m:r>
                            <a:rPr lang="en-US" altLang="zh-CN" sz="2000" i="1" smtClean="0">
                              <a:latin typeface="Cambria Math" panose="02040503050406030204" pitchFamily="18" charset="0"/>
                            </a:rPr>
                            <m:t>𝐹</m:t>
                          </m:r>
                        </m:e>
                        <m:sub>
                          <m:r>
                            <a:rPr lang="en-US" altLang="zh-CN" sz="2000" i="1" smtClean="0">
                              <a:latin typeface="Cambria Math" panose="02040503050406030204" pitchFamily="18" charset="0"/>
                            </a:rPr>
                            <m:t>21</m:t>
                          </m:r>
                        </m:sub>
                      </m:sSub>
                      <m:r>
                        <m:rPr>
                          <m:sty m:val="p"/>
                        </m:rPr>
                        <a:rPr lang="en-US" altLang="zh-CN" sz="2000" i="1">
                          <a:latin typeface="Cambria Math" panose="02040503050406030204" pitchFamily="18" charset="0"/>
                        </a:rPr>
                        <m:t>cos</m:t>
                      </m:r>
                      <m:f>
                        <m:fPr>
                          <m:ctrlPr>
                            <a:rPr lang="en-US" altLang="zh-CN" sz="2000" i="1" smtClean="0">
                              <a:latin typeface="Cambria Math" panose="02040503050406030204" pitchFamily="18" charset="0"/>
                            </a:rPr>
                          </m:ctrlPr>
                        </m:fPr>
                        <m:num>
                          <m:r>
                            <a:rPr lang="en-US" altLang="zh-CN" sz="2000" i="1" smtClean="0">
                              <a:latin typeface="Cambria Math" panose="02040503050406030204" pitchFamily="18" charset="0"/>
                            </a:rPr>
                            <m:t>𝜋</m:t>
                          </m:r>
                        </m:num>
                        <m:den>
                          <m:r>
                            <a:rPr lang="en-US" altLang="zh-CN" sz="2000" i="1" smtClean="0">
                              <a:latin typeface="Cambria Math" panose="02040503050406030204" pitchFamily="18" charset="0"/>
                            </a:rPr>
                            <m:t>6</m:t>
                          </m:r>
                        </m:den>
                      </m:f>
                      <m:r>
                        <a:rPr lang="en-US" altLang="zh-CN" sz="2000" i="1" smtClean="0">
                          <a:latin typeface="Cambria Math" panose="02040503050406030204" pitchFamily="18" charset="0"/>
                        </a:rPr>
                        <m:t>+</m:t>
                      </m:r>
                      <m:sSub>
                        <m:sSubPr>
                          <m:ctrlPr>
                            <a:rPr lang="en-US" altLang="zh-CN" sz="2000" i="1" smtClean="0">
                              <a:latin typeface="Cambria Math" panose="02040503050406030204" pitchFamily="18" charset="0"/>
                            </a:rPr>
                          </m:ctrlPr>
                        </m:sSubPr>
                        <m:e>
                          <m:r>
                            <a:rPr lang="en-US" altLang="zh-CN" sz="2000" i="1" smtClean="0">
                              <a:latin typeface="Cambria Math" panose="02040503050406030204" pitchFamily="18" charset="0"/>
                            </a:rPr>
                            <m:t>𝐹</m:t>
                          </m:r>
                        </m:e>
                        <m:sub>
                          <m:r>
                            <a:rPr lang="en-US" altLang="zh-CN" sz="2000" i="1" smtClean="0">
                              <a:latin typeface="Cambria Math" panose="02040503050406030204" pitchFamily="18" charset="0"/>
                            </a:rPr>
                            <m:t>31</m:t>
                          </m:r>
                        </m:sub>
                      </m:sSub>
                      <m:r>
                        <m:rPr>
                          <m:sty m:val="p"/>
                        </m:rPr>
                        <a:rPr lang="en-US" altLang="zh-CN" sz="2000" i="1">
                          <a:latin typeface="Cambria Math" panose="02040503050406030204" pitchFamily="18" charset="0"/>
                        </a:rPr>
                        <m:t>cos</m:t>
                      </m:r>
                      <m:f>
                        <m:fPr>
                          <m:ctrlPr>
                            <a:rPr lang="en-US" altLang="zh-CN" sz="2000" i="1" smtClean="0">
                              <a:latin typeface="Cambria Math" panose="02040503050406030204" pitchFamily="18" charset="0"/>
                            </a:rPr>
                          </m:ctrlPr>
                        </m:fPr>
                        <m:num>
                          <m:r>
                            <a:rPr lang="en-US" altLang="zh-CN" sz="2000" i="1" smtClean="0">
                              <a:latin typeface="Cambria Math" panose="02040503050406030204" pitchFamily="18" charset="0"/>
                            </a:rPr>
                            <m:t>𝜋</m:t>
                          </m:r>
                        </m:num>
                        <m:den>
                          <m:r>
                            <a:rPr lang="en-US" altLang="zh-CN" sz="2000" i="1" smtClean="0">
                              <a:latin typeface="Cambria Math" panose="02040503050406030204" pitchFamily="18" charset="0"/>
                            </a:rPr>
                            <m:t>6</m:t>
                          </m:r>
                        </m:den>
                      </m:f>
                    </m:oMath>
                  </m:oMathPara>
                </a14:m>
                <a:endParaRPr lang="en-US" altLang="zh-CN" sz="200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altLang="zh-CN" sz="2000" i="1" smtClean="0">
                          <a:latin typeface="Cambria Math" panose="02040503050406030204" pitchFamily="18" charset="0"/>
                        </a:rPr>
                        <m:t>=</m:t>
                      </m:r>
                      <m:f>
                        <m:fPr>
                          <m:ctrlPr>
                            <a:rPr lang="en-US" altLang="zh-CN" sz="2000" i="1" smtClean="0">
                              <a:latin typeface="Cambria Math" panose="02040503050406030204" pitchFamily="18" charset="0"/>
                            </a:rPr>
                          </m:ctrlPr>
                        </m:fPr>
                        <m:num>
                          <m:rad>
                            <m:radPr>
                              <m:degHide m:val="on"/>
                              <m:ctrlPr>
                                <a:rPr lang="en-US" altLang="zh-CN" sz="2000" i="1" smtClean="0">
                                  <a:latin typeface="Cambria Math" panose="02040503050406030204" pitchFamily="18" charset="0"/>
                                </a:rPr>
                              </m:ctrlPr>
                            </m:radPr>
                            <m:deg/>
                            <m:e>
                              <m:r>
                                <a:rPr lang="en-US" altLang="zh-CN" sz="2000" i="1" smtClean="0">
                                  <a:latin typeface="Cambria Math" panose="02040503050406030204" pitchFamily="18" charset="0"/>
                                </a:rPr>
                                <m:t>3</m:t>
                              </m:r>
                            </m:e>
                          </m:rad>
                          <m:r>
                            <a:rPr lang="en-US" altLang="zh-CN" sz="2000" i="1" smtClean="0">
                              <a:latin typeface="Cambria Math" panose="02040503050406030204" pitchFamily="18" charset="0"/>
                            </a:rPr>
                            <m:t>𝐺</m:t>
                          </m:r>
                          <m:sSup>
                            <m:sSupPr>
                              <m:ctrlPr>
                                <a:rPr lang="en-US" altLang="zh-CN" sz="2000" i="1" smtClean="0">
                                  <a:latin typeface="Cambria Math" panose="02040503050406030204" pitchFamily="18" charset="0"/>
                                </a:rPr>
                              </m:ctrlPr>
                            </m:sSupPr>
                            <m:e>
                              <m:r>
                                <a:rPr lang="en-US" altLang="zh-CN" sz="2000" i="1" smtClean="0">
                                  <a:latin typeface="Cambria Math" panose="02040503050406030204" pitchFamily="18" charset="0"/>
                                </a:rPr>
                                <m:t>𝑚</m:t>
                              </m:r>
                            </m:e>
                            <m:sup>
                              <m:r>
                                <a:rPr lang="en-US" altLang="zh-CN" sz="2000" i="1" smtClean="0">
                                  <a:latin typeface="Cambria Math" panose="02040503050406030204" pitchFamily="18" charset="0"/>
                                </a:rPr>
                                <m:t>2</m:t>
                              </m:r>
                            </m:sup>
                          </m:sSup>
                        </m:num>
                        <m:den>
                          <m:sSup>
                            <m:sSupPr>
                              <m:ctrlPr>
                                <a:rPr lang="en-US" altLang="zh-CN" sz="2000" i="1" smtClean="0">
                                  <a:latin typeface="Cambria Math" panose="02040503050406030204" pitchFamily="18" charset="0"/>
                                </a:rPr>
                              </m:ctrlPr>
                            </m:sSupPr>
                            <m:e>
                              <m:r>
                                <a:rPr lang="en-US" altLang="zh-CN" sz="2000" i="1" smtClean="0">
                                  <a:latin typeface="Cambria Math" panose="02040503050406030204" pitchFamily="18" charset="0"/>
                                </a:rPr>
                                <m:t>𝑙</m:t>
                              </m:r>
                            </m:e>
                            <m:sup>
                              <m:r>
                                <a:rPr lang="en-US" altLang="zh-CN" sz="2000" i="1" smtClean="0">
                                  <a:latin typeface="Cambria Math" panose="02040503050406030204" pitchFamily="18" charset="0"/>
                                </a:rPr>
                                <m:t>2</m:t>
                              </m:r>
                            </m:sup>
                          </m:sSup>
                        </m:den>
                      </m:f>
                    </m:oMath>
                  </m:oMathPara>
                </a14:m>
                <a:endParaRPr lang="zh-CN" altLang="en-US" sz="2000" dirty="0"/>
              </a:p>
            </p:txBody>
          </p:sp>
        </mc:Choice>
        <mc:Fallback>
          <p:sp>
            <p:nvSpPr>
              <p:cNvPr id="38915" name="内容占位符 7170"/>
              <p:cNvSpPr txBox="1">
                <a:spLocks noRot="1" noChangeAspect="1" noMove="1" noResize="1" noEditPoints="1" noAdjustHandles="1" noChangeArrowheads="1" noChangeShapeType="1" noTextEdit="1"/>
              </p:cNvSpPr>
              <p:nvPr/>
            </p:nvSpPr>
            <p:spPr>
              <a:xfrm>
                <a:off x="8876683" y="2600863"/>
                <a:ext cx="2911237" cy="1466849"/>
              </a:xfrm>
              <a:prstGeom prst="rect">
                <a:avLst/>
              </a:prstGeom>
              <a:blipFill>
                <a:blip r:embed="rId13"/>
                <a:stretch>
                  <a:fillRect/>
                </a:stretch>
              </a:blipFill>
              <a:ln w="38100">
                <a:noFill/>
                <a:miter lim="800000"/>
                <a:headEnd/>
                <a:tailEnd/>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8916" name="内容占位符 7171"/>
              <p:cNvSpPr txBox="1"/>
              <p:nvPr/>
            </p:nvSpPr>
            <p:spPr>
              <a:xfrm>
                <a:off x="5904646" y="3389851"/>
                <a:ext cx="2333625" cy="842962"/>
              </a:xfrm>
              <a:prstGeom prst="rect">
                <a:avLst/>
              </a:prstGeom>
              <a:noFill/>
              <a:ln w="38100">
                <a:noFill/>
                <a:miter lim="800000"/>
                <a:headEnd/>
                <a:tailEnd/>
              </a:ln>
            </p:spPr>
            <p:txBody>
              <a:bodyPr>
                <a:normAutofit/>
              </a:bodyPr>
              <a:lstStyle/>
              <a:p>
                <a:pPr/>
                <a14:m>
                  <m:oMathPara xmlns:m="http://schemas.openxmlformats.org/officeDocument/2006/math">
                    <m:oMathParaPr>
                      <m:jc m:val="left"/>
                    </m:oMathParaPr>
                    <m:oMath xmlns:m="http://schemas.openxmlformats.org/officeDocument/2006/math">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𝐹</m:t>
                          </m:r>
                        </m:e>
                        <m:sub>
                          <m:r>
                            <a:rPr lang="en-US" altLang="zh-CN" i="1" smtClean="0">
                              <a:latin typeface="Cambria Math" panose="02040503050406030204" pitchFamily="18" charset="0"/>
                            </a:rPr>
                            <m:t>31</m:t>
                          </m:r>
                        </m:sub>
                      </m:sSub>
                      <m:r>
                        <a:rPr lang="en-US" altLang="zh-CN" i="1" smtClean="0">
                          <a:latin typeface="Cambria Math" panose="02040503050406030204" pitchFamily="18" charset="0"/>
                        </a:rPr>
                        <m:t>=</m:t>
                      </m:r>
                      <m:r>
                        <a:rPr lang="en-US" altLang="zh-CN" i="1" smtClean="0">
                          <a:latin typeface="Cambria Math" panose="02040503050406030204" pitchFamily="18" charset="0"/>
                        </a:rPr>
                        <m:t>𝐺</m:t>
                      </m:r>
                      <m:f>
                        <m:fPr>
                          <m:ctrlPr>
                            <a:rPr lang="en-US" altLang="zh-CN" i="1" smtClean="0">
                              <a:latin typeface="Cambria Math" panose="02040503050406030204" pitchFamily="18" charset="0"/>
                            </a:rPr>
                          </m:ctrlPr>
                        </m:fPr>
                        <m:num>
                          <m:r>
                            <a:rPr lang="en-US" altLang="zh-CN" i="1" smtClean="0">
                              <a:latin typeface="Cambria Math" panose="02040503050406030204" pitchFamily="18" charset="0"/>
                            </a:rPr>
                            <m:t>𝑚</m:t>
                          </m:r>
                          <m:r>
                            <a:rPr lang="en-US" altLang="zh-CN" i="1" smtClean="0">
                              <a:latin typeface="Cambria Math" panose="02040503050406030204" pitchFamily="18" charset="0"/>
                            </a:rPr>
                            <m:t>⋅</m:t>
                          </m:r>
                          <m:r>
                            <a:rPr lang="en-US" altLang="zh-CN" i="1" smtClean="0">
                              <a:latin typeface="Cambria Math" panose="02040503050406030204" pitchFamily="18" charset="0"/>
                            </a:rPr>
                            <m:t>𝑚</m:t>
                          </m:r>
                        </m:num>
                        <m:den>
                          <m:sSup>
                            <m:sSupPr>
                              <m:ctrlPr>
                                <a:rPr lang="en-US" altLang="zh-CN" i="1" smtClean="0">
                                  <a:latin typeface="Cambria Math" panose="02040503050406030204" pitchFamily="18" charset="0"/>
                                </a:rPr>
                              </m:ctrlPr>
                            </m:sSupPr>
                            <m:e>
                              <m:r>
                                <a:rPr lang="en-US" altLang="zh-CN" i="1" smtClean="0">
                                  <a:latin typeface="Cambria Math" panose="02040503050406030204" pitchFamily="18" charset="0"/>
                                </a:rPr>
                                <m:t>𝑙</m:t>
                              </m:r>
                            </m:e>
                            <m:sup>
                              <m:r>
                                <a:rPr lang="en-US" altLang="zh-CN" i="1" smtClean="0">
                                  <a:latin typeface="Cambria Math" panose="02040503050406030204" pitchFamily="18" charset="0"/>
                                </a:rPr>
                                <m:t>2</m:t>
                              </m:r>
                            </m:sup>
                          </m:sSup>
                        </m:den>
                      </m:f>
                    </m:oMath>
                  </m:oMathPara>
                </a14:m>
                <a:endParaRPr lang="zh-CN" altLang="en-US" dirty="0"/>
              </a:p>
            </p:txBody>
          </p:sp>
        </mc:Choice>
        <mc:Fallback>
          <p:sp>
            <p:nvSpPr>
              <p:cNvPr id="38916" name="内容占位符 7171"/>
              <p:cNvSpPr txBox="1">
                <a:spLocks noRot="1" noChangeAspect="1" noMove="1" noResize="1" noEditPoints="1" noAdjustHandles="1" noChangeArrowheads="1" noChangeShapeType="1" noTextEdit="1"/>
              </p:cNvSpPr>
              <p:nvPr/>
            </p:nvSpPr>
            <p:spPr>
              <a:xfrm>
                <a:off x="5904646" y="3389851"/>
                <a:ext cx="2333625" cy="842962"/>
              </a:xfrm>
              <a:prstGeom prst="rect">
                <a:avLst/>
              </a:prstGeom>
              <a:blipFill>
                <a:blip r:embed="rId14"/>
                <a:stretch>
                  <a:fillRect/>
                </a:stretch>
              </a:blipFill>
              <a:ln w="38100">
                <a:noFill/>
                <a:miter lim="800000"/>
                <a:headEnd/>
                <a:tailEnd/>
              </a:ln>
            </p:spPr>
            <p:txBody>
              <a:bodyPr/>
              <a:lstStyle/>
              <a:p>
                <a:r>
                  <a:rPr lang="zh-CN" altLang="en-US">
                    <a:noFill/>
                  </a:rPr>
                  <a:t> </a:t>
                </a:r>
              </a:p>
            </p:txBody>
          </p:sp>
        </mc:Fallback>
      </mc:AlternateContent>
      <p:sp>
        <p:nvSpPr>
          <p:cNvPr id="38917" name="右大括号 7172"/>
          <p:cNvSpPr/>
          <p:nvPr>
            <p:custDataLst>
              <p:tags r:id="rId5"/>
            </p:custDataLst>
          </p:nvPr>
        </p:nvSpPr>
        <p:spPr>
          <a:xfrm>
            <a:off x="8455758" y="2692938"/>
            <a:ext cx="360363" cy="1149350"/>
          </a:xfrm>
          <a:prstGeom prst="rightBrace">
            <a:avLst>
              <a:gd name="adj1" fmla="val 26623"/>
              <a:gd name="adj2" fmla="val 50000"/>
            </a:avLst>
          </a:prstGeom>
          <a:noFill/>
          <a:ln>
            <a:solidFill>
              <a:srgbClr val="00B0F0"/>
            </a:solidFill>
            <a:round/>
          </a:ln>
        </p:spPr>
        <p:txBody>
          <a:bodyPr>
            <a:no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5pPr>
          </a:lstStyle>
          <a:p>
            <a:pPr marL="0" lvl="0" indent="0" eaLnBrk="1" hangingPunct="0"/>
            <a:endParaRPr lang="zh-CN" altLang="en-US" sz="100">
              <a:solidFill>
                <a:srgbClr val="0D0D0D"/>
              </a:solidFill>
            </a:endParaRPr>
          </a:p>
        </p:txBody>
      </p:sp>
      <p:sp>
        <p:nvSpPr>
          <p:cNvPr id="38918" name="文本框 7174"/>
          <p:cNvSpPr txBox="1"/>
          <p:nvPr>
            <p:custDataLst>
              <p:tags r:id="rId6"/>
            </p:custDataLst>
          </p:nvPr>
        </p:nvSpPr>
        <p:spPr>
          <a:xfrm>
            <a:off x="4571146" y="2451638"/>
            <a:ext cx="1116012" cy="503238"/>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665" b="1" i="0"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对</a:t>
            </a:r>
            <a:r>
              <a:rPr kumimoji="0" lang="zh-CN" altLang="en-US" sz="2665" b="1" i="1"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m</a:t>
            </a:r>
            <a:r>
              <a:rPr kumimoji="0" lang="zh-CN" altLang="en-US" sz="2665" b="1" i="0" u="none" strike="noStrike" kern="1200" cap="none" spc="0" normalizeH="0" baseline="-2500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1</a:t>
            </a:r>
            <a:r>
              <a:rPr kumimoji="0" lang="zh-CN" altLang="en-US" sz="2665" b="1" i="0"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a:t>
            </a:r>
          </a:p>
        </p:txBody>
      </p:sp>
      <p:sp>
        <p:nvSpPr>
          <p:cNvPr id="38919" name="文本框 7175"/>
          <p:cNvSpPr txBox="1"/>
          <p:nvPr>
            <p:custDataLst>
              <p:tags r:id="rId7"/>
            </p:custDataLst>
          </p:nvPr>
        </p:nvSpPr>
        <p:spPr>
          <a:xfrm>
            <a:off x="4571146" y="3566063"/>
            <a:ext cx="1010920" cy="50165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665" b="1" i="0"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对</a:t>
            </a:r>
            <a:r>
              <a:rPr kumimoji="0" lang="en-US" altLang="zh-CN" sz="2665" b="1" i="1"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m</a:t>
            </a:r>
            <a:r>
              <a:rPr kumimoji="0" lang="en-US" altLang="zh-CN" sz="2665" b="1" u="none" strike="noStrike" kern="1200" cap="none" spc="0" normalizeH="0" baseline="-2500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1</a:t>
            </a:r>
            <a:r>
              <a:rPr kumimoji="0" lang="en-US" altLang="zh-CN" sz="2665" b="1" i="0" u="none" strike="noStrike" kern="1200" cap="none" spc="0" normalizeH="0" baseline="0" noProof="0">
                <a:ln>
                  <a:noFill/>
                </a:ln>
                <a:solidFill>
                  <a:schemeClr val="tx1">
                    <a:lumMod val="95000"/>
                    <a:lumOff val="5000"/>
                  </a:schemeClr>
                </a:solidFill>
                <a:effectLst/>
                <a:uLnTx/>
                <a:uFillTx/>
                <a:latin typeface="Times New Roman" panose="02020603050405020304" charset="0"/>
                <a:ea typeface="宋体" panose="02010600030101010101" pitchFamily="2" charset="-122"/>
                <a:cs typeface="Times New Roman" panose="02020603050405020304" charset="0"/>
              </a:rPr>
              <a:t>:</a:t>
            </a:r>
          </a:p>
        </p:txBody>
      </p:sp>
      <p:sp>
        <p:nvSpPr>
          <p:cNvPr id="38920" name="内容占位符 7189"/>
          <p:cNvSpPr txBox="1"/>
          <p:nvPr/>
        </p:nvSpPr>
        <p:spPr>
          <a:xfrm>
            <a:off x="4668301" y="4189394"/>
            <a:ext cx="2816469" cy="801529"/>
          </a:xfrm>
          <a:prstGeom prst="rect">
            <a:avLst/>
          </a:prstGeom>
          <a:noFill/>
          <a:ln w="19050">
            <a:solidFill>
              <a:srgbClr val="00B0F0"/>
            </a:solidFill>
            <a:miter lim="800000"/>
            <a:headEnd/>
            <a:tailEnd/>
          </a:ln>
        </p:spPr>
        <p:txBody>
          <a:bodyPr>
            <a:normAutofit/>
          </a:bodyPr>
          <a:lstStyle/>
          <a:p>
            <a:pPr/>
            <a:endParaRPr lang="zh-CN" altLang="en-US" dirty="0"/>
          </a:p>
        </p:txBody>
      </p:sp>
      <p:sp>
        <p:nvSpPr>
          <p:cNvPr id="38921" name="文本框 7190"/>
          <p:cNvSpPr txBox="1"/>
          <p:nvPr>
            <p:custDataLst>
              <p:tags r:id="rId8"/>
            </p:custDataLst>
          </p:nvPr>
        </p:nvSpPr>
        <p:spPr>
          <a:xfrm>
            <a:off x="843695" y="990012"/>
            <a:ext cx="10944225" cy="1226618"/>
          </a:xfrm>
          <a:prstGeom prst="rect">
            <a:avLst/>
          </a:prstGeom>
          <a:noFill/>
          <a:ln w="9525">
            <a:noFill/>
          </a:ln>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5pPr>
          </a:lstStyle>
          <a:p>
            <a:pPr lvl="0" eaLnBrk="1" hangingPunct="0">
              <a:lnSpc>
                <a:spcPct val="150000"/>
              </a:lnSpc>
            </a:pPr>
            <a:r>
              <a:rPr lang="zh-CN" altLang="en-US" sz="2665" b="1" spc="0" dirty="0">
                <a:solidFill>
                  <a:schemeClr val="tx1"/>
                </a:solidFill>
                <a:latin typeface="宋体" panose="02010600030101010101" pitchFamily="2" charset="-122"/>
                <a:ea typeface="宋体" panose="02010600030101010101" pitchFamily="2" charset="-122"/>
              </a:rPr>
              <a:t>如图，三个星体的质量均为m，它们位于一个边长为</a:t>
            </a:r>
            <a:r>
              <a:rPr lang="en-US" altLang="zh-CN" sz="2665" b="1" spc="0" dirty="0">
                <a:solidFill>
                  <a:schemeClr val="tx1"/>
                </a:solidFill>
                <a:latin typeface="宋体" panose="02010600030101010101" pitchFamily="2" charset="-122"/>
                <a:ea typeface="宋体" panose="02010600030101010101" pitchFamily="2" charset="-122"/>
              </a:rPr>
              <a:t>L</a:t>
            </a:r>
            <a:r>
              <a:rPr sz="2665" b="1" spc="0" dirty="0">
                <a:solidFill>
                  <a:schemeClr val="tx1"/>
                </a:solidFill>
                <a:latin typeface="宋体" panose="02010600030101010101" pitchFamily="2" charset="-122"/>
                <a:ea typeface="宋体" panose="02010600030101010101" pitchFamily="2" charset="-122"/>
              </a:rPr>
              <a:t>的等边三角形的三个顶点上做匀速圆周运动</a:t>
            </a:r>
            <a:r>
              <a:rPr lang="zh-CN" altLang="en-US" sz="2665" b="1" spc="0" dirty="0">
                <a:solidFill>
                  <a:schemeClr val="tx1"/>
                </a:solidFill>
                <a:latin typeface="宋体" panose="02010600030101010101" pitchFamily="2" charset="-122"/>
                <a:ea typeface="宋体" panose="02010600030101010101" pitchFamily="2" charset="-122"/>
              </a:rPr>
              <a:t>，请计算这个特殊三体问题的受力与周期</a:t>
            </a:r>
          </a:p>
        </p:txBody>
      </p:sp>
      <p:sp>
        <p:nvSpPr>
          <p:cNvPr id="28" name="文本框 27"/>
          <p:cNvSpPr txBox="1"/>
          <p:nvPr>
            <p:custDataLst>
              <p:tags r:id="rId9"/>
            </p:custDataLst>
          </p:nvPr>
        </p:nvSpPr>
        <p:spPr>
          <a:xfrm>
            <a:off x="789940" y="547370"/>
            <a:ext cx="5282565" cy="583565"/>
          </a:xfrm>
          <a:prstGeom prst="rect">
            <a:avLst/>
          </a:prstGeom>
          <a:noFill/>
        </p:spPr>
        <p:txBody>
          <a:bodyPr wrap="square" rtlCol="0">
            <a:spAutoFit/>
          </a:bodyPr>
          <a:lstStyle/>
          <a:p>
            <a:pPr marL="0" marR="0" lvl="0" algn="l" defTabSz="914400" rtl="0" eaLnBrk="1" fontAlgn="auto"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a:solidFill>
                  <a:schemeClr val="accent6">
                    <a:lumMod val="75000"/>
                  </a:schemeClr>
                </a:solidFill>
                <a:latin typeface="+mn-ea"/>
                <a:cs typeface="+mn-cs"/>
              </a:rPr>
              <a:t>2.特殊的三星系统</a:t>
            </a:r>
          </a:p>
        </p:txBody>
      </p:sp>
      <p:sp>
        <p:nvSpPr>
          <p:cNvPr id="14" name="文本框 13">
            <a:extLst>
              <a:ext uri="{FF2B5EF4-FFF2-40B4-BE49-F238E27FC236}">
                <a16:creationId xmlns:a16="http://schemas.microsoft.com/office/drawing/2014/main" id="{DFE0A54F-F7D1-43D8-BF17-026A8D90E164}"/>
              </a:ext>
            </a:extLst>
          </p:cNvPr>
          <p:cNvSpPr txBox="1"/>
          <p:nvPr/>
        </p:nvSpPr>
        <p:spPr>
          <a:xfrm>
            <a:off x="914400" y="3392488"/>
            <a:ext cx="3211513" cy="1188085"/>
          </a:xfrm>
          <a:prstGeom prst="rect">
            <a:avLst/>
          </a:prstGeom>
          <a:noFill/>
        </p:spPr>
        <p:txBody>
          <a:bodyPr wrap="square" rtlCol="0">
            <a:normAutofit/>
          </a:bodyPr>
          <a:lstStyle/>
          <a:p>
            <a:pPr>
              <a:lnSpc>
                <a:spcPct val="140000"/>
              </a:lnSpc>
            </a:pPr>
            <a:endParaRPr lang="zh-CN" altLang="en-US" sz="2400" kern="100" dirty="0">
              <a:effectLst/>
              <a:latin typeface="+mn-ea"/>
              <a:cs typeface="江城圆体 400W" panose="020B0500000000000000" pitchFamily="34" charset="-122"/>
            </a:endParaRPr>
          </a:p>
        </p:txBody>
      </p:sp>
      <mc:AlternateContent xmlns:mc="http://schemas.openxmlformats.org/markup-compatibility/2006">
        <mc:Choice xmlns:a14="http://schemas.microsoft.com/office/drawing/2010/main" Requires="a14">
          <p:sp>
            <p:nvSpPr>
              <p:cNvPr id="20" name="内容占位符 7171">
                <a:extLst>
                  <a:ext uri="{FF2B5EF4-FFF2-40B4-BE49-F238E27FC236}">
                    <a16:creationId xmlns:a16="http://schemas.microsoft.com/office/drawing/2014/main" id="{5CE86B14-A027-4F68-BAF5-C3D8C72FB916}"/>
                  </a:ext>
                </a:extLst>
              </p:cNvPr>
              <p:cNvSpPr txBox="1"/>
              <p:nvPr/>
            </p:nvSpPr>
            <p:spPr>
              <a:xfrm>
                <a:off x="5809237" y="2418240"/>
                <a:ext cx="2333625" cy="842962"/>
              </a:xfrm>
              <a:prstGeom prst="rect">
                <a:avLst/>
              </a:prstGeom>
              <a:noFill/>
              <a:ln w="38100">
                <a:noFill/>
                <a:miter lim="800000"/>
                <a:headEnd/>
                <a:tailEnd/>
              </a:ln>
            </p:spPr>
            <p:txBody>
              <a:bodyPr>
                <a:normAutofit/>
              </a:bodyPr>
              <a:lstStyle/>
              <a:p>
                <a:pPr/>
                <a14:m>
                  <m:oMathPara xmlns:m="http://schemas.openxmlformats.org/officeDocument/2006/math">
                    <m:oMathParaPr>
                      <m:jc m:val="left"/>
                    </m:oMathParaPr>
                    <m:oMath xmlns:m="http://schemas.openxmlformats.org/officeDocument/2006/math">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𝐹</m:t>
                          </m:r>
                        </m:e>
                        <m:sub>
                          <m:r>
                            <a:rPr lang="en-US" altLang="zh-CN" i="1" smtClean="0">
                              <a:latin typeface="Cambria Math" panose="02040503050406030204" pitchFamily="18" charset="0"/>
                            </a:rPr>
                            <m:t>21</m:t>
                          </m:r>
                        </m:sub>
                      </m:sSub>
                      <m:r>
                        <a:rPr lang="en-US" altLang="zh-CN" i="1" smtClean="0">
                          <a:latin typeface="Cambria Math" panose="02040503050406030204" pitchFamily="18" charset="0"/>
                        </a:rPr>
                        <m:t>=</m:t>
                      </m:r>
                      <m:r>
                        <a:rPr lang="en-US" altLang="zh-CN" i="1" smtClean="0">
                          <a:latin typeface="Cambria Math" panose="02040503050406030204" pitchFamily="18" charset="0"/>
                        </a:rPr>
                        <m:t>𝐺</m:t>
                      </m:r>
                      <m:f>
                        <m:fPr>
                          <m:ctrlPr>
                            <a:rPr lang="en-US" altLang="zh-CN" i="1" smtClean="0">
                              <a:latin typeface="Cambria Math" panose="02040503050406030204" pitchFamily="18" charset="0"/>
                            </a:rPr>
                          </m:ctrlPr>
                        </m:fPr>
                        <m:num>
                          <m:r>
                            <a:rPr lang="en-US" altLang="zh-CN" i="1" smtClean="0">
                              <a:latin typeface="Cambria Math" panose="02040503050406030204" pitchFamily="18" charset="0"/>
                            </a:rPr>
                            <m:t>𝑚</m:t>
                          </m:r>
                          <m:r>
                            <a:rPr lang="en-US" altLang="zh-CN" i="1" smtClean="0">
                              <a:latin typeface="Cambria Math" panose="02040503050406030204" pitchFamily="18" charset="0"/>
                            </a:rPr>
                            <m:t>⋅</m:t>
                          </m:r>
                          <m:r>
                            <a:rPr lang="en-US" altLang="zh-CN" i="1" smtClean="0">
                              <a:latin typeface="Cambria Math" panose="02040503050406030204" pitchFamily="18" charset="0"/>
                            </a:rPr>
                            <m:t>𝑚</m:t>
                          </m:r>
                        </m:num>
                        <m:den>
                          <m:sSup>
                            <m:sSupPr>
                              <m:ctrlPr>
                                <a:rPr lang="en-US" altLang="zh-CN" i="1" smtClean="0">
                                  <a:latin typeface="Cambria Math" panose="02040503050406030204" pitchFamily="18" charset="0"/>
                                </a:rPr>
                              </m:ctrlPr>
                            </m:sSupPr>
                            <m:e>
                              <m:r>
                                <a:rPr lang="en-US" altLang="zh-CN" i="1" smtClean="0">
                                  <a:latin typeface="Cambria Math" panose="02040503050406030204" pitchFamily="18" charset="0"/>
                                </a:rPr>
                                <m:t>𝑙</m:t>
                              </m:r>
                            </m:e>
                            <m:sup>
                              <m:r>
                                <a:rPr lang="en-US" altLang="zh-CN" i="1" smtClean="0">
                                  <a:latin typeface="Cambria Math" panose="02040503050406030204" pitchFamily="18" charset="0"/>
                                </a:rPr>
                                <m:t>2</m:t>
                              </m:r>
                            </m:sup>
                          </m:sSup>
                        </m:den>
                      </m:f>
                    </m:oMath>
                  </m:oMathPara>
                </a14:m>
                <a:endParaRPr lang="zh-CN" altLang="en-US" dirty="0"/>
              </a:p>
            </p:txBody>
          </p:sp>
        </mc:Choice>
        <mc:Fallback>
          <p:sp>
            <p:nvSpPr>
              <p:cNvPr id="20" name="内容占位符 7171">
                <a:extLst>
                  <a:ext uri="{FF2B5EF4-FFF2-40B4-BE49-F238E27FC236}">
                    <a16:creationId xmlns:a16="http://schemas.microsoft.com/office/drawing/2014/main" id="{5CE86B14-A027-4F68-BAF5-C3D8C72FB916}"/>
                  </a:ext>
                </a:extLst>
              </p:cNvPr>
              <p:cNvSpPr txBox="1">
                <a:spLocks noRot="1" noChangeAspect="1" noMove="1" noResize="1" noEditPoints="1" noAdjustHandles="1" noChangeArrowheads="1" noChangeShapeType="1" noTextEdit="1"/>
              </p:cNvSpPr>
              <p:nvPr/>
            </p:nvSpPr>
            <p:spPr>
              <a:xfrm>
                <a:off x="5809237" y="2418240"/>
                <a:ext cx="2333625" cy="842962"/>
              </a:xfrm>
              <a:prstGeom prst="rect">
                <a:avLst/>
              </a:prstGeom>
              <a:blipFill>
                <a:blip r:embed="rId15"/>
                <a:stretch>
                  <a:fillRect/>
                </a:stretch>
              </a:blipFill>
              <a:ln w="38100">
                <a:noFill/>
                <a:miter lim="800000"/>
                <a:headEnd/>
                <a:tailEnd/>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内容占位符 7171">
                <a:extLst>
                  <a:ext uri="{FF2B5EF4-FFF2-40B4-BE49-F238E27FC236}">
                    <a16:creationId xmlns:a16="http://schemas.microsoft.com/office/drawing/2014/main" id="{8D4ACE22-A872-43DF-88DA-0B5179A64723}"/>
                  </a:ext>
                </a:extLst>
              </p:cNvPr>
              <p:cNvSpPr txBox="1"/>
              <p:nvPr/>
            </p:nvSpPr>
            <p:spPr>
              <a:xfrm>
                <a:off x="4782295" y="4274961"/>
                <a:ext cx="2620962" cy="842962"/>
              </a:xfrm>
              <a:prstGeom prst="rect">
                <a:avLst/>
              </a:prstGeom>
              <a:noFill/>
              <a:ln w="38100">
                <a:noFill/>
                <a:miter lim="800000"/>
                <a:headEnd/>
                <a:tailEnd/>
              </a:ln>
            </p:spPr>
            <p:txBody>
              <a:bodyPr>
                <a:noAutofit/>
              </a:bodyPr>
              <a:lstStyle/>
              <a:p>
                <a:pPr/>
                <a14:m>
                  <m:oMathPara xmlns:m="http://schemas.openxmlformats.org/officeDocument/2006/math">
                    <m:oMathParaPr>
                      <m:jc m:val="left"/>
                    </m:oMathParaPr>
                    <m:oMath xmlns:m="http://schemas.openxmlformats.org/officeDocument/2006/math">
                      <m:r>
                        <a:rPr lang="zh-CN" altLang="en-US" sz="1600" i="1">
                          <a:latin typeface="Cambria Math" panose="02040503050406030204" pitchFamily="18" charset="0"/>
                        </a:rPr>
                        <m:t>并且</m:t>
                      </m:r>
                      <m:r>
                        <a:rPr lang="en-US" altLang="zh-CN" sz="1600" i="1" smtClean="0">
                          <a:latin typeface="Cambria Math" panose="02040503050406030204" pitchFamily="18" charset="0"/>
                        </a:rPr>
                        <m:t>𝑟</m:t>
                      </m:r>
                      <m:r>
                        <a:rPr lang="en-US" altLang="zh-CN" sz="1600" i="1" smtClean="0">
                          <a:latin typeface="Cambria Math" panose="02040503050406030204" pitchFamily="18" charset="0"/>
                        </a:rPr>
                        <m:t>=</m:t>
                      </m:r>
                      <m:f>
                        <m:fPr>
                          <m:ctrlPr>
                            <a:rPr lang="en-US" altLang="zh-CN" sz="1600" i="1" smtClean="0">
                              <a:latin typeface="Cambria Math" panose="02040503050406030204" pitchFamily="18" charset="0"/>
                            </a:rPr>
                          </m:ctrlPr>
                        </m:fPr>
                        <m:num>
                          <m:r>
                            <a:rPr lang="en-US" altLang="zh-CN" sz="1600" i="1" smtClean="0">
                              <a:latin typeface="Cambria Math" panose="02040503050406030204" pitchFamily="18" charset="0"/>
                            </a:rPr>
                            <m:t>𝑙</m:t>
                          </m:r>
                        </m:num>
                        <m:den>
                          <m:r>
                            <a:rPr lang="en-US" altLang="zh-CN" sz="1600" i="1" smtClean="0">
                              <a:latin typeface="Cambria Math" panose="02040503050406030204" pitchFamily="18" charset="0"/>
                            </a:rPr>
                            <m:t>2</m:t>
                          </m:r>
                        </m:den>
                      </m:f>
                      <m:r>
                        <m:rPr>
                          <m:lit/>
                        </m:rPr>
                        <a:rPr lang="en-US" altLang="zh-CN" sz="1600" i="1" smtClean="0">
                          <a:latin typeface="Cambria Math" panose="02040503050406030204" pitchFamily="18" charset="0"/>
                        </a:rPr>
                        <m:t>/</m:t>
                      </m:r>
                      <m:func>
                        <m:funcPr>
                          <m:ctrlPr>
                            <a:rPr lang="en-US" altLang="zh-CN" sz="1600" i="1" smtClean="0">
                              <a:latin typeface="Cambria Math" panose="02040503050406030204" pitchFamily="18" charset="0"/>
                            </a:rPr>
                          </m:ctrlPr>
                        </m:funcPr>
                        <m:fName>
                          <m:r>
                            <m:rPr>
                              <m:sty m:val="p"/>
                            </m:rPr>
                            <a:rPr lang="en-US" altLang="zh-CN" sz="1600" i="0" smtClean="0">
                              <a:latin typeface="Cambria Math" panose="02040503050406030204" pitchFamily="18" charset="0"/>
                            </a:rPr>
                            <m:t>cos</m:t>
                          </m:r>
                        </m:fName>
                        <m:e>
                          <m:d>
                            <m:dPr>
                              <m:ctrlPr>
                                <a:rPr lang="en-US" altLang="zh-CN" sz="1600" i="1" smtClean="0">
                                  <a:latin typeface="Cambria Math" panose="02040503050406030204" pitchFamily="18" charset="0"/>
                                </a:rPr>
                              </m:ctrlPr>
                            </m:dPr>
                            <m:e>
                              <m:f>
                                <m:fPr>
                                  <m:ctrlPr>
                                    <a:rPr lang="en-US" altLang="zh-CN" sz="1600" i="1" smtClean="0">
                                      <a:latin typeface="Cambria Math" panose="02040503050406030204" pitchFamily="18" charset="0"/>
                                    </a:rPr>
                                  </m:ctrlPr>
                                </m:fPr>
                                <m:num>
                                  <m:r>
                                    <a:rPr lang="en-US" altLang="zh-CN" sz="1600" i="1" smtClean="0">
                                      <a:latin typeface="Cambria Math" panose="02040503050406030204" pitchFamily="18" charset="0"/>
                                    </a:rPr>
                                    <m:t>𝜋</m:t>
                                  </m:r>
                                </m:num>
                                <m:den>
                                  <m:r>
                                    <a:rPr lang="en-US" altLang="zh-CN" sz="1600" i="1" smtClean="0">
                                      <a:latin typeface="Cambria Math" panose="02040503050406030204" pitchFamily="18" charset="0"/>
                                    </a:rPr>
                                    <m:t>6</m:t>
                                  </m:r>
                                </m:den>
                              </m:f>
                            </m:e>
                          </m:d>
                        </m:e>
                      </m:func>
                      <m:r>
                        <a:rPr lang="en-US" altLang="zh-CN" sz="1600" i="1" smtClean="0">
                          <a:latin typeface="Cambria Math" panose="02040503050406030204" pitchFamily="18" charset="0"/>
                        </a:rPr>
                        <m:t>=</m:t>
                      </m:r>
                      <m:f>
                        <m:fPr>
                          <m:ctrlPr>
                            <a:rPr lang="en-US" altLang="zh-CN" sz="1600" i="1" smtClean="0">
                              <a:latin typeface="Cambria Math" panose="02040503050406030204" pitchFamily="18" charset="0"/>
                            </a:rPr>
                          </m:ctrlPr>
                        </m:fPr>
                        <m:num>
                          <m:rad>
                            <m:radPr>
                              <m:degHide m:val="on"/>
                              <m:ctrlPr>
                                <a:rPr lang="en-US" altLang="zh-CN" sz="1600" i="1" smtClean="0">
                                  <a:latin typeface="Cambria Math" panose="02040503050406030204" pitchFamily="18" charset="0"/>
                                </a:rPr>
                              </m:ctrlPr>
                            </m:radPr>
                            <m:deg/>
                            <m:e>
                              <m:r>
                                <a:rPr lang="en-US" altLang="zh-CN" sz="1600" i="1" smtClean="0">
                                  <a:latin typeface="Cambria Math" panose="02040503050406030204" pitchFamily="18" charset="0"/>
                                </a:rPr>
                                <m:t>3</m:t>
                              </m:r>
                            </m:e>
                          </m:rad>
                          <m:r>
                            <a:rPr lang="en-US" altLang="zh-CN" sz="1600" i="1" smtClean="0">
                              <a:latin typeface="Cambria Math" panose="02040503050406030204" pitchFamily="18" charset="0"/>
                            </a:rPr>
                            <m:t>𝑙</m:t>
                          </m:r>
                        </m:num>
                        <m:den>
                          <m:r>
                            <a:rPr lang="en-US" altLang="zh-CN" sz="1600" i="1" smtClean="0">
                              <a:latin typeface="Cambria Math" panose="02040503050406030204" pitchFamily="18" charset="0"/>
                            </a:rPr>
                            <m:t>3</m:t>
                          </m:r>
                        </m:den>
                      </m:f>
                    </m:oMath>
                  </m:oMathPara>
                </a14:m>
                <a:endParaRPr lang="zh-CN" altLang="en-US" sz="1600" dirty="0"/>
              </a:p>
            </p:txBody>
          </p:sp>
        </mc:Choice>
        <mc:Fallback>
          <p:sp>
            <p:nvSpPr>
              <p:cNvPr id="22" name="内容占位符 7171">
                <a:extLst>
                  <a:ext uri="{FF2B5EF4-FFF2-40B4-BE49-F238E27FC236}">
                    <a16:creationId xmlns:a16="http://schemas.microsoft.com/office/drawing/2014/main" id="{8D4ACE22-A872-43DF-88DA-0B5179A64723}"/>
                  </a:ext>
                </a:extLst>
              </p:cNvPr>
              <p:cNvSpPr txBox="1">
                <a:spLocks noRot="1" noChangeAspect="1" noMove="1" noResize="1" noEditPoints="1" noAdjustHandles="1" noChangeArrowheads="1" noChangeShapeType="1" noTextEdit="1"/>
              </p:cNvSpPr>
              <p:nvPr/>
            </p:nvSpPr>
            <p:spPr>
              <a:xfrm>
                <a:off x="4782295" y="4274961"/>
                <a:ext cx="2620962" cy="842962"/>
              </a:xfrm>
              <a:prstGeom prst="rect">
                <a:avLst/>
              </a:prstGeom>
              <a:blipFill>
                <a:blip r:embed="rId16"/>
                <a:stretch>
                  <a:fillRect/>
                </a:stretch>
              </a:blipFill>
              <a:ln w="38100">
                <a:noFill/>
                <a:miter lim="800000"/>
                <a:headEnd/>
                <a:tailEnd/>
              </a:ln>
            </p:spPr>
            <p:txBody>
              <a:bodyPr/>
              <a:lstStyle/>
              <a:p>
                <a:r>
                  <a:rPr lang="zh-CN" altLang="en-US">
                    <a:noFill/>
                  </a:rPr>
                  <a:t> </a:t>
                </a:r>
              </a:p>
            </p:txBody>
          </p:sp>
        </mc:Fallback>
      </mc:AlternateContent>
      <p:sp>
        <p:nvSpPr>
          <p:cNvPr id="23" name="内容占位符 7189">
            <a:extLst>
              <a:ext uri="{FF2B5EF4-FFF2-40B4-BE49-F238E27FC236}">
                <a16:creationId xmlns:a16="http://schemas.microsoft.com/office/drawing/2014/main" id="{1C93BAF7-057D-4B05-814E-621A6D465294}"/>
              </a:ext>
            </a:extLst>
          </p:cNvPr>
          <p:cNvSpPr txBox="1"/>
          <p:nvPr/>
        </p:nvSpPr>
        <p:spPr>
          <a:xfrm>
            <a:off x="8514814" y="4204238"/>
            <a:ext cx="2816469" cy="801529"/>
          </a:xfrm>
          <a:prstGeom prst="rect">
            <a:avLst/>
          </a:prstGeom>
          <a:noFill/>
          <a:ln w="19050">
            <a:solidFill>
              <a:srgbClr val="00B0F0"/>
            </a:solidFill>
            <a:miter lim="800000"/>
            <a:headEnd/>
            <a:tailEnd/>
          </a:ln>
        </p:spPr>
        <p:txBody>
          <a:bodyPr>
            <a:normAutofit/>
          </a:bodyPr>
          <a:lstStyle/>
          <a:p>
            <a:pPr/>
            <a:endParaRPr lang="zh-CN" altLang="en-US" dirty="0"/>
          </a:p>
        </p:txBody>
      </p:sp>
      <p:cxnSp>
        <p:nvCxnSpPr>
          <p:cNvPr id="5" name="直接箭头连接符 4">
            <a:extLst>
              <a:ext uri="{FF2B5EF4-FFF2-40B4-BE49-F238E27FC236}">
                <a16:creationId xmlns:a16="http://schemas.microsoft.com/office/drawing/2014/main" id="{0006EBE7-1700-4CEA-8778-3296F8D82D8C}"/>
              </a:ext>
            </a:extLst>
          </p:cNvPr>
          <p:cNvCxnSpPr>
            <a:cxnSpLocks/>
          </p:cNvCxnSpPr>
          <p:nvPr/>
        </p:nvCxnSpPr>
        <p:spPr>
          <a:xfrm>
            <a:off x="9797196" y="3801897"/>
            <a:ext cx="1" cy="39290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0C791C24-087B-4020-BBAA-1587E6B848BB}"/>
              </a:ext>
            </a:extLst>
          </p:cNvPr>
          <p:cNvCxnSpPr>
            <a:stCxn id="38920" idx="3"/>
            <a:endCxn id="23" idx="1"/>
          </p:cNvCxnSpPr>
          <p:nvPr/>
        </p:nvCxnSpPr>
        <p:spPr>
          <a:xfrm>
            <a:off x="7484770" y="4590159"/>
            <a:ext cx="1030044" cy="1484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9" name="内容占位符 7171">
                <a:extLst>
                  <a:ext uri="{FF2B5EF4-FFF2-40B4-BE49-F238E27FC236}">
                    <a16:creationId xmlns:a16="http://schemas.microsoft.com/office/drawing/2014/main" id="{0893285D-9AAF-44B9-8E2F-5E3A7336732B}"/>
                  </a:ext>
                </a:extLst>
              </p:cNvPr>
              <p:cNvSpPr txBox="1"/>
              <p:nvPr/>
            </p:nvSpPr>
            <p:spPr>
              <a:xfrm>
                <a:off x="8658667" y="4274961"/>
                <a:ext cx="2620962" cy="842962"/>
              </a:xfrm>
              <a:prstGeom prst="rect">
                <a:avLst/>
              </a:prstGeom>
              <a:noFill/>
              <a:ln w="38100">
                <a:noFill/>
                <a:miter lim="800000"/>
                <a:headEnd/>
                <a:tailEnd/>
              </a:ln>
            </p:spPr>
            <p:txBody>
              <a:bodyPr>
                <a:noAutofit/>
              </a:bodyPr>
              <a:lstStyle/>
              <a:p>
                <a:pPr/>
                <a14:m>
                  <m:oMathPara xmlns:m="http://schemas.openxmlformats.org/officeDocument/2006/math">
                    <m:oMathParaPr>
                      <m:jc m:val="left"/>
                    </m:oMathParaPr>
                    <m:oMath xmlns:m="http://schemas.openxmlformats.org/officeDocument/2006/math">
                      <m:f>
                        <m:fPr>
                          <m:ctrlPr>
                            <a:rPr lang="en-US" altLang="zh-CN" sz="1600" i="1" smtClean="0">
                              <a:latin typeface="Cambria Math" panose="02040503050406030204" pitchFamily="18" charset="0"/>
                            </a:rPr>
                          </m:ctrlPr>
                        </m:fPr>
                        <m:num>
                          <m:rad>
                            <m:radPr>
                              <m:degHide m:val="on"/>
                              <m:ctrlPr>
                                <a:rPr lang="en-US" altLang="zh-CN" sz="1600" i="1" smtClean="0">
                                  <a:latin typeface="Cambria Math" panose="02040503050406030204" pitchFamily="18" charset="0"/>
                                </a:rPr>
                              </m:ctrlPr>
                            </m:radPr>
                            <m:deg/>
                            <m:e>
                              <m:r>
                                <a:rPr lang="en-US" altLang="zh-CN" sz="1600" i="1" smtClean="0">
                                  <a:latin typeface="Cambria Math" panose="02040503050406030204" pitchFamily="18" charset="0"/>
                                </a:rPr>
                                <m:t>3</m:t>
                              </m:r>
                            </m:e>
                          </m:rad>
                          <m:r>
                            <a:rPr lang="en-US" altLang="zh-CN" sz="1600" i="1" smtClean="0">
                              <a:latin typeface="Cambria Math" panose="02040503050406030204" pitchFamily="18" charset="0"/>
                            </a:rPr>
                            <m:t>𝐺</m:t>
                          </m:r>
                          <m:sSup>
                            <m:sSupPr>
                              <m:ctrlPr>
                                <a:rPr lang="en-US" altLang="zh-CN" sz="1600" i="1" smtClean="0">
                                  <a:latin typeface="Cambria Math" panose="02040503050406030204" pitchFamily="18" charset="0"/>
                                </a:rPr>
                              </m:ctrlPr>
                            </m:sSupPr>
                            <m:e>
                              <m:r>
                                <a:rPr lang="en-US" altLang="zh-CN" sz="1600" i="1" smtClean="0">
                                  <a:latin typeface="Cambria Math" panose="02040503050406030204" pitchFamily="18" charset="0"/>
                                </a:rPr>
                                <m:t>𝑚</m:t>
                              </m:r>
                            </m:e>
                            <m:sup>
                              <m:r>
                                <a:rPr lang="en-US" altLang="zh-CN" sz="1600" i="1" smtClean="0">
                                  <a:latin typeface="Cambria Math" panose="02040503050406030204" pitchFamily="18" charset="0"/>
                                </a:rPr>
                                <m:t>2</m:t>
                              </m:r>
                            </m:sup>
                          </m:sSup>
                        </m:num>
                        <m:den>
                          <m:sSup>
                            <m:sSupPr>
                              <m:ctrlPr>
                                <a:rPr lang="en-US" altLang="zh-CN" sz="1600" i="1" smtClean="0">
                                  <a:latin typeface="Cambria Math" panose="02040503050406030204" pitchFamily="18" charset="0"/>
                                </a:rPr>
                              </m:ctrlPr>
                            </m:sSupPr>
                            <m:e>
                              <m:r>
                                <a:rPr lang="en-US" altLang="zh-CN" sz="1600" i="1" smtClean="0">
                                  <a:latin typeface="Cambria Math" panose="02040503050406030204" pitchFamily="18" charset="0"/>
                                </a:rPr>
                                <m:t>𝑙</m:t>
                              </m:r>
                            </m:e>
                            <m:sup>
                              <m:r>
                                <a:rPr lang="en-US" altLang="zh-CN" sz="1600" i="1" smtClean="0">
                                  <a:latin typeface="Cambria Math" panose="02040503050406030204" pitchFamily="18" charset="0"/>
                                </a:rPr>
                                <m:t>2</m:t>
                              </m:r>
                            </m:sup>
                          </m:sSup>
                        </m:den>
                      </m:f>
                      <m:r>
                        <a:rPr lang="en-US" altLang="zh-CN" sz="1600" i="1" smtClean="0">
                          <a:latin typeface="Cambria Math" panose="02040503050406030204" pitchFamily="18" charset="0"/>
                        </a:rPr>
                        <m:t>=</m:t>
                      </m:r>
                      <m:r>
                        <a:rPr lang="en-US" altLang="zh-CN" sz="1600" i="1" smtClean="0">
                          <a:latin typeface="Cambria Math" panose="02040503050406030204" pitchFamily="18" charset="0"/>
                        </a:rPr>
                        <m:t>𝑚</m:t>
                      </m:r>
                      <m:sSup>
                        <m:sSupPr>
                          <m:ctrlPr>
                            <a:rPr lang="en-US" altLang="zh-CN" sz="1600" i="1" smtClean="0">
                              <a:latin typeface="Cambria Math" panose="02040503050406030204" pitchFamily="18" charset="0"/>
                            </a:rPr>
                          </m:ctrlPr>
                        </m:sSupPr>
                        <m:e>
                          <m:d>
                            <m:dPr>
                              <m:ctrlPr>
                                <a:rPr lang="en-US" altLang="zh-CN" sz="1600" i="1" smtClean="0">
                                  <a:latin typeface="Cambria Math" panose="02040503050406030204" pitchFamily="18" charset="0"/>
                                </a:rPr>
                              </m:ctrlPr>
                            </m:dPr>
                            <m:e>
                              <m:f>
                                <m:fPr>
                                  <m:ctrlPr>
                                    <a:rPr lang="en-US" altLang="zh-CN" sz="1600" i="1" smtClean="0">
                                      <a:latin typeface="Cambria Math" panose="02040503050406030204" pitchFamily="18" charset="0"/>
                                    </a:rPr>
                                  </m:ctrlPr>
                                </m:fPr>
                                <m:num>
                                  <m:r>
                                    <a:rPr lang="en-US" altLang="zh-CN" sz="1600" i="1" smtClean="0">
                                      <a:latin typeface="Cambria Math" panose="02040503050406030204" pitchFamily="18" charset="0"/>
                                    </a:rPr>
                                    <m:t>2</m:t>
                                  </m:r>
                                  <m:r>
                                    <a:rPr lang="en-US" altLang="zh-CN" sz="1600" i="1" smtClean="0">
                                      <a:latin typeface="Cambria Math" panose="02040503050406030204" pitchFamily="18" charset="0"/>
                                    </a:rPr>
                                    <m:t>𝜋</m:t>
                                  </m:r>
                                </m:num>
                                <m:den>
                                  <m:r>
                                    <a:rPr lang="en-US" altLang="zh-CN" sz="1600" i="1" smtClean="0">
                                      <a:latin typeface="Cambria Math" panose="02040503050406030204" pitchFamily="18" charset="0"/>
                                    </a:rPr>
                                    <m:t>𝑇</m:t>
                                  </m:r>
                                </m:den>
                              </m:f>
                            </m:e>
                          </m:d>
                        </m:e>
                        <m:sup>
                          <m:r>
                            <a:rPr lang="en-US" altLang="zh-CN" sz="1600" i="1" smtClean="0">
                              <a:latin typeface="Cambria Math" panose="02040503050406030204" pitchFamily="18" charset="0"/>
                            </a:rPr>
                            <m:t>2</m:t>
                          </m:r>
                        </m:sup>
                      </m:sSup>
                      <m:r>
                        <a:rPr lang="en-US" altLang="zh-CN" sz="1600" i="1" smtClean="0">
                          <a:latin typeface="Cambria Math" panose="02040503050406030204" pitchFamily="18" charset="0"/>
                        </a:rPr>
                        <m:t>⋅</m:t>
                      </m:r>
                      <m:f>
                        <m:fPr>
                          <m:ctrlPr>
                            <a:rPr lang="en-US" altLang="zh-CN" sz="1600" i="1" smtClean="0">
                              <a:latin typeface="Cambria Math" panose="02040503050406030204" pitchFamily="18" charset="0"/>
                            </a:rPr>
                          </m:ctrlPr>
                        </m:fPr>
                        <m:num>
                          <m:rad>
                            <m:radPr>
                              <m:degHide m:val="on"/>
                              <m:ctrlPr>
                                <a:rPr lang="en-US" altLang="zh-CN" sz="1600" i="1" smtClean="0">
                                  <a:latin typeface="Cambria Math" panose="02040503050406030204" pitchFamily="18" charset="0"/>
                                </a:rPr>
                              </m:ctrlPr>
                            </m:radPr>
                            <m:deg/>
                            <m:e>
                              <m:r>
                                <a:rPr lang="en-US" altLang="zh-CN" sz="1600" i="1" smtClean="0">
                                  <a:latin typeface="Cambria Math" panose="02040503050406030204" pitchFamily="18" charset="0"/>
                                </a:rPr>
                                <m:t>3</m:t>
                              </m:r>
                            </m:e>
                          </m:rad>
                          <m:r>
                            <a:rPr lang="en-US" altLang="zh-CN" sz="1600" i="1" smtClean="0">
                              <a:latin typeface="Cambria Math" panose="02040503050406030204" pitchFamily="18" charset="0"/>
                            </a:rPr>
                            <m:t>𝑙</m:t>
                          </m:r>
                        </m:num>
                        <m:den>
                          <m:r>
                            <a:rPr lang="en-US" altLang="zh-CN" sz="1600" i="1" smtClean="0">
                              <a:latin typeface="Cambria Math" panose="02040503050406030204" pitchFamily="18" charset="0"/>
                            </a:rPr>
                            <m:t>3</m:t>
                          </m:r>
                        </m:den>
                      </m:f>
                    </m:oMath>
                  </m:oMathPara>
                </a14:m>
                <a:endParaRPr lang="zh-CN" altLang="en-US" sz="1600" dirty="0"/>
              </a:p>
            </p:txBody>
          </p:sp>
        </mc:Choice>
        <mc:Fallback>
          <p:sp>
            <p:nvSpPr>
              <p:cNvPr id="29" name="内容占位符 7171">
                <a:extLst>
                  <a:ext uri="{FF2B5EF4-FFF2-40B4-BE49-F238E27FC236}">
                    <a16:creationId xmlns:a16="http://schemas.microsoft.com/office/drawing/2014/main" id="{0893285D-9AAF-44B9-8E2F-5E3A7336732B}"/>
                  </a:ext>
                </a:extLst>
              </p:cNvPr>
              <p:cNvSpPr txBox="1">
                <a:spLocks noRot="1" noChangeAspect="1" noMove="1" noResize="1" noEditPoints="1" noAdjustHandles="1" noChangeArrowheads="1" noChangeShapeType="1" noTextEdit="1"/>
              </p:cNvSpPr>
              <p:nvPr/>
            </p:nvSpPr>
            <p:spPr>
              <a:xfrm>
                <a:off x="8658667" y="4274961"/>
                <a:ext cx="2620962" cy="842962"/>
              </a:xfrm>
              <a:prstGeom prst="rect">
                <a:avLst/>
              </a:prstGeom>
              <a:blipFill>
                <a:blip r:embed="rId17"/>
                <a:stretch>
                  <a:fillRect/>
                </a:stretch>
              </a:blipFill>
              <a:ln w="38100">
                <a:noFill/>
                <a:miter lim="800000"/>
                <a:headEnd/>
                <a:tailEnd/>
              </a:ln>
            </p:spPr>
            <p:txBody>
              <a:bodyPr/>
              <a:lstStyle/>
              <a:p>
                <a:r>
                  <a:rPr lang="zh-CN" altLang="en-US">
                    <a:noFill/>
                  </a:rPr>
                  <a:t> </a:t>
                </a:r>
              </a:p>
            </p:txBody>
          </p:sp>
        </mc:Fallback>
      </mc:AlternateContent>
      <p:sp>
        <p:nvSpPr>
          <p:cNvPr id="11" name="箭头: 下 10">
            <a:extLst>
              <a:ext uri="{FF2B5EF4-FFF2-40B4-BE49-F238E27FC236}">
                <a16:creationId xmlns:a16="http://schemas.microsoft.com/office/drawing/2014/main" id="{51E34313-263C-4867-8F6C-3E6B5228C78F}"/>
              </a:ext>
            </a:extLst>
          </p:cNvPr>
          <p:cNvSpPr/>
          <p:nvPr/>
        </p:nvSpPr>
        <p:spPr>
          <a:xfrm rot="2034989">
            <a:off x="9218933" y="5029349"/>
            <a:ext cx="408525" cy="73297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对象 8198">
            <a:extLst>
              <a:ext uri="{FF2B5EF4-FFF2-40B4-BE49-F238E27FC236}">
                <a16:creationId xmlns:a16="http://schemas.microsoft.com/office/drawing/2014/main" id="{61E2B3EA-8DF7-468A-AEF6-C63084FCDF8C}"/>
              </a:ext>
            </a:extLst>
          </p:cNvPr>
          <p:cNvSpPr txBox="1"/>
          <p:nvPr/>
        </p:nvSpPr>
        <p:spPr>
          <a:xfrm>
            <a:off x="7359675" y="5479794"/>
            <a:ext cx="1562588" cy="842961"/>
          </a:xfrm>
          <a:prstGeom prst="rect">
            <a:avLst/>
          </a:prstGeom>
          <a:noFill/>
          <a:ln w="19050">
            <a:solidFill>
              <a:srgbClr val="FF0000"/>
            </a:solidFill>
            <a:miter lim="800000"/>
            <a:headEnd/>
            <a:tailEnd/>
          </a:ln>
        </p:spPr>
        <p:txBody>
          <a:bodyPr>
            <a:normAutofit/>
          </a:bodyPr>
          <a:lstStyle/>
          <a:p>
            <a:pPr/>
            <a:endParaRPr lang="zh-CN" altLang="en-US" dirty="0"/>
          </a:p>
        </p:txBody>
      </p:sp>
      <mc:AlternateContent xmlns:mc="http://schemas.openxmlformats.org/markup-compatibility/2006">
        <mc:Choice xmlns:a14="http://schemas.microsoft.com/office/drawing/2010/main" Requires="a14">
          <p:sp>
            <p:nvSpPr>
              <p:cNvPr id="34" name="内容占位符 7171">
                <a:extLst>
                  <a:ext uri="{FF2B5EF4-FFF2-40B4-BE49-F238E27FC236}">
                    <a16:creationId xmlns:a16="http://schemas.microsoft.com/office/drawing/2014/main" id="{821B135B-ACF6-45AA-B34F-13594DB66272}"/>
                  </a:ext>
                </a:extLst>
              </p:cNvPr>
              <p:cNvSpPr txBox="1"/>
              <p:nvPr/>
            </p:nvSpPr>
            <p:spPr>
              <a:xfrm>
                <a:off x="7473565" y="5503844"/>
                <a:ext cx="1265989" cy="776881"/>
              </a:xfrm>
              <a:prstGeom prst="rect">
                <a:avLst/>
              </a:prstGeom>
              <a:noFill/>
              <a:ln w="38100">
                <a:noFill/>
                <a:miter lim="800000"/>
                <a:headEnd/>
                <a:tailEnd/>
              </a:ln>
            </p:spPr>
            <p:txBody>
              <a:bodyPr>
                <a:noAutofit/>
              </a:bodyPr>
              <a:lstStyle/>
              <a:p>
                <a:pPr/>
                <a14:m>
                  <m:oMathPara xmlns:m="http://schemas.openxmlformats.org/officeDocument/2006/math">
                    <m:oMathParaPr>
                      <m:jc m:val="left"/>
                    </m:oMathParaPr>
                    <m:oMath xmlns:m="http://schemas.openxmlformats.org/officeDocument/2006/math">
                      <m:r>
                        <a:rPr lang="en-US" altLang="zh-CN" sz="1600" i="1" smtClean="0">
                          <a:latin typeface="Cambria Math" panose="02040503050406030204" pitchFamily="18" charset="0"/>
                        </a:rPr>
                        <m:t>𝑇</m:t>
                      </m:r>
                      <m:r>
                        <a:rPr lang="en-US" altLang="zh-CN" sz="1600" i="1" smtClean="0">
                          <a:latin typeface="Cambria Math" panose="02040503050406030204" pitchFamily="18" charset="0"/>
                        </a:rPr>
                        <m:t>=</m:t>
                      </m:r>
                      <m:rad>
                        <m:radPr>
                          <m:degHide m:val="on"/>
                          <m:ctrlPr>
                            <a:rPr lang="en-US" altLang="zh-CN" sz="1600" i="1" smtClean="0">
                              <a:latin typeface="Cambria Math" panose="02040503050406030204" pitchFamily="18" charset="0"/>
                            </a:rPr>
                          </m:ctrlPr>
                        </m:radPr>
                        <m:deg/>
                        <m:e>
                          <m:f>
                            <m:fPr>
                              <m:ctrlPr>
                                <a:rPr lang="en-US" altLang="zh-CN" sz="1600" i="1" smtClean="0">
                                  <a:latin typeface="Cambria Math" panose="02040503050406030204" pitchFamily="18" charset="0"/>
                                </a:rPr>
                              </m:ctrlPr>
                            </m:fPr>
                            <m:num>
                              <m:r>
                                <a:rPr lang="en-US" altLang="zh-CN" sz="1600" i="1" smtClean="0">
                                  <a:latin typeface="Cambria Math" panose="02040503050406030204" pitchFamily="18" charset="0"/>
                                </a:rPr>
                                <m:t>4</m:t>
                              </m:r>
                              <m:sSup>
                                <m:sSupPr>
                                  <m:ctrlPr>
                                    <a:rPr lang="en-US" altLang="zh-CN" sz="1600" i="1" smtClean="0">
                                      <a:latin typeface="Cambria Math" panose="02040503050406030204" pitchFamily="18" charset="0"/>
                                    </a:rPr>
                                  </m:ctrlPr>
                                </m:sSupPr>
                                <m:e>
                                  <m:r>
                                    <a:rPr lang="en-US" altLang="zh-CN" sz="1600" i="1" smtClean="0">
                                      <a:latin typeface="Cambria Math" panose="02040503050406030204" pitchFamily="18" charset="0"/>
                                    </a:rPr>
                                    <m:t>𝜋</m:t>
                                  </m:r>
                                </m:e>
                                <m:sup>
                                  <m:r>
                                    <a:rPr lang="en-US" altLang="zh-CN" sz="1600" i="1" smtClean="0">
                                      <a:latin typeface="Cambria Math" panose="02040503050406030204" pitchFamily="18" charset="0"/>
                                    </a:rPr>
                                    <m:t>2</m:t>
                                  </m:r>
                                </m:sup>
                              </m:sSup>
                              <m:sSup>
                                <m:sSupPr>
                                  <m:ctrlPr>
                                    <a:rPr lang="en-US" altLang="zh-CN" sz="1600" i="1" smtClean="0">
                                      <a:latin typeface="Cambria Math" panose="02040503050406030204" pitchFamily="18" charset="0"/>
                                    </a:rPr>
                                  </m:ctrlPr>
                                </m:sSupPr>
                                <m:e>
                                  <m:r>
                                    <a:rPr lang="en-US" altLang="zh-CN" sz="1600" i="1" smtClean="0">
                                      <a:latin typeface="Cambria Math" panose="02040503050406030204" pitchFamily="18" charset="0"/>
                                    </a:rPr>
                                    <m:t>𝑙</m:t>
                                  </m:r>
                                </m:e>
                                <m:sup>
                                  <m:r>
                                    <a:rPr lang="en-US" altLang="zh-CN" sz="1600" i="1" smtClean="0">
                                      <a:latin typeface="Cambria Math" panose="02040503050406030204" pitchFamily="18" charset="0"/>
                                    </a:rPr>
                                    <m:t>3</m:t>
                                  </m:r>
                                </m:sup>
                              </m:sSup>
                            </m:num>
                            <m:den>
                              <m:r>
                                <a:rPr lang="en-US" altLang="zh-CN" sz="1600" i="1" smtClean="0">
                                  <a:latin typeface="Cambria Math" panose="02040503050406030204" pitchFamily="18" charset="0"/>
                                </a:rPr>
                                <m:t>3</m:t>
                              </m:r>
                              <m:r>
                                <a:rPr lang="en-US" altLang="zh-CN" sz="1600" i="1" smtClean="0">
                                  <a:latin typeface="Cambria Math" panose="02040503050406030204" pitchFamily="18" charset="0"/>
                                </a:rPr>
                                <m:t>𝐺𝑚</m:t>
                              </m:r>
                            </m:den>
                          </m:f>
                        </m:e>
                      </m:rad>
                    </m:oMath>
                  </m:oMathPara>
                </a14:m>
                <a:endParaRPr lang="zh-CN" altLang="en-US" sz="1600" dirty="0"/>
              </a:p>
            </p:txBody>
          </p:sp>
        </mc:Choice>
        <mc:Fallback>
          <p:sp>
            <p:nvSpPr>
              <p:cNvPr id="34" name="内容占位符 7171">
                <a:extLst>
                  <a:ext uri="{FF2B5EF4-FFF2-40B4-BE49-F238E27FC236}">
                    <a16:creationId xmlns:a16="http://schemas.microsoft.com/office/drawing/2014/main" id="{821B135B-ACF6-45AA-B34F-13594DB66272}"/>
                  </a:ext>
                </a:extLst>
              </p:cNvPr>
              <p:cNvSpPr txBox="1">
                <a:spLocks noRot="1" noChangeAspect="1" noMove="1" noResize="1" noEditPoints="1" noAdjustHandles="1" noChangeArrowheads="1" noChangeShapeType="1" noTextEdit="1"/>
              </p:cNvSpPr>
              <p:nvPr/>
            </p:nvSpPr>
            <p:spPr>
              <a:xfrm>
                <a:off x="7473565" y="5503844"/>
                <a:ext cx="1265989" cy="776881"/>
              </a:xfrm>
              <a:prstGeom prst="rect">
                <a:avLst/>
              </a:prstGeom>
              <a:blipFill>
                <a:blip r:embed="rId18"/>
                <a:stretch>
                  <a:fillRect/>
                </a:stretch>
              </a:blipFill>
              <a:ln w="38100">
                <a:noFill/>
                <a:miter lim="800000"/>
                <a:headEnd/>
                <a:tailEnd/>
              </a:ln>
            </p:spPr>
            <p:txBody>
              <a:bodyPr/>
              <a:lstStyle/>
              <a:p>
                <a:r>
                  <a:rPr lang="zh-CN" altLang="en-US">
                    <a:noFill/>
                  </a:rPr>
                  <a:t> </a:t>
                </a:r>
              </a:p>
            </p:txBody>
          </p:sp>
        </mc:Fallback>
      </mc:AlternateContent>
    </p:spTree>
    <p:custDataLst>
      <p:tags r:id="rId1"/>
    </p:custData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8918"/>
                                        </p:tgtEl>
                                        <p:attrNameLst>
                                          <p:attrName>style.visibility</p:attrName>
                                        </p:attrNameLst>
                                      </p:cBhvr>
                                      <p:to>
                                        <p:strVal val="visible"/>
                                      </p:to>
                                    </p:set>
                                    <p:anim calcmode="lin" valueType="num">
                                      <p:cBhvr additive="base">
                                        <p:cTn id="7" dur="500" fill="hold"/>
                                        <p:tgtEl>
                                          <p:spTgt spid="38918"/>
                                        </p:tgtEl>
                                        <p:attrNameLst>
                                          <p:attrName>ppt_x</p:attrName>
                                        </p:attrNameLst>
                                      </p:cBhvr>
                                      <p:tavLst>
                                        <p:tav tm="0">
                                          <p:val>
                                            <p:strVal val="#ppt_x"/>
                                          </p:val>
                                        </p:tav>
                                        <p:tav tm="100000">
                                          <p:val>
                                            <p:strVal val="#ppt_x"/>
                                          </p:val>
                                        </p:tav>
                                      </p:tavLst>
                                    </p:anim>
                                    <p:anim calcmode="lin" valueType="num">
                                      <p:cBhvr additive="base">
                                        <p:cTn id="8" dur="500" fill="hold"/>
                                        <p:tgtEl>
                                          <p:spTgt spid="389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8919"/>
                                        </p:tgtEl>
                                        <p:attrNameLst>
                                          <p:attrName>style.visibility</p:attrName>
                                        </p:attrNameLst>
                                      </p:cBhvr>
                                      <p:to>
                                        <p:strVal val="visible"/>
                                      </p:to>
                                    </p:set>
                                    <p:anim calcmode="lin" valueType="num">
                                      <p:cBhvr additive="base">
                                        <p:cTn id="13" dur="500" fill="hold"/>
                                        <p:tgtEl>
                                          <p:spTgt spid="38919"/>
                                        </p:tgtEl>
                                        <p:attrNameLst>
                                          <p:attrName>ppt_x</p:attrName>
                                        </p:attrNameLst>
                                      </p:cBhvr>
                                      <p:tavLst>
                                        <p:tav tm="0">
                                          <p:val>
                                            <p:strVal val="#ppt_x"/>
                                          </p:val>
                                        </p:tav>
                                        <p:tav tm="100000">
                                          <p:val>
                                            <p:strVal val="#ppt_x"/>
                                          </p:val>
                                        </p:tav>
                                      </p:tavLst>
                                    </p:anim>
                                    <p:anim calcmode="lin" valueType="num">
                                      <p:cBhvr additive="base">
                                        <p:cTn id="14" dur="500" fill="hold"/>
                                        <p:tgtEl>
                                          <p:spTgt spid="3891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8917"/>
                                        </p:tgtEl>
                                        <p:attrNameLst>
                                          <p:attrName>style.visibility</p:attrName>
                                        </p:attrNameLst>
                                      </p:cBhvr>
                                      <p:to>
                                        <p:strVal val="visible"/>
                                      </p:to>
                                    </p:set>
                                    <p:anim calcmode="lin" valueType="num">
                                      <p:cBhvr additive="base">
                                        <p:cTn id="19" dur="500" fill="hold"/>
                                        <p:tgtEl>
                                          <p:spTgt spid="38917"/>
                                        </p:tgtEl>
                                        <p:attrNameLst>
                                          <p:attrName>ppt_x</p:attrName>
                                        </p:attrNameLst>
                                      </p:cBhvr>
                                      <p:tavLst>
                                        <p:tav tm="0">
                                          <p:val>
                                            <p:strVal val="#ppt_x"/>
                                          </p:val>
                                        </p:tav>
                                        <p:tav tm="100000">
                                          <p:val>
                                            <p:strVal val="#ppt_x"/>
                                          </p:val>
                                        </p:tav>
                                      </p:tavLst>
                                    </p:anim>
                                    <p:anim calcmode="lin" valueType="num">
                                      <p:cBhvr additive="base">
                                        <p:cTn id="20" dur="500" fill="hold"/>
                                        <p:tgtEl>
                                          <p:spTgt spid="389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7" grpId="0" bldLvl="0" animBg="1"/>
      <p:bldP spid="38918" grpId="0"/>
      <p:bldP spid="3891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圆角矩形 12"/>
          <p:cNvSpPr/>
          <p:nvPr>
            <p:custDataLst>
              <p:tags r:id="rId2"/>
            </p:custDataLst>
          </p:nvPr>
        </p:nvSpPr>
        <p:spPr>
          <a:xfrm>
            <a:off x="279400" y="391795"/>
            <a:ext cx="11685270" cy="6123305"/>
          </a:xfrm>
          <a:prstGeom prst="roundRect">
            <a:avLst/>
          </a:prstGeom>
          <a:noFill/>
          <a:ln w="28575" cmpd="sng">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7" name="图片 56"/>
          <p:cNvPicPr>
            <a:picLocks noChangeAspect="1"/>
          </p:cNvPicPr>
          <p:nvPr>
            <p:custDataLst>
              <p:tags r:id="rId3"/>
            </p:custDataLst>
          </p:nvPr>
        </p:nvPicPr>
        <p:blipFill>
          <a:blip r:embed="rId35"/>
          <a:stretch>
            <a:fillRect/>
          </a:stretch>
        </p:blipFill>
        <p:spPr>
          <a:xfrm>
            <a:off x="10970895" y="5640070"/>
            <a:ext cx="1219200" cy="1219200"/>
          </a:xfrm>
          <a:prstGeom prst="rect">
            <a:avLst/>
          </a:prstGeom>
        </p:spPr>
      </p:pic>
      <p:pic>
        <p:nvPicPr>
          <p:cNvPr id="58" name="图片 57"/>
          <p:cNvPicPr>
            <a:picLocks noChangeAspect="1"/>
          </p:cNvPicPr>
          <p:nvPr>
            <p:custDataLst>
              <p:tags r:id="rId4"/>
            </p:custDataLst>
          </p:nvPr>
        </p:nvPicPr>
        <p:blipFill>
          <a:blip r:embed="rId36"/>
          <a:stretch>
            <a:fillRect/>
          </a:stretch>
        </p:blipFill>
        <p:spPr>
          <a:xfrm>
            <a:off x="0" y="5854700"/>
            <a:ext cx="914400" cy="914400"/>
          </a:xfrm>
          <a:prstGeom prst="rect">
            <a:avLst/>
          </a:prstGeom>
        </p:spPr>
      </p:pic>
      <p:grpSp>
        <p:nvGrpSpPr>
          <p:cNvPr id="6" name="组合 5"/>
          <p:cNvGrpSpPr/>
          <p:nvPr>
            <p:custDataLst>
              <p:tags r:id="rId5"/>
            </p:custDataLst>
          </p:nvPr>
        </p:nvGrpSpPr>
        <p:grpSpPr>
          <a:xfrm>
            <a:off x="2335213" y="375920"/>
            <a:ext cx="7519670" cy="914400"/>
            <a:chOff x="3655" y="592"/>
            <a:chExt cx="11842" cy="1440"/>
          </a:xfrm>
        </p:grpSpPr>
        <p:grpSp>
          <p:nvGrpSpPr>
            <p:cNvPr id="3" name="组合 2"/>
            <p:cNvGrpSpPr/>
            <p:nvPr>
              <p:custDataLst>
                <p:tags r:id="rId30"/>
              </p:custDataLst>
            </p:nvPr>
          </p:nvGrpSpPr>
          <p:grpSpPr>
            <a:xfrm>
              <a:off x="3655" y="837"/>
              <a:ext cx="11843" cy="1195"/>
              <a:chOff x="2320698" y="560331"/>
              <a:chExt cx="7519988" cy="759009"/>
            </a:xfrm>
          </p:grpSpPr>
          <p:sp>
            <p:nvSpPr>
              <p:cNvPr id="11" name="矩形 10"/>
              <p:cNvSpPr/>
              <p:nvPr>
                <p:custDataLst>
                  <p:tags r:id="rId32"/>
                </p:custDataLst>
              </p:nvPr>
            </p:nvSpPr>
            <p:spPr>
              <a:xfrm flipH="1" flipV="1">
                <a:off x="2320698" y="1273621"/>
                <a:ext cx="7519988"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3"/>
              <p:cNvSpPr/>
              <p:nvPr>
                <p:custDataLst>
                  <p:tags r:id="rId33"/>
                </p:custDataLst>
              </p:nvPr>
            </p:nvSpPr>
            <p:spPr>
              <a:xfrm>
                <a:off x="5253355" y="560331"/>
                <a:ext cx="1662360" cy="536070"/>
              </a:xfrm>
              <a:prstGeom prst="rect">
                <a:avLst/>
              </a:prstGeom>
              <a:noFill/>
              <a:ln w="9525">
                <a:noFill/>
                <a:miter/>
              </a:ln>
            </p:spPr>
            <p:txBody>
              <a:bodyPr wrap="square" lIns="91431" tIns="45716" rIns="91431" bIns="45716">
                <a:normAutofit fontScale="97500"/>
              </a:bodyPr>
              <a:lstStyle/>
              <a:p>
                <a:pPr lvl="0" algn="l" eaLnBrk="1" hangingPunct="1">
                  <a:buNone/>
                </a:pPr>
                <a:r>
                  <a:rPr lang="zh-CN" altLang="en-US" sz="2900" b="1">
                    <a:solidFill>
                      <a:schemeClr val="tx1"/>
                    </a:solidFill>
                    <a:sym typeface="+mn-ea"/>
                  </a:rPr>
                  <a:t>课堂总结</a:t>
                </a:r>
              </a:p>
            </p:txBody>
          </p:sp>
        </p:grpSp>
        <p:pic>
          <p:nvPicPr>
            <p:cNvPr id="4" name="图片 3" descr="32303833393133303b32303833323839393bd0c7c7f2"/>
            <p:cNvPicPr>
              <a:picLocks noChangeAspect="1"/>
            </p:cNvPicPr>
            <p:nvPr>
              <p:custDataLst>
                <p:tags r:id="rId31"/>
              </p:custDataLst>
            </p:nvPr>
          </p:nvPicPr>
          <p:blipFill>
            <a:blip r:embed="rId37">
              <a:extLst>
                <a:ext uri="{96DAC541-7B7A-43D3-8B79-37D633B846F1}">
                  <asvg:svgBlip xmlns:asvg="http://schemas.microsoft.com/office/drawing/2016/SVG/main" r:embed="rId38"/>
                </a:ext>
              </a:extLst>
            </a:blip>
            <a:stretch>
              <a:fillRect/>
            </a:stretch>
          </p:blipFill>
          <p:spPr>
            <a:xfrm>
              <a:off x="6139" y="592"/>
              <a:ext cx="1440" cy="1440"/>
            </a:xfrm>
            <a:prstGeom prst="rect">
              <a:avLst/>
            </a:prstGeom>
          </p:spPr>
        </p:pic>
      </p:grpSp>
      <p:sp>
        <p:nvSpPr>
          <p:cNvPr id="5" name="文本框 4"/>
          <p:cNvSpPr txBox="1"/>
          <p:nvPr>
            <p:custDataLst>
              <p:tags r:id="rId6"/>
            </p:custDataLst>
          </p:nvPr>
        </p:nvSpPr>
        <p:spPr>
          <a:xfrm>
            <a:off x="1452245" y="1650365"/>
            <a:ext cx="3405505" cy="4204335"/>
          </a:xfrm>
          <a:prstGeom prst="rect">
            <a:avLst/>
          </a:prstGeom>
          <a:noFill/>
          <a:ln w="28575" cmpd="sng">
            <a:solidFill>
              <a:schemeClr val="accent1">
                <a:shade val="50000"/>
              </a:schemeClr>
            </a:solidFill>
            <a:prstDash val="lgDashDot"/>
          </a:ln>
        </p:spPr>
        <p:txBody>
          <a:bodyPr wrap="square" rtlCol="0">
            <a:normAutofit/>
          </a:bodyPr>
          <a:lstStyle/>
          <a:p>
            <a:pPr>
              <a:lnSpc>
                <a:spcPct val="140000"/>
              </a:lnSpc>
            </a:pPr>
            <a:r>
              <a:rPr lang="en-US" altLang="zh-CN" sz="2300" b="1" kern="0">
                <a:solidFill>
                  <a:schemeClr val="accent2"/>
                </a:solidFill>
                <a:effectLst/>
                <a:latin typeface="+mn-ea"/>
                <a:cs typeface="江城圆体 400W" panose="020B0500000000000000" pitchFamily="34" charset="-122"/>
              </a:rPr>
              <a:t>1</a:t>
            </a:r>
            <a:r>
              <a:rPr lang="zh-CN" altLang="en-US" sz="2300" b="1" kern="0">
                <a:solidFill>
                  <a:schemeClr val="accent2"/>
                </a:solidFill>
                <a:effectLst/>
                <a:latin typeface="+mn-ea"/>
                <a:cs typeface="江城圆体 400W" panose="020B0500000000000000" pitchFamily="34" charset="-122"/>
              </a:rPr>
              <a:t>、双星特点</a:t>
            </a:r>
          </a:p>
          <a:p>
            <a:pPr>
              <a:lnSpc>
                <a:spcPct val="140000"/>
              </a:lnSpc>
            </a:pPr>
            <a:r>
              <a:rPr lang="zh-CN" altLang="en-US" sz="2300" kern="0">
                <a:effectLst/>
                <a:latin typeface="+mn-ea"/>
                <a:cs typeface="江城圆体 400W" panose="020B0500000000000000" pitchFamily="34" charset="-122"/>
              </a:rPr>
              <a:t>（</a:t>
            </a:r>
            <a:r>
              <a:rPr lang="en-US" altLang="zh-CN" sz="2300" kern="0">
                <a:effectLst/>
                <a:latin typeface="+mn-ea"/>
                <a:cs typeface="江城圆体 400W" panose="020B0500000000000000" pitchFamily="34" charset="-122"/>
              </a:rPr>
              <a:t>1</a:t>
            </a:r>
            <a:r>
              <a:rPr lang="zh-CN" altLang="en-US" sz="2300" kern="0">
                <a:effectLst/>
                <a:latin typeface="+mn-ea"/>
                <a:cs typeface="江城圆体 400W" panose="020B0500000000000000" pitchFamily="34" charset="-122"/>
              </a:rPr>
              <a:t>）</a:t>
            </a:r>
            <a:r>
              <a:rPr lang="en-US" altLang="en-US" sz="2300" b="1" kern="0">
                <a:solidFill>
                  <a:srgbClr val="191919"/>
                </a:solidFill>
                <a:latin typeface="宋体" panose="02010600030101010101" pitchFamily="2" charset="-122"/>
                <a:ea typeface="宋体" panose="02010600030101010101" pitchFamily="2" charset="-122"/>
                <a:sym typeface="+mn-ea"/>
              </a:rPr>
              <a:t>万有引力分别提供了两恒星的向心力</a:t>
            </a:r>
          </a:p>
          <a:p>
            <a:pPr>
              <a:lnSpc>
                <a:spcPct val="140000"/>
              </a:lnSpc>
            </a:pPr>
            <a:r>
              <a:rPr lang="zh-CN" altLang="en-US" sz="2300" kern="0">
                <a:effectLst/>
                <a:latin typeface="+mn-ea"/>
                <a:cs typeface="江城圆体 400W" panose="020B0500000000000000" pitchFamily="34" charset="-122"/>
              </a:rPr>
              <a:t>（</a:t>
            </a:r>
            <a:r>
              <a:rPr lang="en-US" altLang="zh-CN" sz="2300" kern="0">
                <a:effectLst/>
                <a:latin typeface="+mn-ea"/>
                <a:cs typeface="江城圆体 400W" panose="020B0500000000000000" pitchFamily="34" charset="-122"/>
              </a:rPr>
              <a:t>2</a:t>
            </a:r>
            <a:r>
              <a:rPr lang="zh-CN" altLang="en-US" sz="2300" kern="0">
                <a:effectLst/>
                <a:latin typeface="+mn-ea"/>
                <a:cs typeface="江城圆体 400W" panose="020B0500000000000000" pitchFamily="34" charset="-122"/>
              </a:rPr>
              <a:t>）</a:t>
            </a:r>
            <a:r>
              <a:rPr lang="en-US" altLang="en-US" sz="2300" b="1" kern="0">
                <a:solidFill>
                  <a:srgbClr val="00B0F0"/>
                </a:solidFill>
                <a:latin typeface="宋体" panose="02010600030101010101" pitchFamily="2" charset="-122"/>
                <a:ea typeface="宋体" panose="02010600030101010101" pitchFamily="2" charset="-122"/>
                <a:sym typeface="+mn-ea"/>
              </a:rPr>
              <a:t>角速度</a:t>
            </a:r>
            <a:r>
              <a:rPr lang="en-US" altLang="en-US" sz="2300" b="1" kern="0">
                <a:solidFill>
                  <a:srgbClr val="FF0000"/>
                </a:solidFill>
                <a:latin typeface="微软雅黑" panose="020B0503020204020204" charset="-122"/>
                <a:ea typeface="微软雅黑" panose="020B0503020204020204" charset="-122"/>
                <a:sym typeface="+mn-ea"/>
              </a:rPr>
              <a:t>ω</a:t>
            </a:r>
            <a:r>
              <a:rPr lang="en-US" altLang="en-US" sz="2300" b="1" kern="0">
                <a:solidFill>
                  <a:srgbClr val="00B0F0"/>
                </a:solidFill>
                <a:latin typeface="宋体" panose="02010600030101010101" pitchFamily="2" charset="-122"/>
                <a:ea typeface="宋体" panose="02010600030101010101" pitchFamily="2" charset="-122"/>
                <a:sym typeface="+mn-ea"/>
              </a:rPr>
              <a:t>相同，周期</a:t>
            </a:r>
            <a:r>
              <a:rPr lang="en-US" altLang="zh-CN" sz="2300" b="1" kern="0">
                <a:solidFill>
                  <a:srgbClr val="FF0000"/>
                </a:solidFill>
                <a:latin typeface="宋体" panose="02010600030101010101" pitchFamily="2" charset="-122"/>
                <a:ea typeface="宋体" panose="02010600030101010101" pitchFamily="2" charset="-122"/>
                <a:sym typeface="+mn-ea"/>
              </a:rPr>
              <a:t>T</a:t>
            </a:r>
            <a:r>
              <a:rPr lang="en-US" altLang="en-US" sz="2300" b="1" kern="0">
                <a:solidFill>
                  <a:srgbClr val="00B0F0"/>
                </a:solidFill>
                <a:latin typeface="宋体" panose="02010600030101010101" pitchFamily="2" charset="-122"/>
                <a:ea typeface="宋体" panose="02010600030101010101" pitchFamily="2" charset="-122"/>
                <a:sym typeface="+mn-ea"/>
              </a:rPr>
              <a:t>相同</a:t>
            </a:r>
          </a:p>
          <a:p>
            <a:pPr>
              <a:lnSpc>
                <a:spcPct val="140000"/>
              </a:lnSpc>
            </a:pPr>
            <a:r>
              <a:rPr lang="zh-CN" altLang="en-US" sz="2300" kern="0">
                <a:effectLst/>
                <a:latin typeface="+mn-ea"/>
                <a:cs typeface="江城圆体 400W" panose="020B0500000000000000" pitchFamily="34" charset="-122"/>
              </a:rPr>
              <a:t>（</a:t>
            </a:r>
            <a:r>
              <a:rPr lang="en-US" altLang="zh-CN" sz="2300" kern="0">
                <a:effectLst/>
                <a:latin typeface="+mn-ea"/>
                <a:cs typeface="江城圆体 400W" panose="020B0500000000000000" pitchFamily="34" charset="-122"/>
              </a:rPr>
              <a:t>3</a:t>
            </a:r>
            <a:r>
              <a:rPr lang="zh-CN" altLang="en-US" sz="2300" kern="0">
                <a:effectLst/>
                <a:latin typeface="+mn-ea"/>
                <a:cs typeface="江城圆体 400W" panose="020B0500000000000000" pitchFamily="34" charset="-122"/>
              </a:rPr>
              <a:t>）</a:t>
            </a:r>
            <a:r>
              <a:rPr lang="en-US" altLang="en-US" sz="2300" b="1" kern="0">
                <a:latin typeface="宋体" panose="02010600030101010101" pitchFamily="2" charset="-122"/>
                <a:ea typeface="宋体" panose="02010600030101010101" pitchFamily="2" charset="-122"/>
                <a:sym typeface="+mn-ea"/>
              </a:rPr>
              <a:t>轨道半径</a:t>
            </a:r>
            <a:r>
              <a:rPr lang="zh-CN" altLang="en-US" sz="2300" b="1" kern="0">
                <a:latin typeface="宋体" panose="02010600030101010101" pitchFamily="2" charset="-122"/>
                <a:ea typeface="宋体" panose="02010600030101010101" pitchFamily="2" charset="-122"/>
                <a:sym typeface="+mn-ea"/>
              </a:rPr>
              <a:t>r</a:t>
            </a:r>
            <a:r>
              <a:rPr lang="zh-CN" altLang="en-US" sz="2300" b="1" kern="0" baseline="-25000">
                <a:latin typeface="宋体" panose="02010600030101010101" pitchFamily="2" charset="-122"/>
                <a:ea typeface="宋体" panose="02010600030101010101" pitchFamily="2" charset="-122"/>
                <a:sym typeface="+mn-ea"/>
              </a:rPr>
              <a:t>1</a:t>
            </a:r>
            <a:r>
              <a:rPr lang="zh-CN" altLang="en-US" sz="2300" b="1" kern="0">
                <a:latin typeface="宋体" panose="02010600030101010101" pitchFamily="2" charset="-122"/>
                <a:ea typeface="宋体" panose="02010600030101010101" pitchFamily="2" charset="-122"/>
                <a:sym typeface="+mn-ea"/>
              </a:rPr>
              <a:t>、r</a:t>
            </a:r>
            <a:r>
              <a:rPr lang="zh-CN" altLang="en-US" sz="2300" b="1" kern="0" baseline="-25000">
                <a:latin typeface="宋体" panose="02010600030101010101" pitchFamily="2" charset="-122"/>
                <a:ea typeface="宋体" panose="02010600030101010101" pitchFamily="2" charset="-122"/>
                <a:sym typeface="+mn-ea"/>
              </a:rPr>
              <a:t>2</a:t>
            </a:r>
            <a:r>
              <a:rPr lang="en-US" altLang="en-US" sz="2300" b="1" kern="0">
                <a:latin typeface="宋体" panose="02010600030101010101" pitchFamily="2" charset="-122"/>
                <a:ea typeface="宋体" panose="02010600030101010101" pitchFamily="2" charset="-122"/>
                <a:sym typeface="+mn-ea"/>
              </a:rPr>
              <a:t>与两</a:t>
            </a:r>
            <a:r>
              <a:rPr lang="zh-CN" altLang="en-US" sz="2300" b="1" kern="0">
                <a:solidFill>
                  <a:srgbClr val="191919"/>
                </a:solidFill>
                <a:latin typeface="宋体" panose="02010600030101010101" pitchFamily="2" charset="-122"/>
                <a:ea typeface="宋体" panose="02010600030101010101" pitchFamily="2" charset="-122"/>
                <a:sym typeface="+mn-ea"/>
              </a:rPr>
              <a:t>恒星</a:t>
            </a:r>
            <a:r>
              <a:rPr lang="en-US" altLang="en-US" sz="2300" b="1" kern="0">
                <a:latin typeface="宋体" panose="02010600030101010101" pitchFamily="2" charset="-122"/>
                <a:ea typeface="宋体" panose="02010600030101010101" pitchFamily="2" charset="-122"/>
                <a:sym typeface="+mn-ea"/>
              </a:rPr>
              <a:t>间距离</a:t>
            </a:r>
            <a:r>
              <a:rPr lang="zh-CN" altLang="en-US" sz="2300" b="1" kern="0">
                <a:latin typeface="宋体" panose="02010600030101010101" pitchFamily="2" charset="-122"/>
                <a:ea typeface="宋体" panose="02010600030101010101" pitchFamily="2" charset="-122"/>
                <a:sym typeface="+mn-ea"/>
              </a:rPr>
              <a:t>L的</a:t>
            </a:r>
            <a:r>
              <a:rPr lang="en-US" altLang="en-US" sz="2300" b="1" kern="0">
                <a:latin typeface="宋体" panose="02010600030101010101" pitchFamily="2" charset="-122"/>
                <a:ea typeface="宋体" panose="02010600030101010101" pitchFamily="2" charset="-122"/>
                <a:sym typeface="+mn-ea"/>
              </a:rPr>
              <a:t>关系为</a:t>
            </a:r>
            <a:r>
              <a:rPr lang="en-US" altLang="en-US" sz="2300" b="1" kern="0">
                <a:solidFill>
                  <a:srgbClr val="00B0F0"/>
                </a:solidFill>
                <a:latin typeface="宋体" panose="02010600030101010101" pitchFamily="2" charset="-122"/>
                <a:ea typeface="宋体" panose="02010600030101010101" pitchFamily="2" charset="-122"/>
                <a:sym typeface="+mn-ea"/>
              </a:rPr>
              <a:t>r</a:t>
            </a:r>
            <a:r>
              <a:rPr lang="en-US" altLang="en-US" sz="2300" b="1" kern="0" baseline="-25000">
                <a:solidFill>
                  <a:srgbClr val="00B0F0"/>
                </a:solidFill>
                <a:latin typeface="宋体" panose="02010600030101010101" pitchFamily="2" charset="-122"/>
                <a:ea typeface="宋体" panose="02010600030101010101" pitchFamily="2" charset="-122"/>
                <a:sym typeface="+mn-ea"/>
              </a:rPr>
              <a:t>1</a:t>
            </a:r>
            <a:r>
              <a:rPr lang="en-US" altLang="en-US" sz="2300" b="1" kern="0">
                <a:solidFill>
                  <a:srgbClr val="00B0F0"/>
                </a:solidFill>
                <a:latin typeface="宋体" panose="02010600030101010101" pitchFamily="2" charset="-122"/>
                <a:ea typeface="宋体" panose="02010600030101010101" pitchFamily="2" charset="-122"/>
                <a:sym typeface="+mn-ea"/>
              </a:rPr>
              <a:t>＋r</a:t>
            </a:r>
            <a:r>
              <a:rPr lang="en-US" altLang="en-US" sz="2300" b="1" kern="0" baseline="-25000">
                <a:solidFill>
                  <a:srgbClr val="00B0F0"/>
                </a:solidFill>
                <a:latin typeface="宋体" panose="02010600030101010101" pitchFamily="2" charset="-122"/>
                <a:ea typeface="宋体" panose="02010600030101010101" pitchFamily="2" charset="-122"/>
                <a:sym typeface="+mn-ea"/>
              </a:rPr>
              <a:t>2</a:t>
            </a:r>
            <a:r>
              <a:rPr lang="en-US" altLang="en-US" sz="2300" b="1" kern="0">
                <a:solidFill>
                  <a:srgbClr val="00B0F0"/>
                </a:solidFill>
                <a:latin typeface="宋体" panose="02010600030101010101" pitchFamily="2" charset="-122"/>
                <a:ea typeface="宋体" panose="02010600030101010101" pitchFamily="2" charset="-122"/>
                <a:sym typeface="+mn-ea"/>
              </a:rPr>
              <a:t>＝L</a:t>
            </a:r>
            <a:endParaRPr lang="zh-CN" altLang="en-US" sz="2300" kern="0">
              <a:effectLst/>
              <a:latin typeface="+mn-ea"/>
              <a:cs typeface="江城圆体 400W" panose="020B0500000000000000" pitchFamily="34" charset="-122"/>
            </a:endParaRPr>
          </a:p>
        </p:txBody>
      </p:sp>
      <p:grpSp>
        <p:nvGrpSpPr>
          <p:cNvPr id="38929" name="组合 8"/>
          <p:cNvGrpSpPr/>
          <p:nvPr>
            <p:custDataLst>
              <p:tags r:id="rId7"/>
            </p:custDataLst>
          </p:nvPr>
        </p:nvGrpSpPr>
        <p:grpSpPr>
          <a:xfrm>
            <a:off x="4944745" y="2212975"/>
            <a:ext cx="2475865" cy="2296160"/>
            <a:chOff x="737" y="4037"/>
            <a:chExt cx="4918" cy="4720"/>
          </a:xfrm>
        </p:grpSpPr>
        <p:sp>
          <p:nvSpPr>
            <p:cNvPr id="38931" name="矩形 7184"/>
            <p:cNvSpPr/>
            <p:nvPr>
              <p:custDataLst>
                <p:tags r:id="rId11"/>
              </p:custDataLst>
            </p:nvPr>
          </p:nvSpPr>
          <p:spPr>
            <a:xfrm>
              <a:off x="2320" y="5703"/>
              <a:ext cx="685" cy="1440"/>
            </a:xfrm>
            <a:prstGeom prst="rect">
              <a:avLst/>
            </a:prstGeom>
            <a:noFill/>
            <a:ln w="9525">
              <a:noFill/>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395" b="1" i="1" u="none" strike="noStrike" kern="1200" cap="none" spc="0" normalizeH="0" baseline="0" noProof="0">
                  <a:ln>
                    <a:noFill/>
                  </a:ln>
                  <a:solidFill>
                    <a:srgbClr val="000000"/>
                  </a:solidFill>
                  <a:effectLst/>
                  <a:uLnTx/>
                  <a:uFillTx/>
                  <a:latin typeface="Times New Roman" panose="02020603050405020304" charset="0"/>
                  <a:ea typeface="宋体" panose="02010600030101010101" pitchFamily="2" charset="-122"/>
                  <a:cs typeface="+mn-cs"/>
                </a:rPr>
                <a:t>r</a:t>
              </a:r>
              <a:r>
                <a:rPr kumimoji="0" lang="en-US" altLang="zh-CN" sz="2395" b="1" i="0" u="none" strike="noStrike" kern="1200" cap="none" spc="0" normalizeH="0" baseline="-25000" noProof="0">
                  <a:ln>
                    <a:noFill/>
                  </a:ln>
                  <a:solidFill>
                    <a:srgbClr val="000000"/>
                  </a:solidFill>
                  <a:effectLst/>
                  <a:uLnTx/>
                  <a:uFillTx/>
                  <a:latin typeface="Times New Roman" panose="02020603050405020304" charset="0"/>
                  <a:ea typeface="宋体" panose="02010600030101010101" pitchFamily="2" charset="-122"/>
                  <a:cs typeface="+mn-cs"/>
                </a:rPr>
                <a:t>1</a:t>
              </a:r>
            </a:p>
          </p:txBody>
        </p:sp>
        <p:sp>
          <p:nvSpPr>
            <p:cNvPr id="38932" name="矩形 7185"/>
            <p:cNvSpPr/>
            <p:nvPr>
              <p:custDataLst>
                <p:tags r:id="rId12"/>
              </p:custDataLst>
            </p:nvPr>
          </p:nvSpPr>
          <p:spPr>
            <a:xfrm>
              <a:off x="4158" y="5775"/>
              <a:ext cx="482" cy="1440"/>
            </a:xfrm>
            <a:prstGeom prst="rect">
              <a:avLst/>
            </a:prstGeom>
            <a:noFill/>
            <a:ln w="9525">
              <a:no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395" b="1" i="1" u="none" strike="noStrike" kern="1200" cap="none" spc="0" normalizeH="0" baseline="0" noProof="0">
                  <a:ln>
                    <a:noFill/>
                  </a:ln>
                  <a:solidFill>
                    <a:srgbClr val="000000"/>
                  </a:solidFill>
                  <a:effectLst/>
                  <a:uLnTx/>
                  <a:uFillTx/>
                  <a:latin typeface="Times New Roman" panose="02020603050405020304" charset="0"/>
                  <a:ea typeface="宋体" panose="02010600030101010101" pitchFamily="2" charset="-122"/>
                  <a:cs typeface="+mn-cs"/>
                </a:rPr>
                <a:t>r</a:t>
              </a:r>
              <a:r>
                <a:rPr kumimoji="0" lang="en-US" altLang="zh-CN" sz="2395" b="1" i="0" u="none" strike="noStrike" kern="1200" cap="none" spc="0" normalizeH="0" baseline="-25000" noProof="0">
                  <a:ln>
                    <a:noFill/>
                  </a:ln>
                  <a:solidFill>
                    <a:srgbClr val="000000"/>
                  </a:solidFill>
                  <a:effectLst/>
                  <a:uLnTx/>
                  <a:uFillTx/>
                  <a:latin typeface="Times New Roman" panose="02020603050405020304" charset="0"/>
                  <a:ea typeface="宋体" panose="02010600030101010101" pitchFamily="2" charset="-122"/>
                  <a:cs typeface="+mn-cs"/>
                </a:rPr>
                <a:t>2</a:t>
              </a:r>
            </a:p>
          </p:txBody>
        </p:sp>
        <p:sp>
          <p:nvSpPr>
            <p:cNvPr id="38933" name="椭圆 41990"/>
            <p:cNvSpPr/>
            <p:nvPr>
              <p:custDataLst>
                <p:tags r:id="rId13"/>
              </p:custDataLst>
            </p:nvPr>
          </p:nvSpPr>
          <p:spPr>
            <a:xfrm>
              <a:off x="5232" y="6142"/>
              <a:ext cx="423" cy="425"/>
            </a:xfrm>
            <a:prstGeom prst="ellipse">
              <a:avLst/>
            </a:prstGeom>
            <a:gradFill rotWithShape="1">
              <a:gsLst>
                <a:gs pos="0">
                  <a:srgbClr val="FECF40"/>
                </a:gs>
                <a:gs pos="100000">
                  <a:srgbClr val="846C21"/>
                </a:gs>
              </a:gsLst>
              <a:path path="shape">
                <a:fillToRect l="50000" t="50000" r="50000" b="50000"/>
              </a:path>
            </a:gradFill>
            <a:ln w="28575">
              <a:solidFill>
                <a:prstClr val="black"/>
              </a:solidFill>
              <a:miter lim="800000"/>
            </a:ln>
          </p:spPr>
          <p:txBody>
            <a:bodyPr>
              <a:noAutofit/>
            </a:bodyPr>
            <a:lstStyle>
              <a:lvl1pPr marL="228600" indent="-228600" algn="l" defTabSz="914400" rtl="0" eaLnBrk="0" fontAlgn="base" hangingPunct="0">
                <a:lnSpc>
                  <a:spcPct val="90000"/>
                </a:lnSpc>
                <a:spcBef>
                  <a:spcPts val="1000"/>
                </a:spcBef>
                <a:spcAft>
                  <a:spcPct val="0"/>
                </a:spcAft>
                <a:buClrTx/>
                <a:buSzTx/>
                <a:buFont typeface="Arial" panose="020B0604020202020204" pitchFamily="34" charset="0"/>
                <a:buChar char="•"/>
                <a:defRPr kumimoji="0" lang="zh-CN" altLang="en-US" sz="2800" b="0" i="0" u="none" kern="1200" baseline="0">
                  <a:solidFill>
                    <a:srgbClr val="000000"/>
                  </a:solidFill>
                  <a:effectLst/>
                  <a:latin typeface="+mn-lt"/>
                  <a:ea typeface="+mn-ea"/>
                  <a:cs typeface="+mn-cs"/>
                </a:defRPr>
              </a:lvl1pPr>
              <a:lvl2pPr marL="6858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2400" b="0" i="0" u="none" kern="1200" baseline="0">
                  <a:solidFill>
                    <a:srgbClr val="000000"/>
                  </a:solidFill>
                  <a:effectLst/>
                  <a:latin typeface="+mn-lt"/>
                  <a:ea typeface="+mn-ea"/>
                  <a:cs typeface="+mn-cs"/>
                </a:defRPr>
              </a:lvl2pPr>
              <a:lvl3pPr marL="11430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2000" b="0" i="0" u="none" kern="1200" baseline="0">
                  <a:solidFill>
                    <a:srgbClr val="000000"/>
                  </a:solidFill>
                  <a:effectLst/>
                  <a:latin typeface="+mn-lt"/>
                  <a:ea typeface="+mn-ea"/>
                  <a:cs typeface="+mn-cs"/>
                </a:defRPr>
              </a:lvl3pPr>
              <a:lvl4pPr marL="16002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1800" b="0" i="0" u="none" kern="1200" baseline="0">
                  <a:solidFill>
                    <a:srgbClr val="000000"/>
                  </a:solidFill>
                  <a:effectLst/>
                  <a:latin typeface="+mn-lt"/>
                  <a:ea typeface="+mn-ea"/>
                  <a:cs typeface="+mn-cs"/>
                </a:defRPr>
              </a:lvl4pPr>
              <a:lvl5pPr marL="20574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18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9pPr>
            </a:lstStyle>
            <a:p>
              <a:pPr marL="0" lvl="0" indent="0" eaLnBrk="1" hangingPunct="1">
                <a:lnSpc>
                  <a:spcPct val="100000"/>
                </a:lnSpc>
                <a:spcBef>
                  <a:spcPct val="0"/>
                </a:spcBef>
                <a:buFontTx/>
                <a:buNone/>
              </a:pPr>
              <a:endParaRPr lang="zh-CN" altLang="en-US" sz="1800">
                <a:latin typeface="Arial" panose="020B0604020202020204" pitchFamily="34" charset="0"/>
                <a:ea typeface="黑体" panose="02010609060101010101" pitchFamily="49" charset="-122"/>
              </a:endParaRPr>
            </a:p>
          </p:txBody>
        </p:sp>
        <p:sp>
          <p:nvSpPr>
            <p:cNvPr id="38934" name="文本框 41992"/>
            <p:cNvSpPr txBox="1"/>
            <p:nvPr>
              <p:custDataLst>
                <p:tags r:id="rId14"/>
              </p:custDataLst>
            </p:nvPr>
          </p:nvSpPr>
          <p:spPr>
            <a:xfrm>
              <a:off x="4708" y="5527"/>
              <a:ext cx="664" cy="575"/>
            </a:xfrm>
            <a:prstGeom prst="rect">
              <a:avLst/>
            </a:prstGeom>
            <a:noFill/>
            <a:ln w="9525">
              <a:noFill/>
            </a:ln>
          </p:spPr>
          <p:txBody>
            <a:bodyPr lIns="0" tIns="0" rIns="0" bIns="0">
              <a:no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5pPr>
            </a:lstStyle>
            <a:p>
              <a:pPr marL="0" lvl="0" indent="0" algn="just" eaLnBrk="1" hangingPunct="0"/>
              <a:r>
                <a:rPr lang="en-US" altLang="zh-CN" sz="2665" b="1" i="1" spc="0">
                  <a:solidFill>
                    <a:srgbClr val="3C02CC"/>
                  </a:solidFill>
                  <a:latin typeface="Times New Roman" panose="02020603050405020304" charset="0"/>
                  <a:ea typeface="黑体" panose="02010609060101010101" pitchFamily="49" charset="-122"/>
                </a:rPr>
                <a:t>m</a:t>
              </a:r>
              <a:r>
                <a:rPr lang="en-US" altLang="zh-CN" sz="2665" b="1" i="1" spc="0" baseline="-25000">
                  <a:solidFill>
                    <a:srgbClr val="3C02CC"/>
                  </a:solidFill>
                  <a:latin typeface="Times New Roman" panose="02020603050405020304" charset="0"/>
                  <a:ea typeface="黑体" panose="02010609060101010101" pitchFamily="49" charset="-122"/>
                </a:rPr>
                <a:t>2</a:t>
              </a:r>
              <a:endParaRPr lang="en-US" altLang="zh-CN" sz="2600" b="1">
                <a:solidFill>
                  <a:srgbClr val="3C02CC"/>
                </a:solidFill>
                <a:latin typeface="Times New Roman" panose="02020603050405020304" charset="0"/>
                <a:ea typeface="楷体_GB2312"/>
              </a:endParaRPr>
            </a:p>
          </p:txBody>
        </p:sp>
        <p:sp>
          <p:nvSpPr>
            <p:cNvPr id="38935" name="椭圆 41993"/>
            <p:cNvSpPr/>
            <p:nvPr>
              <p:custDataLst>
                <p:tags r:id="rId15"/>
              </p:custDataLst>
            </p:nvPr>
          </p:nvSpPr>
          <p:spPr>
            <a:xfrm>
              <a:off x="3015" y="6284"/>
              <a:ext cx="140" cy="140"/>
            </a:xfrm>
            <a:prstGeom prst="ellipse">
              <a:avLst/>
            </a:prstGeom>
            <a:solidFill>
              <a:srgbClr val="000000"/>
            </a:solidFill>
            <a:ln w="28575">
              <a:solidFill>
                <a:prstClr val="black"/>
              </a:solidFill>
              <a:miter lim="800000"/>
            </a:ln>
          </p:spPr>
          <p:txBody>
            <a:bodyPr>
              <a:noAutofit/>
            </a:bodyPr>
            <a:lstStyle>
              <a:lvl1pPr marL="228600" indent="-228600" algn="l" defTabSz="914400" rtl="0" eaLnBrk="0" fontAlgn="base" hangingPunct="0">
                <a:lnSpc>
                  <a:spcPct val="90000"/>
                </a:lnSpc>
                <a:spcBef>
                  <a:spcPts val="1000"/>
                </a:spcBef>
                <a:spcAft>
                  <a:spcPct val="0"/>
                </a:spcAft>
                <a:buClrTx/>
                <a:buSzTx/>
                <a:buFont typeface="Arial" panose="020B0604020202020204" pitchFamily="34" charset="0"/>
                <a:buChar char="•"/>
                <a:defRPr kumimoji="0" lang="zh-CN" altLang="en-US" sz="2800" b="0" i="0" u="none" kern="1200" baseline="0">
                  <a:solidFill>
                    <a:srgbClr val="000000"/>
                  </a:solidFill>
                  <a:effectLst/>
                  <a:latin typeface="+mn-lt"/>
                  <a:ea typeface="+mn-ea"/>
                  <a:cs typeface="+mn-cs"/>
                </a:defRPr>
              </a:lvl1pPr>
              <a:lvl2pPr marL="6858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2400" b="0" i="0" u="none" kern="1200" baseline="0">
                  <a:solidFill>
                    <a:srgbClr val="000000"/>
                  </a:solidFill>
                  <a:effectLst/>
                  <a:latin typeface="+mn-lt"/>
                  <a:ea typeface="+mn-ea"/>
                  <a:cs typeface="+mn-cs"/>
                </a:defRPr>
              </a:lvl2pPr>
              <a:lvl3pPr marL="11430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2000" b="0" i="0" u="none" kern="1200" baseline="0">
                  <a:solidFill>
                    <a:srgbClr val="000000"/>
                  </a:solidFill>
                  <a:effectLst/>
                  <a:latin typeface="+mn-lt"/>
                  <a:ea typeface="+mn-ea"/>
                  <a:cs typeface="+mn-cs"/>
                </a:defRPr>
              </a:lvl3pPr>
              <a:lvl4pPr marL="16002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1800" b="0" i="0" u="none" kern="1200" baseline="0">
                  <a:solidFill>
                    <a:srgbClr val="000000"/>
                  </a:solidFill>
                  <a:effectLst/>
                  <a:latin typeface="+mn-lt"/>
                  <a:ea typeface="+mn-ea"/>
                  <a:cs typeface="+mn-cs"/>
                </a:defRPr>
              </a:lvl4pPr>
              <a:lvl5pPr marL="20574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18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9pPr>
            </a:lstStyle>
            <a:p>
              <a:pPr marL="0" lvl="0" indent="0" eaLnBrk="1" hangingPunct="1">
                <a:lnSpc>
                  <a:spcPct val="100000"/>
                </a:lnSpc>
                <a:spcBef>
                  <a:spcPct val="0"/>
                </a:spcBef>
                <a:buFontTx/>
                <a:buNone/>
              </a:pPr>
              <a:endParaRPr lang="zh-CN" altLang="en-US" sz="1800">
                <a:latin typeface="Arial" panose="020B0604020202020204" pitchFamily="34" charset="0"/>
                <a:ea typeface="黑体" panose="02010609060101010101" pitchFamily="49" charset="-122"/>
              </a:endParaRPr>
            </a:p>
          </p:txBody>
        </p:sp>
        <p:cxnSp>
          <p:nvCxnSpPr>
            <p:cNvPr id="38936" name="直接连接符 41995"/>
            <p:cNvCxnSpPr/>
            <p:nvPr>
              <p:custDataLst>
                <p:tags r:id="rId16"/>
              </p:custDataLst>
            </p:nvPr>
          </p:nvCxnSpPr>
          <p:spPr>
            <a:xfrm flipH="1">
              <a:off x="5443" y="6619"/>
              <a:ext cx="0" cy="690"/>
            </a:xfrm>
            <a:prstGeom prst="line">
              <a:avLst/>
            </a:prstGeom>
            <a:noFill/>
            <a:ln w="28575">
              <a:solidFill>
                <a:srgbClr val="00B050"/>
              </a:solidFill>
              <a:miter lim="800000"/>
            </a:ln>
          </p:spPr>
        </p:cxnSp>
        <p:cxnSp>
          <p:nvCxnSpPr>
            <p:cNvPr id="38937" name="直接连接符 41996"/>
            <p:cNvCxnSpPr/>
            <p:nvPr>
              <p:custDataLst>
                <p:tags r:id="rId17"/>
              </p:custDataLst>
            </p:nvPr>
          </p:nvCxnSpPr>
          <p:spPr>
            <a:xfrm>
              <a:off x="3862" y="7118"/>
              <a:ext cx="1430" cy="1"/>
            </a:xfrm>
            <a:prstGeom prst="line">
              <a:avLst/>
            </a:prstGeom>
            <a:noFill/>
            <a:ln w="28575">
              <a:solidFill>
                <a:prstClr val="black"/>
              </a:solidFill>
              <a:miter lim="800000"/>
              <a:tailEnd type="triangle" w="lg"/>
            </a:ln>
          </p:spPr>
        </p:cxnSp>
        <p:cxnSp>
          <p:nvCxnSpPr>
            <p:cNvPr id="38938" name="直接连接符 41997"/>
            <p:cNvCxnSpPr/>
            <p:nvPr>
              <p:custDataLst>
                <p:tags r:id="rId18"/>
              </p:custDataLst>
            </p:nvPr>
          </p:nvCxnSpPr>
          <p:spPr>
            <a:xfrm flipH="1">
              <a:off x="1911" y="7119"/>
              <a:ext cx="1318" cy="1"/>
            </a:xfrm>
            <a:prstGeom prst="line">
              <a:avLst/>
            </a:prstGeom>
            <a:noFill/>
            <a:ln w="28575">
              <a:solidFill>
                <a:prstClr val="black"/>
              </a:solidFill>
              <a:miter lim="800000"/>
              <a:tailEnd type="triangle" w="lg"/>
            </a:ln>
          </p:spPr>
        </p:cxnSp>
        <p:grpSp>
          <p:nvGrpSpPr>
            <p:cNvPr id="38939" name="组合 3"/>
            <p:cNvGrpSpPr/>
            <p:nvPr>
              <p:custDataLst>
                <p:tags r:id="rId19"/>
              </p:custDataLst>
            </p:nvPr>
          </p:nvGrpSpPr>
          <p:grpSpPr>
            <a:xfrm>
              <a:off x="737" y="4037"/>
              <a:ext cx="4717" cy="4720"/>
              <a:chOff x="11075" y="5127"/>
              <a:chExt cx="4717" cy="4720"/>
            </a:xfrm>
          </p:grpSpPr>
          <p:sp>
            <p:nvSpPr>
              <p:cNvPr id="38940" name="椭圆 41989"/>
              <p:cNvSpPr/>
              <p:nvPr>
                <p:custDataLst>
                  <p:tags r:id="rId20"/>
                </p:custDataLst>
              </p:nvPr>
            </p:nvSpPr>
            <p:spPr>
              <a:xfrm>
                <a:off x="11912" y="7177"/>
                <a:ext cx="532" cy="532"/>
              </a:xfrm>
              <a:prstGeom prst="ellipse">
                <a:avLst/>
              </a:prstGeom>
              <a:gradFill rotWithShape="1">
                <a:gsLst>
                  <a:gs pos="0">
                    <a:srgbClr val="FE4444"/>
                  </a:gs>
                  <a:gs pos="100000">
                    <a:srgbClr val="832B2B"/>
                  </a:gs>
                </a:gsLst>
                <a:path path="shape">
                  <a:fillToRect l="50000" t="50000" r="50000" b="50000"/>
                </a:path>
              </a:gradFill>
              <a:ln w="28575">
                <a:solidFill>
                  <a:prstClr val="black"/>
                </a:solidFill>
                <a:miter lim="800000"/>
              </a:ln>
            </p:spPr>
            <p:txBody>
              <a:bodyPr>
                <a:noAutofit/>
              </a:bodyPr>
              <a:lstStyle>
                <a:lvl1pPr marL="228600" indent="-228600" algn="l" defTabSz="914400" rtl="0" eaLnBrk="0" fontAlgn="base" hangingPunct="0">
                  <a:lnSpc>
                    <a:spcPct val="90000"/>
                  </a:lnSpc>
                  <a:spcBef>
                    <a:spcPts val="1000"/>
                  </a:spcBef>
                  <a:spcAft>
                    <a:spcPct val="0"/>
                  </a:spcAft>
                  <a:buClrTx/>
                  <a:buSzTx/>
                  <a:buFont typeface="Arial" panose="020B0604020202020204" pitchFamily="34" charset="0"/>
                  <a:buChar char="•"/>
                  <a:defRPr kumimoji="0" lang="zh-CN" altLang="en-US" sz="2800" b="0" i="0" u="none" kern="1200" baseline="0">
                    <a:solidFill>
                      <a:srgbClr val="000000"/>
                    </a:solidFill>
                    <a:effectLst/>
                    <a:latin typeface="+mn-lt"/>
                    <a:ea typeface="+mn-ea"/>
                    <a:cs typeface="+mn-cs"/>
                  </a:defRPr>
                </a:lvl1pPr>
                <a:lvl2pPr marL="6858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2400" b="0" i="0" u="none" kern="1200" baseline="0">
                    <a:solidFill>
                      <a:srgbClr val="000000"/>
                    </a:solidFill>
                    <a:effectLst/>
                    <a:latin typeface="+mn-lt"/>
                    <a:ea typeface="+mn-ea"/>
                    <a:cs typeface="+mn-cs"/>
                  </a:defRPr>
                </a:lvl2pPr>
                <a:lvl3pPr marL="11430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2000" b="0" i="0" u="none" kern="1200" baseline="0">
                    <a:solidFill>
                      <a:srgbClr val="000000"/>
                    </a:solidFill>
                    <a:effectLst/>
                    <a:latin typeface="+mn-lt"/>
                    <a:ea typeface="+mn-ea"/>
                    <a:cs typeface="+mn-cs"/>
                  </a:defRPr>
                </a:lvl3pPr>
                <a:lvl4pPr marL="16002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1800" b="0" i="0" u="none" kern="1200" baseline="0">
                    <a:solidFill>
                      <a:srgbClr val="000000"/>
                    </a:solidFill>
                    <a:effectLst/>
                    <a:latin typeface="+mn-lt"/>
                    <a:ea typeface="+mn-ea"/>
                    <a:cs typeface="+mn-cs"/>
                  </a:defRPr>
                </a:lvl4pPr>
                <a:lvl5pPr marL="20574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18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9pPr>
              </a:lstStyle>
              <a:p>
                <a:pPr marL="0" lvl="0" indent="0" eaLnBrk="1" hangingPunct="1">
                  <a:lnSpc>
                    <a:spcPct val="100000"/>
                  </a:lnSpc>
                  <a:spcBef>
                    <a:spcPct val="0"/>
                  </a:spcBef>
                  <a:buFontTx/>
                  <a:buNone/>
                </a:pPr>
                <a:endParaRPr lang="zh-CN" altLang="en-US" sz="1800">
                  <a:latin typeface="Arial" panose="020B0604020202020204" pitchFamily="34" charset="0"/>
                  <a:ea typeface="黑体" panose="02010609060101010101" pitchFamily="49" charset="-122"/>
                </a:endParaRPr>
              </a:p>
            </p:txBody>
          </p:sp>
          <p:grpSp>
            <p:nvGrpSpPr>
              <p:cNvPr id="38941" name="组合 2"/>
              <p:cNvGrpSpPr/>
              <p:nvPr>
                <p:custDataLst>
                  <p:tags r:id="rId21"/>
                </p:custDataLst>
              </p:nvPr>
            </p:nvGrpSpPr>
            <p:grpSpPr>
              <a:xfrm>
                <a:off x="11075" y="5127"/>
                <a:ext cx="4717" cy="4720"/>
                <a:chOff x="11075" y="5127"/>
                <a:chExt cx="4717" cy="4720"/>
              </a:xfrm>
            </p:grpSpPr>
            <p:sp>
              <p:nvSpPr>
                <p:cNvPr id="38942" name="文本框 41991"/>
                <p:cNvSpPr txBox="1"/>
                <p:nvPr>
                  <p:custDataLst>
                    <p:tags r:id="rId22"/>
                  </p:custDataLst>
                </p:nvPr>
              </p:nvSpPr>
              <p:spPr>
                <a:xfrm>
                  <a:off x="11681" y="6617"/>
                  <a:ext cx="664" cy="577"/>
                </a:xfrm>
                <a:prstGeom prst="rect">
                  <a:avLst/>
                </a:prstGeom>
                <a:noFill/>
                <a:ln w="9525">
                  <a:noFill/>
                </a:ln>
              </p:spPr>
              <p:txBody>
                <a:bodyPr lIns="0" tIns="0" rIns="0" bIns="0">
                  <a:no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rgbClr val="000000"/>
                      </a:solidFill>
                      <a:effectLst/>
                      <a:latin typeface="Arial" panose="020B0604020202020204" pitchFamily="34" charset="0"/>
                      <a:ea typeface="宋体" panose="02010600030101010101" pitchFamily="2" charset="-122"/>
                    </a:defRPr>
                  </a:lvl5pPr>
                </a:lstStyle>
                <a:p>
                  <a:pPr marL="0" lvl="0" indent="0" algn="just" eaLnBrk="1" hangingPunct="0"/>
                  <a:r>
                    <a:rPr lang="en-US" altLang="zh-CN" sz="2665" b="1" i="1" spc="0">
                      <a:solidFill>
                        <a:srgbClr val="3C02CC"/>
                      </a:solidFill>
                      <a:latin typeface="Times New Roman" panose="02020603050405020304" charset="0"/>
                      <a:ea typeface="黑体" panose="02010609060101010101" pitchFamily="49" charset="-122"/>
                    </a:rPr>
                    <a:t>m</a:t>
                  </a:r>
                  <a:r>
                    <a:rPr lang="en-US" altLang="zh-CN" sz="2665" b="1" i="1" spc="0" baseline="-25000">
                      <a:solidFill>
                        <a:srgbClr val="3C02CC"/>
                      </a:solidFill>
                      <a:latin typeface="Times New Roman" panose="02020603050405020304" charset="0"/>
                      <a:ea typeface="黑体" panose="02010609060101010101" pitchFamily="49" charset="-122"/>
                    </a:rPr>
                    <a:t>1</a:t>
                  </a:r>
                  <a:endParaRPr lang="en-US" altLang="zh-CN" sz="2600" b="1">
                    <a:solidFill>
                      <a:srgbClr val="3C02CC"/>
                    </a:solidFill>
                    <a:latin typeface="Times New Roman" panose="02020603050405020304" charset="0"/>
                    <a:ea typeface="楷体_GB2312"/>
                  </a:endParaRPr>
                </a:p>
              </p:txBody>
            </p:sp>
            <p:cxnSp>
              <p:nvCxnSpPr>
                <p:cNvPr id="38943" name="直接连接符 41994"/>
                <p:cNvCxnSpPr/>
                <p:nvPr>
                  <p:custDataLst>
                    <p:tags r:id="rId23"/>
                  </p:custDataLst>
                </p:nvPr>
              </p:nvCxnSpPr>
              <p:spPr>
                <a:xfrm flipH="1">
                  <a:off x="12220" y="7740"/>
                  <a:ext cx="0" cy="690"/>
                </a:xfrm>
                <a:prstGeom prst="line">
                  <a:avLst/>
                </a:prstGeom>
                <a:noFill/>
                <a:ln w="28575">
                  <a:solidFill>
                    <a:srgbClr val="00B050"/>
                  </a:solidFill>
                  <a:miter lim="800000"/>
                </a:ln>
              </p:spPr>
            </p:cxnSp>
            <p:grpSp>
              <p:nvGrpSpPr>
                <p:cNvPr id="38944" name="组合 1"/>
                <p:cNvGrpSpPr/>
                <p:nvPr>
                  <p:custDataLst>
                    <p:tags r:id="rId24"/>
                  </p:custDataLst>
                </p:nvPr>
              </p:nvGrpSpPr>
              <p:grpSpPr>
                <a:xfrm>
                  <a:off x="11075" y="5127"/>
                  <a:ext cx="4717" cy="4720"/>
                  <a:chOff x="11075" y="5127"/>
                  <a:chExt cx="4717" cy="4720"/>
                </a:xfrm>
              </p:grpSpPr>
              <p:cxnSp>
                <p:nvCxnSpPr>
                  <p:cNvPr id="38945" name="直接连接符 41988"/>
                  <p:cNvCxnSpPr/>
                  <p:nvPr>
                    <p:custDataLst>
                      <p:tags r:id="rId25"/>
                    </p:custDataLst>
                  </p:nvPr>
                </p:nvCxnSpPr>
                <p:spPr>
                  <a:xfrm>
                    <a:off x="12345" y="7445"/>
                    <a:ext cx="3325" cy="0"/>
                  </a:xfrm>
                  <a:prstGeom prst="line">
                    <a:avLst/>
                  </a:prstGeom>
                  <a:noFill/>
                  <a:ln w="28575">
                    <a:solidFill>
                      <a:srgbClr val="0000FF"/>
                    </a:solidFill>
                    <a:miter lim="800000"/>
                  </a:ln>
                </p:spPr>
              </p:cxnSp>
              <p:sp>
                <p:nvSpPr>
                  <p:cNvPr id="38946" name="lxqdxt80"/>
                  <p:cNvSpPr txBox="1"/>
                  <p:nvPr>
                    <p:custDataLst>
                      <p:tags r:id="rId26"/>
                    </p:custDataLst>
                  </p:nvPr>
                </p:nvSpPr>
                <p:spPr>
                  <a:xfrm>
                    <a:off x="13763" y="7956"/>
                    <a:ext cx="437" cy="605"/>
                  </a:xfrm>
                  <a:prstGeom prst="rect">
                    <a:avLst/>
                  </a:prstGeom>
                  <a:noFill/>
                  <a:ln w="9525">
                    <a:noFill/>
                  </a:ln>
                </p:spPr>
                <p:txBody>
                  <a:bodyPr lIns="0" tIns="0" rIns="0" bIns="0"/>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en-US" altLang="zh-CN" sz="2665" b="1" i="0" u="none" strike="noStrike" kern="1200" cap="none" spc="0" normalizeH="0" baseline="0" noProof="0">
                        <a:ln>
                          <a:noFill/>
                        </a:ln>
                        <a:solidFill>
                          <a:srgbClr val="FF0000"/>
                        </a:solidFill>
                        <a:effectLst/>
                        <a:uLnTx/>
                        <a:uFillTx/>
                        <a:latin typeface="Times New Roman" panose="02020603050405020304" charset="0"/>
                        <a:ea typeface="黑体" panose="02010609060101010101" pitchFamily="49" charset="-122"/>
                        <a:cs typeface="+mn-cs"/>
                      </a:rPr>
                      <a:t>L</a:t>
                    </a:r>
                  </a:p>
                </p:txBody>
              </p:sp>
              <p:sp>
                <p:nvSpPr>
                  <p:cNvPr id="38947" name="文本框 41999"/>
                  <p:cNvSpPr txBox="1"/>
                  <p:nvPr>
                    <p:custDataLst>
                      <p:tags r:id="rId27"/>
                    </p:custDataLst>
                  </p:nvPr>
                </p:nvSpPr>
                <p:spPr>
                  <a:xfrm>
                    <a:off x="13354" y="6870"/>
                    <a:ext cx="664" cy="575"/>
                  </a:xfrm>
                  <a:prstGeom prst="rect">
                    <a:avLst/>
                  </a:prstGeom>
                  <a:noFill/>
                  <a:ln w="9525">
                    <a:noFill/>
                  </a:ln>
                </p:spPr>
                <p:txBody>
                  <a:bodyPr lIns="0" tIns="0" rIns="0" bIns="0"/>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en-US" altLang="zh-CN" sz="2665" b="1" i="1" u="none" strike="noStrike" kern="1200" cap="none" spc="0" normalizeH="0" baseline="0" noProof="0">
                        <a:ln>
                          <a:noFill/>
                        </a:ln>
                        <a:solidFill>
                          <a:srgbClr val="FF0000"/>
                        </a:solidFill>
                        <a:effectLst/>
                        <a:uLnTx/>
                        <a:uFillTx/>
                        <a:latin typeface="Times New Roman" panose="02020603050405020304" charset="0"/>
                        <a:ea typeface="黑体" panose="02010609060101010101" pitchFamily="49" charset="-122"/>
                        <a:cs typeface="+mn-cs"/>
                      </a:rPr>
                      <a:t>o</a:t>
                    </a:r>
                  </a:p>
                </p:txBody>
              </p:sp>
              <p:sp>
                <p:nvSpPr>
                  <p:cNvPr id="38948" name="椭圆 42000"/>
                  <p:cNvSpPr/>
                  <p:nvPr>
                    <p:custDataLst>
                      <p:tags r:id="rId28"/>
                    </p:custDataLst>
                  </p:nvPr>
                </p:nvSpPr>
                <p:spPr>
                  <a:xfrm>
                    <a:off x="12213" y="6230"/>
                    <a:ext cx="2420" cy="2425"/>
                  </a:xfrm>
                  <a:prstGeom prst="ellipse">
                    <a:avLst/>
                  </a:prstGeom>
                  <a:noFill/>
                  <a:ln w="28575">
                    <a:solidFill>
                      <a:srgbClr val="FFC000"/>
                    </a:solidFill>
                    <a:prstDash val="dash"/>
                    <a:miter lim="800000"/>
                  </a:ln>
                </p:spPr>
                <p:txBody>
                  <a:bodyPr>
                    <a:noAutofit/>
                  </a:bodyPr>
                  <a:lstStyle>
                    <a:lvl1pPr marL="228600" indent="-228600" algn="l" defTabSz="914400" rtl="0" eaLnBrk="0" fontAlgn="base" hangingPunct="0">
                      <a:lnSpc>
                        <a:spcPct val="90000"/>
                      </a:lnSpc>
                      <a:spcBef>
                        <a:spcPts val="1000"/>
                      </a:spcBef>
                      <a:spcAft>
                        <a:spcPct val="0"/>
                      </a:spcAft>
                      <a:buClrTx/>
                      <a:buSzTx/>
                      <a:buFont typeface="Arial" panose="020B0604020202020204" pitchFamily="34" charset="0"/>
                      <a:buChar char="•"/>
                      <a:defRPr kumimoji="0" lang="zh-CN" altLang="en-US" sz="2800" b="0" i="0" u="none" kern="1200" baseline="0">
                        <a:solidFill>
                          <a:srgbClr val="000000"/>
                        </a:solidFill>
                        <a:effectLst/>
                        <a:latin typeface="+mn-lt"/>
                        <a:ea typeface="+mn-ea"/>
                        <a:cs typeface="+mn-cs"/>
                      </a:defRPr>
                    </a:lvl1pPr>
                    <a:lvl2pPr marL="6858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2400" b="0" i="0" u="none" kern="1200" baseline="0">
                        <a:solidFill>
                          <a:srgbClr val="000000"/>
                        </a:solidFill>
                        <a:effectLst/>
                        <a:latin typeface="+mn-lt"/>
                        <a:ea typeface="+mn-ea"/>
                        <a:cs typeface="+mn-cs"/>
                      </a:defRPr>
                    </a:lvl2pPr>
                    <a:lvl3pPr marL="11430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2000" b="0" i="0" u="none" kern="1200" baseline="0">
                        <a:solidFill>
                          <a:srgbClr val="000000"/>
                        </a:solidFill>
                        <a:effectLst/>
                        <a:latin typeface="+mn-lt"/>
                        <a:ea typeface="+mn-ea"/>
                        <a:cs typeface="+mn-cs"/>
                      </a:defRPr>
                    </a:lvl3pPr>
                    <a:lvl4pPr marL="16002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1800" b="0" i="0" u="none" kern="1200" baseline="0">
                        <a:solidFill>
                          <a:srgbClr val="000000"/>
                        </a:solidFill>
                        <a:effectLst/>
                        <a:latin typeface="+mn-lt"/>
                        <a:ea typeface="+mn-ea"/>
                        <a:cs typeface="+mn-cs"/>
                      </a:defRPr>
                    </a:lvl4pPr>
                    <a:lvl5pPr marL="20574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18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9pPr>
                  </a:lstStyle>
                  <a:p>
                    <a:pPr marL="0" lvl="0" indent="0" eaLnBrk="1" hangingPunct="1">
                      <a:lnSpc>
                        <a:spcPct val="100000"/>
                      </a:lnSpc>
                      <a:spcBef>
                        <a:spcPct val="0"/>
                      </a:spcBef>
                      <a:buFontTx/>
                      <a:buNone/>
                    </a:pPr>
                    <a:endParaRPr lang="zh-CN" altLang="en-US" sz="1800">
                      <a:latin typeface="Arial" panose="020B0604020202020204" pitchFamily="34" charset="0"/>
                      <a:ea typeface="黑体" panose="02010609060101010101" pitchFamily="49" charset="-122"/>
                    </a:endParaRPr>
                  </a:p>
                </p:txBody>
              </p:sp>
              <p:sp>
                <p:nvSpPr>
                  <p:cNvPr id="38949" name="椭圆 42001"/>
                  <p:cNvSpPr/>
                  <p:nvPr>
                    <p:custDataLst>
                      <p:tags r:id="rId29"/>
                    </p:custDataLst>
                  </p:nvPr>
                </p:nvSpPr>
                <p:spPr>
                  <a:xfrm>
                    <a:off x="11075" y="5127"/>
                    <a:ext cx="4717" cy="4720"/>
                  </a:xfrm>
                  <a:prstGeom prst="ellipse">
                    <a:avLst/>
                  </a:prstGeom>
                  <a:noFill/>
                  <a:ln w="28575">
                    <a:solidFill>
                      <a:srgbClr val="0000FF"/>
                    </a:solidFill>
                    <a:prstDash val="dash"/>
                    <a:miter lim="800000"/>
                  </a:ln>
                </p:spPr>
                <p:txBody>
                  <a:bodyPr>
                    <a:noAutofit/>
                  </a:bodyPr>
                  <a:lstStyle>
                    <a:lvl1pPr marL="228600" indent="-228600" algn="l" defTabSz="914400" rtl="0" eaLnBrk="0" fontAlgn="base" hangingPunct="0">
                      <a:lnSpc>
                        <a:spcPct val="90000"/>
                      </a:lnSpc>
                      <a:spcBef>
                        <a:spcPts val="1000"/>
                      </a:spcBef>
                      <a:spcAft>
                        <a:spcPct val="0"/>
                      </a:spcAft>
                      <a:buClrTx/>
                      <a:buSzTx/>
                      <a:buFont typeface="Arial" panose="020B0604020202020204" pitchFamily="34" charset="0"/>
                      <a:buChar char="•"/>
                      <a:defRPr kumimoji="0" lang="zh-CN" altLang="en-US" sz="2800" b="0" i="0" u="none" kern="1200" baseline="0">
                        <a:solidFill>
                          <a:srgbClr val="000000"/>
                        </a:solidFill>
                        <a:effectLst/>
                        <a:latin typeface="+mn-lt"/>
                        <a:ea typeface="+mn-ea"/>
                        <a:cs typeface="+mn-cs"/>
                      </a:defRPr>
                    </a:lvl1pPr>
                    <a:lvl2pPr marL="6858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2400" b="0" i="0" u="none" kern="1200" baseline="0">
                        <a:solidFill>
                          <a:srgbClr val="000000"/>
                        </a:solidFill>
                        <a:effectLst/>
                        <a:latin typeface="+mn-lt"/>
                        <a:ea typeface="+mn-ea"/>
                        <a:cs typeface="+mn-cs"/>
                      </a:defRPr>
                    </a:lvl2pPr>
                    <a:lvl3pPr marL="11430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2000" b="0" i="0" u="none" kern="1200" baseline="0">
                        <a:solidFill>
                          <a:srgbClr val="000000"/>
                        </a:solidFill>
                        <a:effectLst/>
                        <a:latin typeface="+mn-lt"/>
                        <a:ea typeface="+mn-ea"/>
                        <a:cs typeface="+mn-cs"/>
                      </a:defRPr>
                    </a:lvl3pPr>
                    <a:lvl4pPr marL="16002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1800" b="0" i="0" u="none" kern="1200" baseline="0">
                        <a:solidFill>
                          <a:srgbClr val="000000"/>
                        </a:solidFill>
                        <a:effectLst/>
                        <a:latin typeface="+mn-lt"/>
                        <a:ea typeface="+mn-ea"/>
                        <a:cs typeface="+mn-cs"/>
                      </a:defRPr>
                    </a:lvl4pPr>
                    <a:lvl5pPr marL="2057400" indent="-228600" algn="l" defTabSz="914400" rtl="0" eaLnBrk="0" fontAlgn="base" hangingPunct="0">
                      <a:lnSpc>
                        <a:spcPct val="90000"/>
                      </a:lnSpc>
                      <a:spcBef>
                        <a:spcPts val="500"/>
                      </a:spcBef>
                      <a:spcAft>
                        <a:spcPct val="0"/>
                      </a:spcAft>
                      <a:buClrTx/>
                      <a:buSzTx/>
                      <a:buFont typeface="Arial" panose="020B0604020202020204" pitchFamily="34" charset="0"/>
                      <a:buChar char="•"/>
                      <a:defRPr kumimoji="0" lang="zh-CN" altLang="en-US" sz="18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zh-CN" altLang="en-US" sz="1800" kern="1200">
                        <a:solidFill>
                          <a:schemeClr val="tx1"/>
                        </a:solidFill>
                        <a:latin typeface="+mn-lt"/>
                        <a:ea typeface="+mn-ea"/>
                        <a:cs typeface="+mn-cs"/>
                      </a:defRPr>
                    </a:lvl9pPr>
                  </a:lstStyle>
                  <a:p>
                    <a:pPr marL="0" lvl="0" indent="0" eaLnBrk="1" hangingPunct="1">
                      <a:lnSpc>
                        <a:spcPct val="100000"/>
                      </a:lnSpc>
                      <a:spcBef>
                        <a:spcPct val="0"/>
                      </a:spcBef>
                      <a:buFontTx/>
                      <a:buNone/>
                    </a:pPr>
                    <a:endParaRPr lang="zh-CN" altLang="en-US" sz="1800">
                      <a:latin typeface="Arial" panose="020B0604020202020204" pitchFamily="34" charset="0"/>
                      <a:ea typeface="黑体" panose="02010609060101010101" pitchFamily="49" charset="-122"/>
                    </a:endParaRPr>
                  </a:p>
                </p:txBody>
              </p:sp>
            </p:grpSp>
          </p:grpSp>
        </p:grpSp>
      </p:grpSp>
      <p:sp>
        <p:nvSpPr>
          <p:cNvPr id="8" name="文本框 7"/>
          <p:cNvSpPr txBox="1"/>
          <p:nvPr>
            <p:custDataLst>
              <p:tags r:id="rId8"/>
            </p:custDataLst>
          </p:nvPr>
        </p:nvSpPr>
        <p:spPr>
          <a:xfrm>
            <a:off x="7502525" y="1650365"/>
            <a:ext cx="3164840" cy="4204970"/>
          </a:xfrm>
          <a:prstGeom prst="rect">
            <a:avLst/>
          </a:prstGeom>
          <a:noFill/>
          <a:ln w="28575" cmpd="sng">
            <a:solidFill>
              <a:schemeClr val="accent1">
                <a:shade val="50000"/>
              </a:schemeClr>
            </a:solidFill>
            <a:prstDash val="lgDashDot"/>
          </a:ln>
        </p:spPr>
        <p:txBody>
          <a:bodyPr wrap="square" rtlCol="0"/>
          <a:lstStyle/>
          <a:p>
            <a:pPr>
              <a:lnSpc>
                <a:spcPct val="140000"/>
              </a:lnSpc>
            </a:pPr>
            <a:r>
              <a:rPr lang="en-US" altLang="zh-CN" sz="2300" b="1" kern="100">
                <a:solidFill>
                  <a:schemeClr val="accent2"/>
                </a:solidFill>
                <a:effectLst/>
                <a:uFillTx/>
                <a:latin typeface="微软雅黑" panose="020B0503020204020204" charset="-122"/>
                <a:ea typeface="微软雅黑" panose="020B0503020204020204" charset="-122"/>
                <a:cs typeface="微软雅黑" panose="020B0503020204020204" charset="-122"/>
              </a:rPr>
              <a:t>2</a:t>
            </a:r>
            <a:r>
              <a:rPr lang="zh-CN" altLang="en-US" sz="2300" b="1" kern="100">
                <a:solidFill>
                  <a:schemeClr val="accent2"/>
                </a:solidFill>
                <a:effectLst/>
                <a:uFillTx/>
                <a:latin typeface="微软雅黑" panose="020B0503020204020204" charset="-122"/>
                <a:ea typeface="微软雅黑" panose="020B0503020204020204" charset="-122"/>
                <a:cs typeface="微软雅黑" panose="020B0503020204020204" charset="-122"/>
              </a:rPr>
              <a:t>、双星规律</a:t>
            </a:r>
          </a:p>
          <a:p>
            <a:pPr>
              <a:lnSpc>
                <a:spcPct val="140000"/>
              </a:lnSpc>
            </a:pPr>
            <a:r>
              <a:rPr lang="zh-CN" altLang="en-US" sz="2300" kern="100">
                <a:solidFill>
                  <a:schemeClr val="tx1"/>
                </a:solidFill>
                <a:effectLst/>
                <a:uFillTx/>
                <a:latin typeface="微软雅黑" panose="020B0503020204020204" charset="-122"/>
                <a:ea typeface="微软雅黑" panose="020B0503020204020204" charset="-122"/>
                <a:cs typeface="微软雅黑" panose="020B0503020204020204" charset="-122"/>
              </a:rPr>
              <a:t>（</a:t>
            </a:r>
            <a:r>
              <a:rPr lang="en-US" altLang="zh-CN" sz="2300" kern="100">
                <a:solidFill>
                  <a:schemeClr val="tx1"/>
                </a:solidFill>
                <a:effectLst/>
                <a:uFillTx/>
                <a:latin typeface="微软雅黑" panose="020B0503020204020204" charset="-122"/>
                <a:ea typeface="微软雅黑" panose="020B0503020204020204" charset="-122"/>
                <a:cs typeface="微软雅黑" panose="020B0503020204020204" charset="-122"/>
              </a:rPr>
              <a:t>1</a:t>
            </a:r>
            <a:r>
              <a:rPr lang="zh-CN" altLang="en-US" sz="2300" kern="100">
                <a:solidFill>
                  <a:schemeClr val="tx1"/>
                </a:solidFill>
                <a:effectLst/>
                <a:uFillTx/>
                <a:latin typeface="微软雅黑" panose="020B0503020204020204" charset="-122"/>
                <a:ea typeface="微软雅黑" panose="020B0503020204020204" charset="-122"/>
                <a:cs typeface="微软雅黑" panose="020B0503020204020204" charset="-122"/>
              </a:rPr>
              <a:t>）</a:t>
            </a:r>
          </a:p>
          <a:p>
            <a:pPr>
              <a:lnSpc>
                <a:spcPct val="140000"/>
              </a:lnSpc>
            </a:pPr>
            <a:endParaRPr lang="zh-CN" altLang="en-US" sz="2300" kern="100">
              <a:solidFill>
                <a:schemeClr val="tx1"/>
              </a:solidFill>
              <a:effectLst/>
              <a:uFillTx/>
              <a:latin typeface="微软雅黑" panose="020B0503020204020204" charset="-122"/>
              <a:ea typeface="微软雅黑" panose="020B0503020204020204" charset="-122"/>
              <a:cs typeface="微软雅黑" panose="020B0503020204020204" charset="-122"/>
            </a:endParaRPr>
          </a:p>
          <a:p>
            <a:pPr>
              <a:lnSpc>
                <a:spcPct val="140000"/>
              </a:lnSpc>
            </a:pPr>
            <a:r>
              <a:rPr lang="zh-CN" altLang="en-US" sz="2300" kern="100">
                <a:solidFill>
                  <a:schemeClr val="tx1"/>
                </a:solidFill>
                <a:effectLst/>
                <a:uFillTx/>
                <a:latin typeface="微软雅黑" panose="020B0503020204020204" charset="-122"/>
                <a:ea typeface="微软雅黑" panose="020B0503020204020204" charset="-122"/>
                <a:cs typeface="微软雅黑" panose="020B0503020204020204" charset="-122"/>
              </a:rPr>
              <a:t>（</a:t>
            </a:r>
            <a:r>
              <a:rPr lang="en-US" altLang="zh-CN" sz="2300" kern="100">
                <a:solidFill>
                  <a:schemeClr val="tx1"/>
                </a:solidFill>
                <a:effectLst/>
                <a:uFillTx/>
                <a:latin typeface="微软雅黑" panose="020B0503020204020204" charset="-122"/>
                <a:ea typeface="微软雅黑" panose="020B0503020204020204" charset="-122"/>
                <a:cs typeface="微软雅黑" panose="020B0503020204020204" charset="-122"/>
              </a:rPr>
              <a:t>2</a:t>
            </a:r>
            <a:r>
              <a:rPr lang="zh-CN" altLang="en-US" sz="2300" kern="100">
                <a:solidFill>
                  <a:schemeClr val="tx1"/>
                </a:solidFill>
                <a:effectLst/>
                <a:uFillTx/>
                <a:latin typeface="微软雅黑" panose="020B0503020204020204" charset="-122"/>
                <a:ea typeface="微软雅黑" panose="020B0503020204020204" charset="-122"/>
                <a:cs typeface="微软雅黑" panose="020B0503020204020204" charset="-122"/>
              </a:rPr>
              <a:t>）</a:t>
            </a:r>
          </a:p>
          <a:p>
            <a:pPr>
              <a:lnSpc>
                <a:spcPct val="140000"/>
              </a:lnSpc>
            </a:pPr>
            <a:endParaRPr lang="zh-CN" altLang="en-US" sz="2300" kern="100">
              <a:solidFill>
                <a:schemeClr val="tx1"/>
              </a:solidFill>
              <a:effectLst/>
              <a:uFillTx/>
              <a:latin typeface="微软雅黑" panose="020B0503020204020204" charset="-122"/>
              <a:ea typeface="微软雅黑" panose="020B0503020204020204" charset="-122"/>
              <a:cs typeface="微软雅黑" panose="020B0503020204020204" charset="-122"/>
            </a:endParaRPr>
          </a:p>
          <a:p>
            <a:pPr>
              <a:lnSpc>
                <a:spcPct val="140000"/>
              </a:lnSpc>
            </a:pPr>
            <a:r>
              <a:rPr lang="zh-CN" altLang="en-US" sz="2300" kern="100">
                <a:solidFill>
                  <a:schemeClr val="tx1"/>
                </a:solidFill>
                <a:effectLst/>
                <a:uFillTx/>
                <a:latin typeface="微软雅黑" panose="020B0503020204020204" charset="-122"/>
                <a:ea typeface="微软雅黑" panose="020B0503020204020204" charset="-122"/>
                <a:cs typeface="微软雅黑" panose="020B0503020204020204" charset="-122"/>
              </a:rPr>
              <a:t>（</a:t>
            </a:r>
            <a:r>
              <a:rPr lang="en-US" altLang="zh-CN" sz="2300" kern="100">
                <a:solidFill>
                  <a:schemeClr val="tx1"/>
                </a:solidFill>
                <a:effectLst/>
                <a:uFillTx/>
                <a:latin typeface="微软雅黑" panose="020B0503020204020204" charset="-122"/>
                <a:ea typeface="微软雅黑" panose="020B0503020204020204" charset="-122"/>
                <a:cs typeface="微软雅黑" panose="020B0503020204020204" charset="-122"/>
              </a:rPr>
              <a:t>3</a:t>
            </a:r>
            <a:r>
              <a:rPr lang="zh-CN" altLang="en-US" sz="2300" kern="100">
                <a:solidFill>
                  <a:schemeClr val="tx1"/>
                </a:solidFill>
                <a:effectLst/>
                <a:uFillTx/>
                <a:latin typeface="微软雅黑" panose="020B0503020204020204" charset="-122"/>
                <a:ea typeface="微软雅黑" panose="020B0503020204020204" charset="-122"/>
                <a:cs typeface="微软雅黑" panose="020B0503020204020204" charset="-122"/>
              </a:rPr>
              <a:t>）</a:t>
            </a:r>
          </a:p>
          <a:p>
            <a:pPr>
              <a:lnSpc>
                <a:spcPct val="140000"/>
              </a:lnSpc>
            </a:pPr>
            <a:endParaRPr lang="zh-CN" altLang="en-US" sz="2300" kern="100">
              <a:solidFill>
                <a:schemeClr val="tx1"/>
              </a:solidFill>
              <a:effectLst/>
              <a:uFillTx/>
              <a:latin typeface="微软雅黑" panose="020B0503020204020204" charset="-122"/>
              <a:ea typeface="微软雅黑" panose="020B0503020204020204" charset="-122"/>
              <a:cs typeface="微软雅黑" panose="020B0503020204020204" charset="-122"/>
            </a:endParaRPr>
          </a:p>
          <a:p>
            <a:pPr>
              <a:lnSpc>
                <a:spcPct val="140000"/>
              </a:lnSpc>
            </a:pPr>
            <a:r>
              <a:rPr lang="zh-CN" altLang="en-US" sz="2300" kern="100">
                <a:solidFill>
                  <a:schemeClr val="tx1"/>
                </a:solidFill>
                <a:effectLst/>
                <a:uFillTx/>
                <a:latin typeface="微软雅黑" panose="020B0503020204020204" charset="-122"/>
                <a:ea typeface="微软雅黑" panose="020B0503020204020204" charset="-122"/>
                <a:cs typeface="微软雅黑" panose="020B0503020204020204" charset="-122"/>
              </a:rPr>
              <a:t>（</a:t>
            </a:r>
            <a:r>
              <a:rPr lang="en-US" altLang="zh-CN" sz="2300" kern="100">
                <a:solidFill>
                  <a:schemeClr val="tx1"/>
                </a:solidFill>
                <a:effectLst/>
                <a:uFillTx/>
                <a:latin typeface="微软雅黑" panose="020B0503020204020204" charset="-122"/>
                <a:ea typeface="微软雅黑" panose="020B0503020204020204" charset="-122"/>
                <a:cs typeface="微软雅黑" panose="020B0503020204020204" charset="-122"/>
              </a:rPr>
              <a:t>4</a:t>
            </a:r>
            <a:r>
              <a:rPr lang="zh-CN" altLang="en-US" sz="2300" kern="100">
                <a:solidFill>
                  <a:schemeClr val="tx1"/>
                </a:solidFill>
                <a:effectLst/>
                <a:uFillTx/>
                <a:latin typeface="微软雅黑" panose="020B0503020204020204" charset="-122"/>
                <a:ea typeface="微软雅黑" panose="020B0503020204020204" charset="-122"/>
                <a:cs typeface="微软雅黑" panose="020B0503020204020204" charset="-122"/>
              </a:rPr>
              <a:t>）</a:t>
            </a:r>
          </a:p>
          <a:p>
            <a:pPr>
              <a:lnSpc>
                <a:spcPct val="140000"/>
              </a:lnSpc>
            </a:pPr>
            <a:endParaRPr lang="zh-CN" altLang="en-US" sz="2300" kern="100">
              <a:solidFill>
                <a:schemeClr val="tx1"/>
              </a:solidFill>
              <a:effectLst/>
              <a:uFillTx/>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xmlns:a14="http://schemas.microsoft.com/office/drawing/2010/main">
        <mc:Choice Requires="a14">
          <p:sp>
            <p:nvSpPr>
              <p:cNvPr id="9" name="对象 8202"/>
              <p:cNvSpPr txBox="1"/>
              <p:nvPr/>
            </p:nvSpPr>
            <p:spPr>
              <a:xfrm>
                <a:off x="8215948" y="2212975"/>
                <a:ext cx="2013585" cy="723900"/>
              </a:xfrm>
              <a:prstGeom prst="rect">
                <a:avLst/>
              </a:prstGeom>
              <a:noFill/>
              <a:ln w="12700" cmpd="sng">
                <a:noFill/>
                <a:prstDash val="solid"/>
                <a:miter lim="800000"/>
                <a:headEnd/>
                <a:tailEnd/>
              </a:ln>
            </p:spPr>
            <p:txBody>
              <a:bodyPr>
                <a:normAutofit fontScale="85000" lnSpcReduction="10000"/>
              </a:bodyPr>
              <a:lstStyle/>
              <a:p>
                <a:pPr/>
                <a14:m>
                  <m:oMathPara xmlns:m="http://schemas.openxmlformats.org/officeDocument/2006/math">
                    <m:oMathParaPr>
                      <m:jc m:val="left"/>
                    </m:oMathParaPr>
                    <m:oMath xmlns:m="http://schemas.openxmlformats.org/officeDocument/2006/math">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1</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2</m:t>
                              </m:r>
                            </m:sub>
                          </m:sSub>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1</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2</m:t>
                              </m:r>
                            </m:sub>
                          </m:sSub>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1</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2</m:t>
                              </m:r>
                            </m:sub>
                          </m:sSub>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m</m:t>
                              </m:r>
                            </m:e>
                            <m:sub>
                              <m:r>
                                <a:rPr lang="zh-CN" altLang="en-US" i="1">
                                  <a:solidFill>
                                    <a:srgbClr val="000000"/>
                                  </a:solidFill>
                                  <a:latin typeface="Cambria Math" panose="02040503050406030204" pitchFamily="18" charset="0"/>
                                </a:rPr>
                                <m:t>2</m:t>
                              </m:r>
                            </m:sub>
                          </m:sSub>
                        </m:num>
                        <m:den>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m</m:t>
                              </m:r>
                            </m:e>
                            <m:sub>
                              <m:r>
                                <a:rPr lang="zh-CN" altLang="en-US" i="1">
                                  <a:solidFill>
                                    <a:srgbClr val="000000"/>
                                  </a:solidFill>
                                  <a:latin typeface="Cambria Math" panose="02040503050406030204" pitchFamily="18" charset="0"/>
                                </a:rPr>
                                <m:t>1</m:t>
                              </m:r>
                            </m:sub>
                          </m:sSub>
                        </m:den>
                      </m:f>
                    </m:oMath>
                  </m:oMathPara>
                </a14:m>
                <a:endParaRPr lang="zh-CN" altLang="en-US"/>
              </a:p>
            </p:txBody>
          </p:sp>
        </mc:Choice>
        <mc:Fallback xmlns="">
          <p:sp>
            <p:nvSpPr>
              <p:cNvPr id="9" name="对象 8202"/>
              <p:cNvSpPr txBox="1">
                <a:spLocks noRot="1" noChangeAspect="1" noMove="1" noResize="1" noEditPoints="1" noAdjustHandles="1" noChangeArrowheads="1" noChangeShapeType="1" noTextEdit="1"/>
              </p:cNvSpPr>
              <p:nvPr/>
            </p:nvSpPr>
            <p:spPr>
              <a:xfrm>
                <a:off x="8215948" y="2212975"/>
                <a:ext cx="2013585" cy="723900"/>
              </a:xfrm>
              <a:prstGeom prst="rect">
                <a:avLst/>
              </a:prstGeom>
              <a:blipFill>
                <a:blip r:embed="rId39"/>
                <a:stretch>
                  <a:fillRect/>
                </a:stretch>
              </a:blipFill>
              <a:ln w="12700" cmpd="sng">
                <a:noFill/>
                <a:prstDash val="solid"/>
                <a:miter lim="800000"/>
                <a:headEnd/>
                <a:tailEn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973" name="对象 9222"/>
              <p:cNvSpPr txBox="1"/>
              <p:nvPr/>
            </p:nvSpPr>
            <p:spPr>
              <a:xfrm>
                <a:off x="8199755" y="3086735"/>
                <a:ext cx="2030095" cy="732790"/>
              </a:xfrm>
              <a:prstGeom prst="rect">
                <a:avLst/>
              </a:prstGeom>
              <a:noFill/>
              <a:ln w="12700" cmpd="sng">
                <a:noFill/>
                <a:prstDash val="solid"/>
                <a:miter lim="800000"/>
                <a:headEnd/>
                <a:tailEnd/>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4</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𝜋</m:t>
                              </m:r>
                            </m:e>
                            <m:sup>
                              <m:r>
                                <a:rPr lang="zh-CN" altLang="en-US" i="1">
                                  <a:solidFill>
                                    <a:srgbClr val="000000"/>
                                  </a:solidFill>
                                  <a:latin typeface="Cambria Math" panose="02040503050406030204" pitchFamily="18" charset="0"/>
                                </a:rPr>
                                <m:t>2</m:t>
                              </m:r>
                            </m:sup>
                          </m:sSup>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𝐿</m:t>
                              </m:r>
                            </m:e>
                            <m:sup>
                              <m:r>
                                <a:rPr lang="zh-CN" altLang="en-US" i="1">
                                  <a:solidFill>
                                    <a:srgbClr val="000000"/>
                                  </a:solidFill>
                                  <a:latin typeface="Cambria Math" panose="02040503050406030204" pitchFamily="18" charset="0"/>
                                </a:rPr>
                                <m:t>3</m:t>
                              </m:r>
                            </m:sup>
                          </m:sSup>
                        </m:num>
                        <m:den>
                          <m:r>
                            <a:rPr lang="zh-CN" altLang="en-US" i="1">
                              <a:solidFill>
                                <a:srgbClr val="000000"/>
                              </a:solidFill>
                              <a:latin typeface="Cambria Math" panose="02040503050406030204" pitchFamily="18" charset="0"/>
                            </a:rPr>
                            <m:t>𝐺</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𝑇</m:t>
                              </m:r>
                            </m:e>
                            <m:sup>
                              <m:r>
                                <a:rPr lang="zh-CN" altLang="en-US" i="1">
                                  <a:solidFill>
                                    <a:srgbClr val="000000"/>
                                  </a:solidFill>
                                  <a:latin typeface="Cambria Math" panose="02040503050406030204" pitchFamily="18" charset="0"/>
                                </a:rPr>
                                <m:t>2</m:t>
                              </m:r>
                            </m:sup>
                          </m:sSup>
                        </m:den>
                      </m:f>
                    </m:oMath>
                  </m:oMathPara>
                </a14:m>
                <a:endParaRPr lang="zh-CN" altLang="en-US"/>
              </a:p>
            </p:txBody>
          </p:sp>
        </mc:Choice>
        <mc:Fallback xmlns="">
          <p:sp>
            <p:nvSpPr>
              <p:cNvPr id="40973" name="对象 9222"/>
              <p:cNvSpPr txBox="1">
                <a:spLocks noRot="1" noChangeAspect="1" noMove="1" noResize="1" noEditPoints="1" noAdjustHandles="1" noChangeArrowheads="1" noChangeShapeType="1" noTextEdit="1"/>
              </p:cNvSpPr>
              <p:nvPr/>
            </p:nvSpPr>
            <p:spPr>
              <a:xfrm>
                <a:off x="8199755" y="3086735"/>
                <a:ext cx="2030095" cy="732790"/>
              </a:xfrm>
              <a:prstGeom prst="rect">
                <a:avLst/>
              </a:prstGeom>
              <a:blipFill>
                <a:blip r:embed="rId40"/>
                <a:stretch>
                  <a:fillRect/>
                </a:stretch>
              </a:blipFill>
              <a:ln w="12700" cmpd="sng">
                <a:noFill/>
                <a:prstDash val="solid"/>
                <a:miter lim="800000"/>
                <a:headEnd/>
                <a:tailEn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p:cNvSpPr txBox="1"/>
              <p:nvPr>
                <p:custDataLst>
                  <p:tags r:id="rId9"/>
                </p:custDataLst>
              </p:nvPr>
            </p:nvSpPr>
            <p:spPr>
              <a:xfrm>
                <a:off x="7705090" y="3589020"/>
                <a:ext cx="2649855" cy="1113155"/>
              </a:xfrm>
              <a:prstGeom prst="rect">
                <a:avLst/>
              </a:prstGeom>
              <a:noFill/>
              <a:ln w="12700" cmpd="sng">
                <a:noFill/>
                <a:prstDash val="solid"/>
              </a:ln>
            </p:spPr>
            <p:txBody>
              <a:bodyPr wrap="square" rtlCol="0">
                <a:noAutofit/>
              </a:bodyPr>
              <a:lstStyle/>
              <a:p>
                <a:pPr algn="l">
                  <a:lnSpc>
                    <a:spcPct val="140000"/>
                  </a:lnSpc>
                </a:pPr>
                <a14:m>
                  <m:oMathPara xmlns:m="http://schemas.openxmlformats.org/officeDocument/2006/math">
                    <m:oMathParaPr>
                      <m:jc m:val="centerGroup"/>
                    </m:oMathParaPr>
                    <m:oMath xmlns:m="http://schemas.openxmlformats.org/officeDocument/2006/math">
                      <m:r>
                        <a:rPr lang="zh-CN" altLang="en-US" sz="2000" b="1">
                          <a:latin typeface="Cambria Math" panose="02040503050406030204" pitchFamily="18" charset="0"/>
                          <a:ea typeface="宋体" panose="02010600030101010101" pitchFamily="2" charset="-122"/>
                        </a:rPr>
                        <m:t>    </m:t>
                      </m:r>
                      <m:r>
                        <a:rPr lang="zh-CN" altLang="en-US" sz="2000" b="1">
                          <a:latin typeface="Cambria Math" panose="02040503050406030204" pitchFamily="18" charset="0"/>
                          <a:ea typeface="宋体" panose="02010600030101010101" pitchFamily="2" charset="-122"/>
                        </a:rPr>
                        <m:t>𝛚</m:t>
                      </m:r>
                      <m:r>
                        <a:rPr lang="zh-CN" altLang="en-US" sz="2000" b="1">
                          <a:latin typeface="Cambria Math" panose="02040503050406030204" pitchFamily="18" charset="0"/>
                          <a:ea typeface="宋体" panose="02010600030101010101" pitchFamily="2" charset="-122"/>
                        </a:rPr>
                        <m:t>=</m:t>
                      </m:r>
                      <m:rad>
                        <m:radPr>
                          <m:degHide m:val="on"/>
                          <m:ctrlPr>
                            <a:rPr lang="zh-CN" altLang="en-US" sz="2000" b="1" i="1">
                              <a:latin typeface="Cambria Math" panose="02040503050406030204" pitchFamily="18" charset="0"/>
                              <a:ea typeface="宋体" panose="02010600030101010101" pitchFamily="2" charset="-122"/>
                            </a:rPr>
                          </m:ctrlPr>
                        </m:radPr>
                        <m:deg/>
                        <m:e>
                          <m:f>
                            <m:fPr>
                              <m:ctrlPr>
                                <a:rPr lang="zh-CN" altLang="en-US" sz="2000" b="1" i="1">
                                  <a:latin typeface="Cambria Math" panose="02040503050406030204" pitchFamily="18" charset="0"/>
                                  <a:ea typeface="宋体" panose="02010600030101010101" pitchFamily="2" charset="-122"/>
                                </a:rPr>
                              </m:ctrlPr>
                            </m:fPr>
                            <m:num>
                              <m:r>
                                <a:rPr lang="zh-CN" altLang="en-US" sz="2000" b="1">
                                  <a:latin typeface="Cambria Math" panose="02040503050406030204" pitchFamily="18" charset="0"/>
                                  <a:ea typeface="宋体" panose="02010600030101010101" pitchFamily="2" charset="-122"/>
                                </a:rPr>
                                <m:t>𝐆</m:t>
                              </m:r>
                              <m:r>
                                <a:rPr lang="zh-CN" altLang="en-US" sz="2000" b="1">
                                  <a:latin typeface="Cambria Math" panose="02040503050406030204" pitchFamily="18" charset="0"/>
                                  <a:ea typeface="宋体" panose="02010600030101010101" pitchFamily="2" charset="-122"/>
                                </a:rPr>
                                <m:t>(</m:t>
                              </m:r>
                              <m:sSub>
                                <m:sSubPr>
                                  <m:ctrlPr>
                                    <a:rPr lang="zh-CN" altLang="en-US" sz="2000" b="1" i="1">
                                      <a:latin typeface="Cambria Math" panose="02040503050406030204" pitchFamily="18" charset="0"/>
                                      <a:ea typeface="宋体" panose="02010600030101010101" pitchFamily="2" charset="-122"/>
                                    </a:rPr>
                                  </m:ctrlPr>
                                </m:sSubPr>
                                <m:e>
                                  <m:r>
                                    <a:rPr lang="zh-CN" altLang="en-US" sz="2000" b="1">
                                      <a:latin typeface="Cambria Math" panose="02040503050406030204" pitchFamily="18" charset="0"/>
                                      <a:ea typeface="宋体" panose="02010600030101010101" pitchFamily="2" charset="-122"/>
                                    </a:rPr>
                                    <m:t>𝐦</m:t>
                                  </m:r>
                                </m:e>
                                <m:sub>
                                  <m:r>
                                    <a:rPr lang="zh-CN" altLang="en-US" sz="2000" b="1">
                                      <a:latin typeface="Cambria Math" panose="02040503050406030204" pitchFamily="18" charset="0"/>
                                      <a:ea typeface="宋体" panose="02010600030101010101" pitchFamily="2" charset="-122"/>
                                    </a:rPr>
                                    <m:t>𝟏</m:t>
                                  </m:r>
                                </m:sub>
                              </m:sSub>
                              <m:r>
                                <a:rPr lang="zh-CN" altLang="en-US" sz="2000" b="1">
                                  <a:latin typeface="Cambria Math" panose="02040503050406030204" pitchFamily="18" charset="0"/>
                                  <a:ea typeface="宋体" panose="02010600030101010101" pitchFamily="2" charset="-122"/>
                                </a:rPr>
                                <m:t>+</m:t>
                              </m:r>
                              <m:sSub>
                                <m:sSubPr>
                                  <m:ctrlPr>
                                    <a:rPr lang="zh-CN" altLang="en-US" sz="2000" b="1" i="1">
                                      <a:latin typeface="Cambria Math" panose="02040503050406030204" pitchFamily="18" charset="0"/>
                                      <a:ea typeface="宋体" panose="02010600030101010101" pitchFamily="2" charset="-122"/>
                                    </a:rPr>
                                  </m:ctrlPr>
                                </m:sSubPr>
                                <m:e>
                                  <m:r>
                                    <a:rPr lang="zh-CN" altLang="en-US" sz="2000" b="1">
                                      <a:latin typeface="Cambria Math" panose="02040503050406030204" pitchFamily="18" charset="0"/>
                                      <a:ea typeface="宋体" panose="02010600030101010101" pitchFamily="2" charset="-122"/>
                                    </a:rPr>
                                    <m:t>𝐦</m:t>
                                  </m:r>
                                </m:e>
                                <m:sub>
                                  <m:r>
                                    <a:rPr lang="zh-CN" altLang="en-US" sz="2000" b="1">
                                      <a:latin typeface="Cambria Math" panose="02040503050406030204" pitchFamily="18" charset="0"/>
                                      <a:ea typeface="宋体" panose="02010600030101010101" pitchFamily="2" charset="-122"/>
                                    </a:rPr>
                                    <m:t>𝟐</m:t>
                                  </m:r>
                                </m:sub>
                              </m:sSub>
                              <m:r>
                                <a:rPr lang="zh-CN" altLang="en-US" sz="2000" b="1">
                                  <a:latin typeface="Cambria Math" panose="02040503050406030204" pitchFamily="18" charset="0"/>
                                  <a:ea typeface="宋体" panose="02010600030101010101" pitchFamily="2" charset="-122"/>
                                </a:rPr>
                                <m:t>)</m:t>
                              </m:r>
                            </m:num>
                            <m:den>
                              <m:sSup>
                                <m:sSupPr>
                                  <m:ctrlPr>
                                    <a:rPr lang="zh-CN" altLang="en-US" sz="2000" b="1" i="1">
                                      <a:latin typeface="Cambria Math" panose="02040503050406030204" pitchFamily="18" charset="0"/>
                                      <a:ea typeface="宋体" panose="02010600030101010101" pitchFamily="2" charset="-122"/>
                                      <a:cs typeface="Cambria Math" panose="02040503050406030204" charset="0"/>
                                    </a:rPr>
                                  </m:ctrlPr>
                                </m:sSupPr>
                                <m:e>
                                  <m:r>
                                    <a:rPr lang="en-US" altLang="zh-CN" sz="2000" b="1" i="1">
                                      <a:latin typeface="Cambria Math" panose="02040503050406030204" charset="0"/>
                                      <a:ea typeface="宋体" panose="02010600030101010101" pitchFamily="2" charset="-122"/>
                                      <a:cs typeface="Cambria Math" panose="02040503050406030204" charset="0"/>
                                    </a:rPr>
                                    <m:t>𝑳</m:t>
                                  </m:r>
                                </m:e>
                                <m:sup>
                                  <m:r>
                                    <a:rPr lang="en-US" altLang="zh-CN" sz="2000" b="1" i="1">
                                      <a:latin typeface="Cambria Math" panose="02040503050406030204" charset="0"/>
                                      <a:ea typeface="宋体" panose="02010600030101010101" pitchFamily="2" charset="-122"/>
                                      <a:cs typeface="Cambria Math" panose="02040503050406030204" charset="0"/>
                                    </a:rPr>
                                    <m:t>𝟑</m:t>
                                  </m:r>
                                </m:sup>
                              </m:sSup>
                            </m:den>
                          </m:f>
                        </m:e>
                      </m:rad>
                    </m:oMath>
                  </m:oMathPara>
                </a14:m>
                <a:endParaRPr lang="en-US" altLang="zh-CN" sz="2000" b="1" i="1">
                  <a:latin typeface="Cambria Math" panose="02040503050406030204" charset="0"/>
                  <a:ea typeface="宋体" panose="02010600030101010101" pitchFamily="2" charset="-122"/>
                  <a:cs typeface="Cambria Math" panose="02040503050406030204" charset="0"/>
                </a:endParaRPr>
              </a:p>
            </p:txBody>
          </p:sp>
        </mc:Choice>
        <mc:Fallback xmlns="">
          <p:sp>
            <p:nvSpPr>
              <p:cNvPr id="14" name="文本框 13"/>
              <p:cNvSpPr txBox="1">
                <a:spLocks noRot="1" noChangeAspect="1" noMove="1" noResize="1" noEditPoints="1" noAdjustHandles="1" noChangeArrowheads="1" noChangeShapeType="1" noTextEdit="1"/>
              </p:cNvSpPr>
              <p:nvPr>
                <p:custDataLst>
                  <p:tags r:id="rId42"/>
                </p:custDataLst>
              </p:nvPr>
            </p:nvSpPr>
            <p:spPr>
              <a:xfrm>
                <a:off x="7705090" y="3589020"/>
                <a:ext cx="2649855" cy="1113155"/>
              </a:xfrm>
              <a:prstGeom prst="rect">
                <a:avLst/>
              </a:prstGeom>
              <a:blipFill rotWithShape="1">
                <a:blip r:embed="rId43"/>
                <a:stretch>
                  <a:fillRect b="-56418"/>
                </a:stretch>
              </a:blipFill>
              <a:ln w="12700" cmpd="sng">
                <a:noFill/>
                <a:prstDash val="soli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p:cNvSpPr txBox="1"/>
              <p:nvPr>
                <p:custDataLst>
                  <p:tags r:id="rId10"/>
                </p:custDataLst>
              </p:nvPr>
            </p:nvSpPr>
            <p:spPr>
              <a:xfrm>
                <a:off x="7705090" y="4637405"/>
                <a:ext cx="3225800" cy="1773555"/>
              </a:xfrm>
              <a:prstGeom prst="rect">
                <a:avLst/>
              </a:prstGeom>
              <a:noFill/>
              <a:ln>
                <a:noFill/>
              </a:ln>
            </p:spPr>
            <p:txBody>
              <a:bodyPr wrap="none" rtlCol="0" anchor="t">
                <a:noAutofit/>
              </a:bodyPr>
              <a:lstStyle/>
              <a:p>
                <a:pPr algn="l">
                  <a:lnSpc>
                    <a:spcPct val="140000"/>
                  </a:lnSpc>
                </a:pPr>
                <a14:m>
                  <m:oMathPara xmlns:m="http://schemas.openxmlformats.org/officeDocument/2006/math">
                    <m:oMathParaPr>
                      <m:jc m:val="center"/>
                    </m:oMathParaPr>
                    <m:oMath xmlns:m="http://schemas.openxmlformats.org/officeDocument/2006/math">
                      <m:r>
                        <a:rPr lang="zh-CN" altLang="en-US" b="1">
                          <a:latin typeface="Cambria Math" panose="02040503050406030204" pitchFamily="18" charset="0"/>
                          <a:ea typeface="宋体" panose="02010600030101010101" pitchFamily="2" charset="-122"/>
                        </a:rPr>
                        <m:t>𝐓</m:t>
                      </m:r>
                      <m:r>
                        <a:rPr lang="zh-CN" altLang="en-US" b="1">
                          <a:latin typeface="Cambria Math" panose="02040503050406030204" pitchFamily="18" charset="0"/>
                          <a:ea typeface="宋体" panose="02010600030101010101" pitchFamily="2" charset="-122"/>
                        </a:rPr>
                        <m:t>=</m:t>
                      </m:r>
                      <m:r>
                        <a:rPr lang="zh-CN" altLang="en-US" b="1">
                          <a:latin typeface="Cambria Math" panose="02040503050406030204" pitchFamily="18" charset="0"/>
                          <a:ea typeface="宋体" panose="02010600030101010101" pitchFamily="2" charset="-122"/>
                        </a:rPr>
                        <m:t>𝟐</m:t>
                      </m:r>
                      <m:r>
                        <a:rPr lang="zh-CN" altLang="en-US" b="1">
                          <a:latin typeface="Cambria Math" panose="02040503050406030204" pitchFamily="18" charset="0"/>
                          <a:ea typeface="宋体" panose="02010600030101010101" pitchFamily="2" charset="-122"/>
                        </a:rPr>
                        <m:t>𝛑</m:t>
                      </m:r>
                      <m:rad>
                        <m:radPr>
                          <m:degHide m:val="on"/>
                          <m:ctrlPr>
                            <a:rPr lang="zh-CN" altLang="en-US" b="1" i="1">
                              <a:latin typeface="Cambria Math" panose="02040503050406030204" pitchFamily="18" charset="0"/>
                              <a:ea typeface="宋体" panose="02010600030101010101" pitchFamily="2" charset="-122"/>
                            </a:rPr>
                          </m:ctrlPr>
                        </m:radPr>
                        <m:deg/>
                        <m:e>
                          <m:f>
                            <m:fPr>
                              <m:ctrlPr>
                                <a:rPr lang="zh-CN" altLang="en-US" b="1" i="1">
                                  <a:latin typeface="Cambria Math" panose="02040503050406030204" pitchFamily="18" charset="0"/>
                                  <a:ea typeface="宋体" panose="02010600030101010101" pitchFamily="2" charset="-122"/>
                                </a:rPr>
                              </m:ctrlPr>
                            </m:fPr>
                            <m:num>
                              <m:sSup>
                                <m:sSupPr>
                                  <m:ctrlPr>
                                    <a:rPr lang="zh-CN" altLang="en-US" b="1" i="1">
                                      <a:latin typeface="Cambria Math" panose="02040503050406030204" pitchFamily="18" charset="0"/>
                                      <a:ea typeface="宋体" panose="02010600030101010101" pitchFamily="2" charset="-122"/>
                                    </a:rPr>
                                  </m:ctrlPr>
                                </m:sSupPr>
                                <m:e>
                                  <m:r>
                                    <a:rPr lang="zh-CN" altLang="en-US" b="1">
                                      <a:latin typeface="Cambria Math" panose="02040503050406030204" pitchFamily="18" charset="0"/>
                                      <a:ea typeface="宋体" panose="02010600030101010101" pitchFamily="2" charset="-122"/>
                                    </a:rPr>
                                    <m:t>𝐋</m:t>
                                  </m:r>
                                </m:e>
                                <m:sup>
                                  <m:r>
                                    <a:rPr lang="zh-CN" altLang="en-US" b="1">
                                      <a:latin typeface="Cambria Math" panose="02040503050406030204" pitchFamily="18" charset="0"/>
                                      <a:ea typeface="宋体" panose="02010600030101010101" pitchFamily="2" charset="-122"/>
                                    </a:rPr>
                                    <m:t>𝟑</m:t>
                                  </m:r>
                                </m:sup>
                              </m:sSup>
                            </m:num>
                            <m:den>
                              <m:r>
                                <a:rPr lang="zh-CN" altLang="en-US" b="1">
                                  <a:latin typeface="Cambria Math" panose="02040503050406030204" pitchFamily="18" charset="0"/>
                                  <a:ea typeface="宋体" panose="02010600030101010101" pitchFamily="2" charset="-122"/>
                                </a:rPr>
                                <m:t>𝐆</m:t>
                              </m:r>
                              <m:r>
                                <a:rPr lang="zh-CN" altLang="en-US" b="1">
                                  <a:latin typeface="Cambria Math" panose="02040503050406030204" pitchFamily="18" charset="0"/>
                                  <a:ea typeface="宋体" panose="02010600030101010101" pitchFamily="2" charset="-122"/>
                                </a:rPr>
                                <m:t>(</m:t>
                              </m:r>
                              <m:sSub>
                                <m:sSubPr>
                                  <m:ctrlPr>
                                    <a:rPr lang="zh-CN" altLang="en-US" b="1" i="1">
                                      <a:latin typeface="Cambria Math" panose="02040503050406030204" pitchFamily="18" charset="0"/>
                                      <a:ea typeface="宋体" panose="02010600030101010101" pitchFamily="2" charset="-122"/>
                                    </a:rPr>
                                  </m:ctrlPr>
                                </m:sSubPr>
                                <m:e>
                                  <m:r>
                                    <a:rPr lang="zh-CN" altLang="en-US" b="1">
                                      <a:latin typeface="Cambria Math" panose="02040503050406030204" pitchFamily="18" charset="0"/>
                                      <a:ea typeface="宋体" panose="02010600030101010101" pitchFamily="2" charset="-122"/>
                                    </a:rPr>
                                    <m:t>𝐦</m:t>
                                  </m:r>
                                </m:e>
                                <m:sub>
                                  <m:r>
                                    <a:rPr lang="zh-CN" altLang="en-US" b="1">
                                      <a:latin typeface="Cambria Math" panose="02040503050406030204" pitchFamily="18" charset="0"/>
                                      <a:ea typeface="宋体" panose="02010600030101010101" pitchFamily="2" charset="-122"/>
                                    </a:rPr>
                                    <m:t>𝟏</m:t>
                                  </m:r>
                                </m:sub>
                              </m:sSub>
                              <m:r>
                                <a:rPr lang="zh-CN" altLang="en-US" b="1">
                                  <a:latin typeface="Cambria Math" panose="02040503050406030204" pitchFamily="18" charset="0"/>
                                  <a:ea typeface="宋体" panose="02010600030101010101" pitchFamily="2" charset="-122"/>
                                </a:rPr>
                                <m:t>+</m:t>
                              </m:r>
                              <m:sSub>
                                <m:sSubPr>
                                  <m:ctrlPr>
                                    <a:rPr lang="zh-CN" altLang="en-US" b="1" i="1">
                                      <a:latin typeface="Cambria Math" panose="02040503050406030204" pitchFamily="18" charset="0"/>
                                      <a:ea typeface="宋体" panose="02010600030101010101" pitchFamily="2" charset="-122"/>
                                    </a:rPr>
                                  </m:ctrlPr>
                                </m:sSubPr>
                                <m:e>
                                  <m:r>
                                    <a:rPr lang="zh-CN" altLang="en-US" b="1">
                                      <a:latin typeface="Cambria Math" panose="02040503050406030204" pitchFamily="18" charset="0"/>
                                      <a:ea typeface="宋体" panose="02010600030101010101" pitchFamily="2" charset="-122"/>
                                    </a:rPr>
                                    <m:t>𝐦</m:t>
                                  </m:r>
                                </m:e>
                                <m:sub>
                                  <m:r>
                                    <a:rPr lang="zh-CN" altLang="en-US" b="1">
                                      <a:latin typeface="Cambria Math" panose="02040503050406030204" pitchFamily="18" charset="0"/>
                                      <a:ea typeface="宋体" panose="02010600030101010101" pitchFamily="2" charset="-122"/>
                                    </a:rPr>
                                    <m:t>𝟐</m:t>
                                  </m:r>
                                </m:sub>
                              </m:sSub>
                              <m:r>
                                <a:rPr lang="zh-CN" altLang="en-US" b="1">
                                  <a:latin typeface="Cambria Math" panose="02040503050406030204" pitchFamily="18" charset="0"/>
                                  <a:ea typeface="宋体" panose="02010600030101010101" pitchFamily="2" charset="-122"/>
                                </a:rPr>
                                <m:t>)</m:t>
                              </m:r>
                            </m:den>
                          </m:f>
                        </m:e>
                      </m:rad>
                    </m:oMath>
                  </m:oMathPara>
                </a14:m>
                <a:endParaRPr lang="zh-CN" altLang="en-US" b="1" kern="100">
                  <a:effectLst/>
                  <a:latin typeface="Cambria Math" panose="02040503050406030204" charset="0"/>
                  <a:ea typeface="宋体" panose="02010600030101010101" pitchFamily="2" charset="-122"/>
                  <a:cs typeface="Cambria Math" panose="02040503050406030204" charset="0"/>
                </a:endParaRPr>
              </a:p>
            </p:txBody>
          </p:sp>
        </mc:Choice>
        <mc:Fallback xmlns="">
          <p:sp>
            <p:nvSpPr>
              <p:cNvPr id="16" name="文本框 15"/>
              <p:cNvSpPr txBox="1">
                <a:spLocks noRot="1" noChangeAspect="1" noMove="1" noResize="1" noEditPoints="1" noAdjustHandles="1" noChangeArrowheads="1" noChangeShapeType="1" noTextEdit="1"/>
              </p:cNvSpPr>
              <p:nvPr>
                <p:custDataLst>
                  <p:tags r:id="rId45"/>
                </p:custDataLst>
              </p:nvPr>
            </p:nvSpPr>
            <p:spPr>
              <a:xfrm>
                <a:off x="7705090" y="4637405"/>
                <a:ext cx="3225800" cy="1773555"/>
              </a:xfrm>
              <a:prstGeom prst="rect">
                <a:avLst/>
              </a:prstGeom>
              <a:blipFill rotWithShape="1">
                <a:blip r:embed="rId46"/>
                <a:stretch>
                  <a:fillRect/>
                </a:stretch>
              </a:blipFill>
              <a:ln>
                <a:noFill/>
              </a:ln>
            </p:spPr>
            <p:txBody>
              <a:bodyPr/>
              <a:lstStyle/>
              <a:p>
                <a:r>
                  <a:rPr lang="zh-CN" altLang="en-US">
                    <a:noFill/>
                  </a:rPr>
                  <a:t> </a:t>
                </a:r>
              </a:p>
            </p:txBody>
          </p:sp>
        </mc:Fallback>
      </mc:AlternateContent>
    </p:spTree>
    <p:custDataLst>
      <p:tags r:id="rId1"/>
    </p:custDataLst>
  </p:cSld>
  <p:clrMapOvr>
    <a:masterClrMapping/>
  </p:clrMapOvr>
  <p:transition spd="slow">
    <p:comb/>
  </p:transition>
</p:sld>
</file>

<file path=ppt/tags/tag1.xml><?xml version="1.0" encoding="utf-8"?>
<p:tagLst xmlns:a="http://schemas.openxmlformats.org/drawingml/2006/main" xmlns:r="http://schemas.openxmlformats.org/officeDocument/2006/relationships" xmlns:p="http://schemas.openxmlformats.org/presentationml/2006/main">
  <p:tag name="AS_OS" val="Unix 3.10 unknown"/>
  <p:tag name="AS_RELEASE_DATE" val="2023.03.31"/>
  <p:tag name="AS_TITLE" val="Aspose.Slides for Java"/>
  <p:tag name="AS_VERSION" val="23.3"/>
  <p:tag name="COMMONDATA" val="eyJoZGlkIjoiM2FlZjAyODA3MmU1NTVmYmMzNTk3Y2U3YTE3YjY1ZTAifQ=="/>
</p:tagLst>
</file>

<file path=ppt/tags/tag2.xml><?xml version="1.0" encoding="utf-8"?>
<p:tagLst xmlns:a="http://schemas.openxmlformats.org/drawingml/2006/main" xmlns:r="http://schemas.openxmlformats.org/officeDocument/2006/relationships" xmlns:p="http://schemas.openxmlformats.org/presentationml/2006/main">
  <p:tag name="AS_UNIQUEID" val="2597"/>
  <p:tag name="KSO_WM_BEAUTIFY_FLAG" val="#wm#"/>
  <p:tag name="KSO_WM_TAG_VERSION" val="3.0"/>
  <p:tag name="KSO_WM_UNIT_COMPATIBLE" val="0"/>
  <p:tag name="KSO_WM_UNIT_DIAGRAM_ISNUMVISUAL" val="0"/>
  <p:tag name="KSO_WM_UNIT_DIAGRAM_ISREFERUNIT" val="0"/>
  <p:tag name="KSO_WM_UNIT_HIGHLIGHT" val="0"/>
  <p:tag name="KSO_WM_UNIT_ID" val="_0*i*1"/>
  <p:tag name="KSO_WM_UNIT_INDEX" val="1"/>
  <p:tag name="KSO_WM_UNIT_ISNUMDGMTITLE" val="0"/>
  <p:tag name="KSO_WM_UNIT_LAYERLEVEL" val="1"/>
  <p:tag name="KSO_WM_UNIT_NOCLEAR" val="0"/>
  <p:tag name="KSO_WM_UNIT_TYPE" val="i"/>
</p:tagLst>
</file>

<file path=ppt/tags/tag3.xml><?xml version="1.0" encoding="utf-8"?>
<p:tagLst xmlns:a="http://schemas.openxmlformats.org/drawingml/2006/main" xmlns:r="http://schemas.openxmlformats.org/officeDocument/2006/relationships" xmlns:p="http://schemas.openxmlformats.org/presentationml/2006/main">
  <p:tag name="AS_UNIQUEID" val="2598"/>
  <p:tag name="KSO_WM_BEAUTIFY_FLAG" val="#wm#"/>
  <p:tag name="KSO_WM_TAG_VERSION" val="3.0"/>
  <p:tag name="KSO_WM_UNIT_COMPATIBLE" val="0"/>
  <p:tag name="KSO_WM_UNIT_DIAGRAM_ISNUMVISUAL" val="0"/>
  <p:tag name="KSO_WM_UNIT_DIAGRAM_ISREFERUNIT" val="0"/>
  <p:tag name="KSO_WM_UNIT_HIGHLIGHT" val="0"/>
  <p:tag name="KSO_WM_UNIT_ID" val="_0*i*2"/>
  <p:tag name="KSO_WM_UNIT_INDEX" val="2"/>
  <p:tag name="KSO_WM_UNIT_ISNUMDGMTITLE" val="0"/>
  <p:tag name="KSO_WM_UNIT_LAYERLEVEL" val="1"/>
  <p:tag name="KSO_WM_UNIT_NOCLEAR" val="0"/>
  <p:tag name="KSO_WM_UNIT_TYPE" val="i"/>
</p:tagLst>
</file>

<file path=ppt/tags/tag4.xml><?xml version="1.0" encoding="utf-8"?>
<p:tagLst xmlns:a="http://schemas.openxmlformats.org/drawingml/2006/main" xmlns:r="http://schemas.openxmlformats.org/officeDocument/2006/relationships" xmlns:p="http://schemas.openxmlformats.org/presentationml/2006/main">
  <p:tag name="AS_UNIQUEID" val="2599"/>
  <p:tag name="KSO_WM_BEAUTIFY_FLAG" val="#wm#"/>
  <p:tag name="KSO_WM_TAG_VERSION" val="3.0"/>
  <p:tag name="KSO_WM_UNIT_COMPATIBLE" val="0"/>
  <p:tag name="KSO_WM_UNIT_DIAGRAM_ISNUMVISUAL" val="0"/>
  <p:tag name="KSO_WM_UNIT_DIAGRAM_ISREFERUNIT" val="0"/>
  <p:tag name="KSO_WM_UNIT_HIGHLIGHT" val="0"/>
  <p:tag name="KSO_WM_UNIT_ID" val="_0*i*3"/>
  <p:tag name="KSO_WM_UNIT_INDEX" val="3"/>
  <p:tag name="KSO_WM_UNIT_ISNUMDGMTITLE" val="0"/>
  <p:tag name="KSO_WM_UNIT_LAYERLEVEL" val="1"/>
  <p:tag name="KSO_WM_UNIT_NOCLEAR" val="0"/>
  <p:tag name="KSO_WM_UNIT_TYPE" val="i"/>
</p:tagLst>
</file>

<file path=ppt/tags/tag5.xml><?xml version="1.0" encoding="utf-8"?>
<p:tagLst xmlns:a="http://schemas.openxmlformats.org/drawingml/2006/main" xmlns:r="http://schemas.openxmlformats.org/officeDocument/2006/relationships" xmlns:p="http://schemas.openxmlformats.org/presentationml/2006/main">
  <p:tag name="AS_UNIQUEID" val="2600"/>
  <p:tag name="KSO_WM_BEAUTIFY_FLAG" val="#wm#"/>
  <p:tag name="KSO_WM_TAG_VERSION" val="1.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_0*a*1"/>
  <p:tag name="KSO_WM_UNIT_INDEX" val="1"/>
  <p:tag name="KSO_WM_UNIT_ISCONTENTSTITLE" val="0"/>
  <p:tag name="KSO_WM_UNIT_ISNUMDGMTITLE" val="0"/>
  <p:tag name="KSO_WM_UNIT_LAYERLEVEL" val="1"/>
  <p:tag name="KSO_WM_UNIT_NOCLEAR" val="0"/>
  <p:tag name="KSO_WM_UNIT_PRESET_TEXT" val="单击此处编辑母版标题样式"/>
  <p:tag name="KSO_WM_UNIT_TYPE" val="a"/>
</p:tagLst>
</file>

<file path=ppt/tags/tag6.xml><?xml version="1.0" encoding="utf-8"?>
<p:tagLst xmlns:a="http://schemas.openxmlformats.org/drawingml/2006/main" xmlns:r="http://schemas.openxmlformats.org/officeDocument/2006/relationships" xmlns:p="http://schemas.openxmlformats.org/presentationml/2006/main">
  <p:tag name="AS_UNIQUEID" val="2601"/>
  <p:tag name="KSO_WM_BEAUTIFY_FLAG" val="#wm#"/>
  <p:tag name="KSO_WM_TAG_VERSION" val="1.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_0*f*1"/>
  <p:tag name="KSO_WM_UNIT_INDEX" val="1"/>
  <p:tag name="KSO_WM_UNIT_ISNUMDGMTITLE" val="0"/>
  <p:tag name="KSO_WM_UNIT_LAYERLEVEL" val="1"/>
  <p:tag name="KSO_WM_UNIT_NOCLEAR" val="0"/>
  <p:tag name="KSO_WM_UNIT_PRESET_TEXT" val="单击此处编辑母版文本样式&#10;第二级&#10;第三级&#10;第四级&#10;第五级"/>
  <p:tag name="KSO_WM_UNIT_SUBTYPE" val="a"/>
  <p:tag name="KSO_WM_UNIT_TYPE" val="f"/>
</p:tagLst>
</file>

<file path=ppt/tags/tag7.xml><?xml version="1.0" encoding="utf-8"?>
<p:tagLst xmlns:a="http://schemas.openxmlformats.org/drawingml/2006/main" xmlns:r="http://schemas.openxmlformats.org/officeDocument/2006/relationships" xmlns:p="http://schemas.openxmlformats.org/presentationml/2006/main">
  <p:tag name="AS_UNIQUEID" val="2602"/>
  <p:tag name="KSO_WM_BEAUTIFY_FLAG" val="#wm#"/>
  <p:tag name="KSO_WM_TAG_VERSION" val="3.0"/>
  <p:tag name="KSO_WM_UNIT_COMPATIBLE" val="0"/>
  <p:tag name="KSO_WM_UNIT_DIAGRAM_ISNUMVISUAL" val="0"/>
  <p:tag name="KSO_WM_UNIT_DIAGRAM_ISREFERUNIT" val="0"/>
  <p:tag name="KSO_WM_UNIT_HIGHLIGHT" val="0"/>
  <p:tag name="KSO_WM_UNIT_ID" val="_0**"/>
  <p:tag name="KSO_WM_UNIT_ISNUMDGMTITLE" val="0"/>
  <p:tag name="KSO_WM_UNIT_LAYERLEVEL" val="1"/>
  <p:tag name="KSO_WM_UNIT_NOCLEAR" val="0"/>
</p:tagLst>
</file>

<file path=ppt/tags/tag8.xml><?xml version="1.0" encoding="utf-8"?>
<p:tagLst xmlns:a="http://schemas.openxmlformats.org/drawingml/2006/main" xmlns:r="http://schemas.openxmlformats.org/officeDocument/2006/relationships" xmlns:p="http://schemas.openxmlformats.org/presentationml/2006/main">
  <p:tag name="AS_UNIQUEID" val="2603"/>
  <p:tag name="KSO_WM_BEAUTIFY_FLAG" val="#wm#"/>
  <p:tag name="KSO_WM_TAG_VERSION" val="3.0"/>
  <p:tag name="KSO_WM_UNIT_COMPATIBLE" val="0"/>
  <p:tag name="KSO_WM_UNIT_DIAGRAM_ISNUMVISUAL" val="0"/>
  <p:tag name="KSO_WM_UNIT_DIAGRAM_ISREFERUNIT" val="0"/>
  <p:tag name="KSO_WM_UNIT_HIGHLIGHT" val="0"/>
  <p:tag name="KSO_WM_UNIT_ID" val="_0**"/>
  <p:tag name="KSO_WM_UNIT_ISNUMDGMTITLE" val="0"/>
  <p:tag name="KSO_WM_UNIT_LAYERLEVEL" val="1"/>
  <p:tag name="KSO_WM_UNIT_NOCLEAR" val="0"/>
</p:tagLst>
</file>

<file path=ppt/tags/tag9.xml><?xml version="1.0" encoding="utf-8"?>
<p:tagLst xmlns:a="http://schemas.openxmlformats.org/drawingml/2006/main" xmlns:r="http://schemas.openxmlformats.org/officeDocument/2006/relationships" xmlns:p="http://schemas.openxmlformats.org/presentationml/2006/main">
  <p:tag name="AS_UNIQUEID" val="2604"/>
  <p:tag name="KSO_WM_BEAUTIFY_FLAG" val="#wm#"/>
  <p:tag name="KSO_WM_TAG_VERSION" val="3.0"/>
  <p:tag name="KSO_WM_UNIT_COMPATIBLE" val="0"/>
  <p:tag name="KSO_WM_UNIT_DIAGRAM_ISNUMVISUAL" val="0"/>
  <p:tag name="KSO_WM_UNIT_DIAGRAM_ISREFERUNIT" val="0"/>
  <p:tag name="KSO_WM_UNIT_HIGHLIGHT" val="0"/>
  <p:tag name="KSO_WM_UNIT_ID" val="_0**"/>
  <p:tag name="KSO_WM_UNIT_ISNUMDGMTITLE" val="0"/>
  <p:tag name="KSO_WM_UNIT_LAYERLEVEL" val="1"/>
  <p:tag name="KSO_WM_UNIT_NOCLEAR" val="0"/>
</p:tagLst>
</file>

<file path=ppt/tags/tag10.xml><?xml version="1.0" encoding="utf-8"?>
<p:tagLst xmlns:a="http://schemas.openxmlformats.org/drawingml/2006/main" xmlns:r="http://schemas.openxmlformats.org/officeDocument/2006/relationships" xmlns:p="http://schemas.openxmlformats.org/presentationml/2006/main">
  <p:tag name="AS_UNIQUEID" val="2605"/>
  <p:tag name="KSO_WM_BEAUTIFY_FLAG" val="#wm#"/>
  <p:tag name="KSO_WM_TAG_VERSION" val="3.0"/>
  <p:tag name="KSO_WM_TEMPLATE_CATEGORY" val="custom"/>
  <p:tag name="KSO_WM_TEMPLATE_COLOR_TYPE" val="0"/>
  <p:tag name="KSO_WM_TEMPLATE_INDEX" val="20236725"/>
  <p:tag name="KSO_WM_TEMPLATE_MASTER_TYPE" val="0"/>
  <p:tag name="KSO_WM_TEMPLATE_SUBCATEGORY" val="29"/>
  <p:tag name="KSO_WM_TEMPLATE_THUMBS_INDEX" val="1、9"/>
</p:tagLst>
</file>

<file path=ppt/tags/tag11.xml><?xml version="1.0" encoding="utf-8"?>
<p:tagLst xmlns:a="http://schemas.openxmlformats.org/drawingml/2006/main" xmlns:r="http://schemas.openxmlformats.org/officeDocument/2006/relationships" xmlns:p="http://schemas.openxmlformats.org/presentationml/2006/main">
  <p:tag name="AS_UNIQUEID" val="2606"/>
</p:tagLst>
</file>

<file path=ppt/tags/tag12.xml><?xml version="1.0" encoding="utf-8"?>
<p:tagLst xmlns:a="http://schemas.openxmlformats.org/drawingml/2006/main" xmlns:r="http://schemas.openxmlformats.org/officeDocument/2006/relationships" xmlns:p="http://schemas.openxmlformats.org/presentationml/2006/main">
  <p:tag name="AS_UNIQUEID" val="2498"/>
  <p:tag name="KSO_WM_BEAUTIFY_FLAG" val="#wm#"/>
  <p:tag name="KSO_WM_TAG_VERSION" val="3.0"/>
  <p:tag name="KSO_WM_UNIT_COMPATIBLE" val="0"/>
  <p:tag name="KSO_WM_UNIT_DIAGRAM_ISNUMVISUAL" val="0"/>
  <p:tag name="KSO_WM_UNIT_DIAGRAM_ISREFERUNIT" val="0"/>
  <p:tag name="KSO_WM_UNIT_HIGHLIGHT" val="0"/>
  <p:tag name="KSO_WM_UNIT_ID" val="_1*i*1"/>
  <p:tag name="KSO_WM_UNIT_INDEX" val="1"/>
  <p:tag name="KSO_WM_UNIT_ISNUMDGMTITLE" val="0"/>
  <p:tag name="KSO_WM_UNIT_LAYERLEVEL" val="1"/>
  <p:tag name="KSO_WM_UNIT_NOCLEAR" val="0"/>
  <p:tag name="KSO_WM_UNIT_TYPE" val="i"/>
</p:tagLst>
</file>

<file path=ppt/tags/tag13.xml><?xml version="1.0" encoding="utf-8"?>
<p:tagLst xmlns:a="http://schemas.openxmlformats.org/drawingml/2006/main" xmlns:r="http://schemas.openxmlformats.org/officeDocument/2006/relationships" xmlns:p="http://schemas.openxmlformats.org/presentationml/2006/main">
  <p:tag name="AS_UNIQUEID" val="2499"/>
  <p:tag name="KSO_WM_BEAUTIFY_FLAG" val="#wm#"/>
  <p:tag name="KSO_WM_TAG_VERSION" val="3.0"/>
  <p:tag name="KSO_WM_UNIT_COMPATIBLE" val="0"/>
  <p:tag name="KSO_WM_UNIT_DIAGRAM_ISNUMVISUAL" val="0"/>
  <p:tag name="KSO_WM_UNIT_DIAGRAM_ISREFERUNIT" val="0"/>
  <p:tag name="KSO_WM_UNIT_HIGHLIGHT" val="0"/>
  <p:tag name="KSO_WM_UNIT_ID" val="_1*i*2"/>
  <p:tag name="KSO_WM_UNIT_INDEX" val="2"/>
  <p:tag name="KSO_WM_UNIT_ISNUMDGMTITLE" val="0"/>
  <p:tag name="KSO_WM_UNIT_LAYERLEVEL" val="1"/>
  <p:tag name="KSO_WM_UNIT_NOCLEAR" val="0"/>
  <p:tag name="KSO_WM_UNIT_TYPE" val="i"/>
</p:tagLst>
</file>

<file path=ppt/tags/tag14.xml><?xml version="1.0" encoding="utf-8"?>
<p:tagLst xmlns:a="http://schemas.openxmlformats.org/drawingml/2006/main" xmlns:r="http://schemas.openxmlformats.org/officeDocument/2006/relationships" xmlns:p="http://schemas.openxmlformats.org/presentationml/2006/main">
  <p:tag name="AS_UNIQUEID" val="2500"/>
  <p:tag name="KSO_WM_BEAUTIFY_FLAG" val="#wm#"/>
  <p:tag name="KSO_WM_TAG_VERSION" val="3.0"/>
  <p:tag name="KSO_WM_UNIT_COMPATIBLE" val="0"/>
  <p:tag name="KSO_WM_UNIT_DIAGRAM_ISNUMVISUAL" val="0"/>
  <p:tag name="KSO_WM_UNIT_DIAGRAM_ISREFERUNIT" val="0"/>
  <p:tag name="KSO_WM_UNIT_HIGHLIGHT" val="0"/>
  <p:tag name="KSO_WM_UNIT_ID" val="_1*i*8"/>
  <p:tag name="KSO_WM_UNIT_INDEX" val="8"/>
  <p:tag name="KSO_WM_UNIT_ISNUMDGMTITLE" val="0"/>
  <p:tag name="KSO_WM_UNIT_LAYERLEVEL" val="1"/>
  <p:tag name="KSO_WM_UNIT_NOCLEAR" val="0"/>
  <p:tag name="KSO_WM_UNIT_TYPE" val="i"/>
</p:tagLst>
</file>

<file path=ppt/tags/tag15.xml><?xml version="1.0" encoding="utf-8"?>
<p:tagLst xmlns:a="http://schemas.openxmlformats.org/drawingml/2006/main" xmlns:r="http://schemas.openxmlformats.org/officeDocument/2006/relationships" xmlns:p="http://schemas.openxmlformats.org/presentationml/2006/main">
  <p:tag name="AS_UNIQUEID" val="2501"/>
  <p:tag name="KSO_WM_BEAUTIFY_FLAG" val="#wm#"/>
  <p:tag name="KSO_WM_TAG_VERSION" val="3.0"/>
  <p:tag name="KSO_WM_UNIT_COMPATIBLE" val="0"/>
  <p:tag name="KSO_WM_UNIT_DIAGRAM_ISNUMVISUAL" val="0"/>
  <p:tag name="KSO_WM_UNIT_DIAGRAM_ISREFERUNIT" val="0"/>
  <p:tag name="KSO_WM_UNIT_HIGHLIGHT" val="0"/>
  <p:tag name="KSO_WM_UNIT_ID" val="_1*i*6"/>
  <p:tag name="KSO_WM_UNIT_INDEX" val="6"/>
  <p:tag name="KSO_WM_UNIT_ISNUMDGMTITLE" val="0"/>
  <p:tag name="KSO_WM_UNIT_LAYERLEVEL" val="1"/>
  <p:tag name="KSO_WM_UNIT_NOCLEAR" val="0"/>
  <p:tag name="KSO_WM_UNIT_TYPE" val="i"/>
</p:tagLst>
</file>

<file path=ppt/tags/tag16.xml><?xml version="1.0" encoding="utf-8"?>
<p:tagLst xmlns:a="http://schemas.openxmlformats.org/drawingml/2006/main" xmlns:r="http://schemas.openxmlformats.org/officeDocument/2006/relationships" xmlns:p="http://schemas.openxmlformats.org/presentationml/2006/main">
  <p:tag name="AS_UNIQUEID" val="2502"/>
  <p:tag name="KSO_WM_BEAUTIFY_FLAG" val="#wm#"/>
  <p:tag name="KSO_WM_TAG_VERSION" val="3.0"/>
  <p:tag name="KSO_WM_UNIT_COMPATIBLE" val="0"/>
  <p:tag name="KSO_WM_UNIT_DIAGRAM_ISNUMVISUAL" val="0"/>
  <p:tag name="KSO_WM_UNIT_DIAGRAM_ISREFERUNIT" val="0"/>
  <p:tag name="KSO_WM_UNIT_HIGHLIGHT" val="0"/>
  <p:tag name="KSO_WM_UNIT_ID" val="_1*i*10"/>
  <p:tag name="KSO_WM_UNIT_INDEX" val="10"/>
  <p:tag name="KSO_WM_UNIT_ISNUMDGMTITLE" val="0"/>
  <p:tag name="KSO_WM_UNIT_LAYERLEVEL" val="1"/>
  <p:tag name="KSO_WM_UNIT_NOCLEAR" val="0"/>
  <p:tag name="KSO_WM_UNIT_TYPE" val="i"/>
</p:tagLst>
</file>

<file path=ppt/tags/tag17.xml><?xml version="1.0" encoding="utf-8"?>
<p:tagLst xmlns:a="http://schemas.openxmlformats.org/drawingml/2006/main" xmlns:r="http://schemas.openxmlformats.org/officeDocument/2006/relationships" xmlns:p="http://schemas.openxmlformats.org/presentationml/2006/main">
  <p:tag name="AS_UNIQUEID" val="2503"/>
  <p:tag name="KSO_WM_BEAUTIFY_FLAG" val="#wm#"/>
  <p:tag name="KSO_WM_TAG_VERSION" val="3.0"/>
  <p:tag name="KSO_WM_UNIT_COMPATIBLE" val="0"/>
  <p:tag name="KSO_WM_UNIT_DIAGRAM_ISNUMVISUAL" val="0"/>
  <p:tag name="KSO_WM_UNIT_DIAGRAM_ISREFERUNIT" val="0"/>
  <p:tag name="KSO_WM_UNIT_HIGHLIGHT" val="0"/>
  <p:tag name="KSO_WM_UNIT_ID" val="_1*i*9"/>
  <p:tag name="KSO_WM_UNIT_INDEX" val="9"/>
  <p:tag name="KSO_WM_UNIT_ISNUMDGMTITLE" val="0"/>
  <p:tag name="KSO_WM_UNIT_LAYERLEVEL" val="1"/>
  <p:tag name="KSO_WM_UNIT_NOCLEAR" val="0"/>
  <p:tag name="KSO_WM_UNIT_TYPE" val="i"/>
</p:tagLst>
</file>

<file path=ppt/tags/tag18.xml><?xml version="1.0" encoding="utf-8"?>
<p:tagLst xmlns:a="http://schemas.openxmlformats.org/drawingml/2006/main" xmlns:r="http://schemas.openxmlformats.org/officeDocument/2006/relationships" xmlns:p="http://schemas.openxmlformats.org/presentationml/2006/main">
  <p:tag name="AS_UNIQUEID" val="2504"/>
  <p:tag name="KSO_WM_BEAUTIFY_FLAG" val="#wm#"/>
  <p:tag name="KSO_WM_TAG_VERSION" val="3.0"/>
  <p:tag name="KSO_WM_UNIT_COMPATIBLE" val="0"/>
  <p:tag name="KSO_WM_UNIT_DIAGRAM_ISNUMVISUAL" val="0"/>
  <p:tag name="KSO_WM_UNIT_DIAGRAM_ISREFERUNIT" val="0"/>
  <p:tag name="KSO_WM_UNIT_HIGHLIGHT" val="0"/>
  <p:tag name="KSO_WM_UNIT_ID" val="_1*i*7"/>
  <p:tag name="KSO_WM_UNIT_INDEX" val="7"/>
  <p:tag name="KSO_WM_UNIT_ISNUMDGMTITLE" val="0"/>
  <p:tag name="KSO_WM_UNIT_LAYERLEVEL" val="1"/>
  <p:tag name="KSO_WM_UNIT_NOCLEAR" val="0"/>
  <p:tag name="KSO_WM_UNIT_TYPE" val="i"/>
</p:tagLst>
</file>

<file path=ppt/tags/tag19.xml><?xml version="1.0" encoding="utf-8"?>
<p:tagLst xmlns:a="http://schemas.openxmlformats.org/drawingml/2006/main" xmlns:r="http://schemas.openxmlformats.org/officeDocument/2006/relationships" xmlns:p="http://schemas.openxmlformats.org/presentationml/2006/main">
  <p:tag name="AS_UNIQUEID" val="2505"/>
  <p:tag name="KSO_WM_BEAUTIFY_FLAG" val="#wm#"/>
  <p:tag name="KSO_WM_TAG_VERSION" val="3.0"/>
  <p:tag name="KSO_WM_UNIT_COMPATIBLE" val="0"/>
  <p:tag name="KSO_WM_UNIT_DIAGRAM_ISNUMVISUAL" val="0"/>
  <p:tag name="KSO_WM_UNIT_DIAGRAM_ISREFERUNIT" val="0"/>
  <p:tag name="KSO_WM_UNIT_HIGHLIGHT" val="0"/>
  <p:tag name="KSO_WM_UNIT_ID" val="_1*i*3"/>
  <p:tag name="KSO_WM_UNIT_INDEX" val="3"/>
  <p:tag name="KSO_WM_UNIT_ISNUMDGMTITLE" val="0"/>
  <p:tag name="KSO_WM_UNIT_LAYERLEVEL" val="1"/>
  <p:tag name="KSO_WM_UNIT_NOCLEAR" val="0"/>
  <p:tag name="KSO_WM_UNIT_TYPE" val="i"/>
</p:tagLst>
</file>

<file path=ppt/tags/tag20.xml><?xml version="1.0" encoding="utf-8"?>
<p:tagLst xmlns:a="http://schemas.openxmlformats.org/drawingml/2006/main" xmlns:r="http://schemas.openxmlformats.org/officeDocument/2006/relationships" xmlns:p="http://schemas.openxmlformats.org/presentationml/2006/main">
  <p:tag name="AS_UNIQUEID" val="2506"/>
  <p:tag name="KSO_WM_BEAUTIFY_FLAG" val="#wm#"/>
  <p:tag name="KSO_WM_TAG_VERSION" val="3.0"/>
  <p:tag name="KSO_WM_UNIT_COMPATIBLE" val="0"/>
  <p:tag name="KSO_WM_UNIT_DIAGRAM_ISNUMVISUAL" val="0"/>
  <p:tag name="KSO_WM_UNIT_DIAGRAM_ISREFERUNIT" val="0"/>
  <p:tag name="KSO_WM_UNIT_HIGHLIGHT" val="0"/>
  <p:tag name="KSO_WM_UNIT_ID" val="_1*i*4"/>
  <p:tag name="KSO_WM_UNIT_INDEX" val="4"/>
  <p:tag name="KSO_WM_UNIT_ISNUMDGMTITLE" val="0"/>
  <p:tag name="KSO_WM_UNIT_LAYERLEVEL" val="1"/>
  <p:tag name="KSO_WM_UNIT_NOCLEAR" val="0"/>
  <p:tag name="KSO_WM_UNIT_TYPE" val="i"/>
</p:tagLst>
</file>

<file path=ppt/tags/tag21.xml><?xml version="1.0" encoding="utf-8"?>
<p:tagLst xmlns:a="http://schemas.openxmlformats.org/drawingml/2006/main" xmlns:r="http://schemas.openxmlformats.org/officeDocument/2006/relationships" xmlns:p="http://schemas.openxmlformats.org/presentationml/2006/main">
  <p:tag name="AS_UNIQUEID" val="2507"/>
  <p:tag name="KSO_WM_BEAUTIFY_FLAG" val="#wm#"/>
  <p:tag name="KSO_WM_TAG_VERSION" val="3.0"/>
  <p:tag name="KSO_WM_UNIT_COMPATIBLE" val="0"/>
  <p:tag name="KSO_WM_UNIT_DIAGRAM_ISNUMVISUAL" val="0"/>
  <p:tag name="KSO_WM_UNIT_DIAGRAM_ISREFERUNIT" val="0"/>
  <p:tag name="KSO_WM_UNIT_HIGHLIGHT" val="0"/>
  <p:tag name="KSO_WM_UNIT_ID" val="_1*i*5"/>
  <p:tag name="KSO_WM_UNIT_INDEX" val="5"/>
  <p:tag name="KSO_WM_UNIT_ISNUMDGMTITLE" val="0"/>
  <p:tag name="KSO_WM_UNIT_LAYERLEVEL" val="1"/>
  <p:tag name="KSO_WM_UNIT_NOCLEAR" val="0"/>
  <p:tag name="KSO_WM_UNIT_TYPE" val="i"/>
</p:tagLst>
</file>

<file path=ppt/tags/tag22.xml><?xml version="1.0" encoding="utf-8"?>
<p:tagLst xmlns:a="http://schemas.openxmlformats.org/drawingml/2006/main" xmlns:r="http://schemas.openxmlformats.org/officeDocument/2006/relationships" xmlns:p="http://schemas.openxmlformats.org/presentationml/2006/main">
  <p:tag name="AS_UNIQUEID" val="2508"/>
  <p:tag name="KSO_WM_BEAUTIFY_FLAG" val="#wm#"/>
  <p:tag name="KSO_WM_TAG_VERSION" val="3.0"/>
  <p:tag name="KSO_WM_UNIT_COMPATIBLE" val="0"/>
  <p:tag name="KSO_WM_UNIT_DIAGRAM_ISNUMVISUAL" val="0"/>
  <p:tag name="KSO_WM_UNIT_DIAGRAM_ISREFERUNIT" val="0"/>
  <p:tag name="KSO_WM_UNIT_HIGHLIGHT" val="0"/>
  <p:tag name="KSO_WM_UNIT_ID" val="_1*a*1"/>
  <p:tag name="KSO_WM_UNIT_INDEX" val="1"/>
  <p:tag name="KSO_WM_UNIT_ISCONTENTSTITLE" val="0"/>
  <p:tag name="KSO_WM_UNIT_ISNUMDGMTITLE" val="0"/>
  <p:tag name="KSO_WM_UNIT_LAYERLEVEL" val="1"/>
  <p:tag name="KSO_WM_UNIT_NOCLEAR" val="0"/>
  <p:tag name="KSO_WM_UNIT_PRESET_TEXT" val="单击此处编辑母版标题样式"/>
  <p:tag name="KSO_WM_UNIT_TYPE" val="a"/>
  <p:tag name="KSO_WM_UNIT_VALUE" val="14"/>
</p:tagLst>
</file>

<file path=ppt/tags/tag23.xml><?xml version="1.0" encoding="utf-8"?>
<p:tagLst xmlns:a="http://schemas.openxmlformats.org/drawingml/2006/main" xmlns:r="http://schemas.openxmlformats.org/officeDocument/2006/relationships" xmlns:p="http://schemas.openxmlformats.org/presentationml/2006/main">
  <p:tag name="AS_UNIQUEID" val="2509"/>
  <p:tag name="KSO_WM_BEAUTIFY_FLAG" val="#wm#"/>
  <p:tag name="KSO_WM_TAG_VERSION" val="3.0"/>
  <p:tag name="KSO_WM_UNIT_COMPATIBLE" val="0"/>
  <p:tag name="KSO_WM_UNIT_DIAGRAM_ISNUMVISUAL" val="0"/>
  <p:tag name="KSO_WM_UNIT_DIAGRAM_ISREFERUNIT" val="0"/>
  <p:tag name="KSO_WM_UNIT_HIGHLIGHT" val="0"/>
  <p:tag name="KSO_WM_UNIT_ID" val="_1*b*1"/>
  <p:tag name="KSO_WM_UNIT_INDEX" val="1"/>
  <p:tag name="KSO_WM_UNIT_ISCONTENTSTITLE" val="0"/>
  <p:tag name="KSO_WM_UNIT_ISNUMDGMTITLE" val="0"/>
  <p:tag name="KSO_WM_UNIT_LAYERLEVEL" val="1"/>
  <p:tag name="KSO_WM_UNIT_NOCLEAR" val="0"/>
  <p:tag name="KSO_WM_UNIT_PRESET_TEXT" val="单击此处编辑副标题"/>
  <p:tag name="KSO_WM_UNIT_TYPE" val="b"/>
  <p:tag name="KSO_WM_UNIT_VALUE" val="42"/>
</p:tagLst>
</file>

<file path=ppt/tags/tag24.xml><?xml version="1.0" encoding="utf-8"?>
<p:tagLst xmlns:a="http://schemas.openxmlformats.org/drawingml/2006/main" xmlns:r="http://schemas.openxmlformats.org/officeDocument/2006/relationships" xmlns:p="http://schemas.openxmlformats.org/presentationml/2006/main">
  <p:tag name="AS_UNIQUEID" val="2510"/>
  <p:tag name="KSO_WM_BEAUTIFY_FLAG" val="#wm#"/>
  <p:tag name="KSO_WM_TAG_VERSION" val="3.0"/>
  <p:tag name="KSO_WM_UNIT_COMPATIBLE" val="0"/>
  <p:tag name="KSO_WM_UNIT_DIAGRAM_ISNUMVISUAL" val="0"/>
  <p:tag name="KSO_WM_UNIT_DIAGRAM_ISREFERUNIT" val="0"/>
  <p:tag name="KSO_WM_UNIT_HIGHLIGHT" val="0"/>
  <p:tag name="KSO_WM_UNIT_ID" val="_1**"/>
  <p:tag name="KSO_WM_UNIT_ISNUMDGMTITLE" val="0"/>
  <p:tag name="KSO_WM_UNIT_LAYERLEVEL" val="1"/>
  <p:tag name="KSO_WM_UNIT_NOCLEAR" val="0"/>
</p:tagLst>
</file>

<file path=ppt/tags/tag25.xml><?xml version="1.0" encoding="utf-8"?>
<p:tagLst xmlns:a="http://schemas.openxmlformats.org/drawingml/2006/main" xmlns:r="http://schemas.openxmlformats.org/officeDocument/2006/relationships" xmlns:p="http://schemas.openxmlformats.org/presentationml/2006/main">
  <p:tag name="AS_UNIQUEID" val="2511"/>
  <p:tag name="KSO_WM_BEAUTIFY_FLAG" val="#wm#"/>
  <p:tag name="KSO_WM_TAG_VERSION" val="3.0"/>
  <p:tag name="KSO_WM_UNIT_COMPATIBLE" val="0"/>
  <p:tag name="KSO_WM_UNIT_DIAGRAM_ISNUMVISUAL" val="0"/>
  <p:tag name="KSO_WM_UNIT_DIAGRAM_ISREFERUNIT" val="0"/>
  <p:tag name="KSO_WM_UNIT_HIGHLIGHT" val="0"/>
  <p:tag name="KSO_WM_UNIT_ID" val="_1**"/>
  <p:tag name="KSO_WM_UNIT_ISNUMDGMTITLE" val="0"/>
  <p:tag name="KSO_WM_UNIT_LAYERLEVEL" val="1"/>
  <p:tag name="KSO_WM_UNIT_NOCLEAR" val="0"/>
</p:tagLst>
</file>

<file path=ppt/tags/tag26.xml><?xml version="1.0" encoding="utf-8"?>
<p:tagLst xmlns:a="http://schemas.openxmlformats.org/drawingml/2006/main" xmlns:r="http://schemas.openxmlformats.org/officeDocument/2006/relationships" xmlns:p="http://schemas.openxmlformats.org/presentationml/2006/main">
  <p:tag name="AS_UNIQUEID" val="2512"/>
  <p:tag name="KSO_WM_BEAUTIFY_FLAG" val="#wm#"/>
  <p:tag name="KSO_WM_TAG_VERSION" val="3.0"/>
  <p:tag name="KSO_WM_UNIT_COMPATIBLE" val="0"/>
  <p:tag name="KSO_WM_UNIT_DIAGRAM_ISNUMVISUAL" val="0"/>
  <p:tag name="KSO_WM_UNIT_DIAGRAM_ISREFERUNIT" val="0"/>
  <p:tag name="KSO_WM_UNIT_HIGHLIGHT" val="0"/>
  <p:tag name="KSO_WM_UNIT_ID" val="_1**"/>
  <p:tag name="KSO_WM_UNIT_ISNUMDGMTITLE" val="0"/>
  <p:tag name="KSO_WM_UNIT_LAYERLEVEL" val="1"/>
  <p:tag name="KSO_WM_UNIT_NOCLEAR" val="0"/>
</p:tagLst>
</file>

<file path=ppt/tags/tag27.xml><?xml version="1.0" encoding="utf-8"?>
<p:tagLst xmlns:a="http://schemas.openxmlformats.org/drawingml/2006/main" xmlns:r="http://schemas.openxmlformats.org/officeDocument/2006/relationships" xmlns:p="http://schemas.openxmlformats.org/presentationml/2006/main">
  <p:tag name="AS_UNIQUEID" val="2513"/>
  <p:tag name="KSO_WM_BEAUTIFY_FLAG" val="#wm#"/>
  <p:tag name="KSO_WM_TAG_VERSION" val="3.0"/>
  <p:tag name="KSO_WM_UNIT_COMPATIBLE" val="0"/>
  <p:tag name="KSO_WM_UNIT_DIAGRAM_ISNUMVISUAL" val="0"/>
  <p:tag name="KSO_WM_UNIT_DIAGRAM_ISREFERUNIT" val="0"/>
  <p:tag name="KSO_WM_UNIT_HIGHLIGHT" val="0"/>
  <p:tag name="KSO_WM_UNIT_ID" val="_1*f*2"/>
  <p:tag name="KSO_WM_UNIT_INDEX" val="2"/>
  <p:tag name="KSO_WM_UNIT_ISNUMDGMTITLE" val="0"/>
  <p:tag name="KSO_WM_UNIT_LAYERLEVEL" val="1"/>
  <p:tag name="KSO_WM_UNIT_NOCLEAR" val="0"/>
  <p:tag name="KSO_WM_UNIT_PRESET_TEXT" val="公司名"/>
  <p:tag name="KSO_WM_UNIT_SUBTYPE" val="g"/>
  <p:tag name="KSO_WM_UNIT_TYPE" val="f"/>
  <p:tag name="KSO_WM_UNIT_VALUE" val="13"/>
</p:tagLst>
</file>

<file path=ppt/tags/tag28.xml><?xml version="1.0" encoding="utf-8"?>
<p:tagLst xmlns:a="http://schemas.openxmlformats.org/drawingml/2006/main" xmlns:r="http://schemas.openxmlformats.org/officeDocument/2006/relationships" xmlns:p="http://schemas.openxmlformats.org/presentationml/2006/main">
  <p:tag name="AS_UNIQUEID" val="2514"/>
  <p:tag name="KSO_WM_BEAUTIFY_FLAG" val="#wm#"/>
  <p:tag name="KSO_WM_TAG_VERSION" val="3.0"/>
  <p:tag name="KSO_WM_UNIT_COMPATIBLE" val="0"/>
  <p:tag name="KSO_WM_UNIT_DIAGRAM_ISNUMVISUAL" val="0"/>
  <p:tag name="KSO_WM_UNIT_DIAGRAM_ISREFERUNIT" val="0"/>
  <p:tag name="KSO_WM_UNIT_HIGHLIGHT" val="0"/>
  <p:tag name="KSO_WM_UNIT_ID" val="_1*f*1"/>
  <p:tag name="KSO_WM_UNIT_INDEX" val="1"/>
  <p:tag name="KSO_WM_UNIT_ISNUMDGMTITLE" val="0"/>
  <p:tag name="KSO_WM_UNIT_LAYERLEVEL" val="1"/>
  <p:tag name="KSO_WM_UNIT_NOCLEAR" val="0"/>
  <p:tag name="KSO_WM_UNIT_PRESET_TEXT" val="署名"/>
  <p:tag name="KSO_WM_UNIT_SUBTYPE" val="b"/>
  <p:tag name="KSO_WM_UNIT_TYPE" val="f"/>
  <p:tag name="KSO_WM_UNIT_VALUE" val="13"/>
</p:tagLst>
</file>

<file path=ppt/tags/tag29.xml><?xml version="1.0" encoding="utf-8"?>
<p:tagLst xmlns:a="http://schemas.openxmlformats.org/drawingml/2006/main" xmlns:r="http://schemas.openxmlformats.org/officeDocument/2006/relationships" xmlns:p="http://schemas.openxmlformats.org/presentationml/2006/main">
  <p:tag name="AS_UNIQUEID" val="2516"/>
  <p:tag name="KSO_WM_BEAUTIFY_FLAG" val="#wm#"/>
  <p:tag name="KSO_WM_TAG_VERSION" val="3.0"/>
  <p:tag name="KSO_WM_UNIT_COMPATIBLE" val="0"/>
  <p:tag name="KSO_WM_UNIT_DIAGRAM_ISNUMVISUAL" val="0"/>
  <p:tag name="KSO_WM_UNIT_DIAGRAM_ISREFERUNIT" val="0"/>
  <p:tag name="KSO_WM_UNIT_HIGHLIGHT" val="0"/>
  <p:tag name="KSO_WM_UNIT_ID" val="_2*a*1"/>
  <p:tag name="KSO_WM_UNIT_INDEX" val="1"/>
  <p:tag name="KSO_WM_UNIT_ISCONTENTSTITLE" val="0"/>
  <p:tag name="KSO_WM_UNIT_ISNUMDGMTITLE" val="0"/>
  <p:tag name="KSO_WM_UNIT_LAYERLEVEL" val="1"/>
  <p:tag name="KSO_WM_UNIT_NOCLEAR" val="0"/>
  <p:tag name="KSO_WM_UNIT_PRESET_TEXT" val="单击此处编辑母版标题样式"/>
  <p:tag name="KSO_WM_UNIT_TYPE" val="a"/>
  <p:tag name="KSO_WM_UNIT_VALUE" val="29"/>
</p:tagLst>
</file>

<file path=ppt/tags/tag30.xml><?xml version="1.0" encoding="utf-8"?>
<p:tagLst xmlns:a="http://schemas.openxmlformats.org/drawingml/2006/main" xmlns:r="http://schemas.openxmlformats.org/officeDocument/2006/relationships" xmlns:p="http://schemas.openxmlformats.org/presentationml/2006/main">
  <p:tag name="AS_UNIQUEID" val="2517"/>
  <p:tag name="KSO_WM_BEAUTIFY_FLAG" val="#wm#"/>
  <p:tag name="KSO_WM_TAG_VERSION" val="3.0"/>
  <p:tag name="KSO_WM_UNIT_COMPATIBLE" val="0"/>
  <p:tag name="KSO_WM_UNIT_DIAGRAM_ISNUMVISUAL" val="0"/>
  <p:tag name="KSO_WM_UNIT_DIAGRAM_ISREFERUNIT" val="0"/>
  <p:tag name="KSO_WM_UNIT_HIGHLIGHT" val="0"/>
  <p:tag name="KSO_WM_UNIT_ID" val="_2*f*1"/>
  <p:tag name="KSO_WM_UNIT_INDEX" val="1"/>
  <p:tag name="KSO_WM_UNIT_ISNUMDGMTITLE" val="0"/>
  <p:tag name="KSO_WM_UNIT_LAYERLEVEL" val="1"/>
  <p:tag name="KSO_WM_UNIT_NOCLEAR" val="0"/>
  <p:tag name="KSO_WM_UNIT_PRESET_TEXT" val="单击此处编辑母版文本样式&#10;第二级&#10;第三级&#10;第四级&#10;第五级"/>
  <p:tag name="KSO_WM_UNIT_SUBTYPE" val="a"/>
  <p:tag name="KSO_WM_UNIT_TYPE" val="f"/>
  <p:tag name="KSO_WM_UNIT_VALUE" val="340"/>
</p:tagLst>
</file>

<file path=ppt/tags/tag31.xml><?xml version="1.0" encoding="utf-8"?>
<p:tagLst xmlns:a="http://schemas.openxmlformats.org/drawingml/2006/main" xmlns:r="http://schemas.openxmlformats.org/officeDocument/2006/relationships" xmlns:p="http://schemas.openxmlformats.org/presentationml/2006/main">
  <p:tag name="AS_UNIQUEID" val="2518"/>
  <p:tag name="KSO_WM_BEAUTIFY_FLAG" val="#wm#"/>
  <p:tag name="KSO_WM_TAG_VERSION" val="3.0"/>
  <p:tag name="KSO_WM_UNIT_COMPATIBLE" val="0"/>
  <p:tag name="KSO_WM_UNIT_DIAGRAM_ISNUMVISUAL" val="0"/>
  <p:tag name="KSO_WM_UNIT_DIAGRAM_ISREFERUNIT" val="0"/>
  <p:tag name="KSO_WM_UNIT_HIGHLIGHT" val="0"/>
  <p:tag name="KSO_WM_UNIT_ID" val="_2**"/>
  <p:tag name="KSO_WM_UNIT_ISNUMDGMTITLE" val="0"/>
  <p:tag name="KSO_WM_UNIT_LAYERLEVEL" val="1"/>
  <p:tag name="KSO_WM_UNIT_NOCLEAR" val="0"/>
</p:tagLst>
</file>

<file path=ppt/tags/tag32.xml><?xml version="1.0" encoding="utf-8"?>
<p:tagLst xmlns:a="http://schemas.openxmlformats.org/drawingml/2006/main" xmlns:r="http://schemas.openxmlformats.org/officeDocument/2006/relationships" xmlns:p="http://schemas.openxmlformats.org/presentationml/2006/main">
  <p:tag name="AS_UNIQUEID" val="2519"/>
  <p:tag name="KSO_WM_BEAUTIFY_FLAG" val="#wm#"/>
  <p:tag name="KSO_WM_TAG_VERSION" val="3.0"/>
  <p:tag name="KSO_WM_UNIT_COMPATIBLE" val="0"/>
  <p:tag name="KSO_WM_UNIT_DIAGRAM_ISNUMVISUAL" val="0"/>
  <p:tag name="KSO_WM_UNIT_DIAGRAM_ISREFERUNIT" val="0"/>
  <p:tag name="KSO_WM_UNIT_HIGHLIGHT" val="0"/>
  <p:tag name="KSO_WM_UNIT_ID" val="_2**"/>
  <p:tag name="KSO_WM_UNIT_ISNUMDGMTITLE" val="0"/>
  <p:tag name="KSO_WM_UNIT_LAYERLEVEL" val="1"/>
  <p:tag name="KSO_WM_UNIT_NOCLEAR" val="0"/>
</p:tagLst>
</file>

<file path=ppt/tags/tag33.xml><?xml version="1.0" encoding="utf-8"?>
<p:tagLst xmlns:a="http://schemas.openxmlformats.org/drawingml/2006/main" xmlns:r="http://schemas.openxmlformats.org/officeDocument/2006/relationships" xmlns:p="http://schemas.openxmlformats.org/presentationml/2006/main">
  <p:tag name="AS_UNIQUEID" val="2520"/>
  <p:tag name="KSO_WM_BEAUTIFY_FLAG" val="#wm#"/>
  <p:tag name="KSO_WM_TAG_VERSION" val="3.0"/>
  <p:tag name="KSO_WM_UNIT_COMPATIBLE" val="0"/>
  <p:tag name="KSO_WM_UNIT_DIAGRAM_ISNUMVISUAL" val="0"/>
  <p:tag name="KSO_WM_UNIT_DIAGRAM_ISREFERUNIT" val="0"/>
  <p:tag name="KSO_WM_UNIT_HIGHLIGHT" val="0"/>
  <p:tag name="KSO_WM_UNIT_ID" val="_2**"/>
  <p:tag name="KSO_WM_UNIT_ISNUMDGMTITLE" val="0"/>
  <p:tag name="KSO_WM_UNIT_LAYERLEVEL" val="1"/>
  <p:tag name="KSO_WM_UNIT_NOCLEAR" val="0"/>
</p:tagLst>
</file>

<file path=ppt/tags/tag34.xml><?xml version="1.0" encoding="utf-8"?>
<p:tagLst xmlns:a="http://schemas.openxmlformats.org/drawingml/2006/main" xmlns:r="http://schemas.openxmlformats.org/officeDocument/2006/relationships" xmlns:p="http://schemas.openxmlformats.org/presentationml/2006/main">
  <p:tag name="AS_UNIQUEID" val="2522"/>
  <p:tag name="KSO_WM_BEAUTIFY_FLAG" val="#wm#"/>
  <p:tag name="KSO_WM_TAG_VERSION" val="3.0"/>
  <p:tag name="KSO_WM_UNIT_COMPATIBLE" val="0"/>
  <p:tag name="KSO_WM_UNIT_DIAGRAM_ISNUMVISUAL" val="0"/>
  <p:tag name="KSO_WM_UNIT_DIAGRAM_ISREFERUNIT" val="0"/>
  <p:tag name="KSO_WM_UNIT_HIGHLIGHT" val="0"/>
  <p:tag name="KSO_WM_UNIT_ID" val="_3*i*1"/>
  <p:tag name="KSO_WM_UNIT_INDEX" val="1"/>
  <p:tag name="KSO_WM_UNIT_ISNUMDGMTITLE" val="0"/>
  <p:tag name="KSO_WM_UNIT_LAYERLEVEL" val="1"/>
  <p:tag name="KSO_WM_UNIT_NOCLEAR" val="0"/>
  <p:tag name="KSO_WM_UNIT_TYPE" val="i"/>
</p:tagLst>
</file>

<file path=ppt/tags/tag35.xml><?xml version="1.0" encoding="utf-8"?>
<p:tagLst xmlns:a="http://schemas.openxmlformats.org/drawingml/2006/main" xmlns:r="http://schemas.openxmlformats.org/officeDocument/2006/relationships" xmlns:p="http://schemas.openxmlformats.org/presentationml/2006/main">
  <p:tag name="AS_UNIQUEID" val="2523"/>
  <p:tag name="KSO_WM_BEAUTIFY_FLAG" val="#wm#"/>
  <p:tag name="KSO_WM_TAG_VERSION" val="3.0"/>
  <p:tag name="KSO_WM_UNIT_COMPATIBLE" val="0"/>
  <p:tag name="KSO_WM_UNIT_DIAGRAM_ISNUMVISUAL" val="0"/>
  <p:tag name="KSO_WM_UNIT_DIAGRAM_ISREFERUNIT" val="0"/>
  <p:tag name="KSO_WM_UNIT_HIGHLIGHT" val="0"/>
  <p:tag name="KSO_WM_UNIT_ID" val="_3*i*4"/>
  <p:tag name="KSO_WM_UNIT_INDEX" val="4"/>
  <p:tag name="KSO_WM_UNIT_ISNUMDGMTITLE" val="0"/>
  <p:tag name="KSO_WM_UNIT_LAYERLEVEL" val="1"/>
  <p:tag name="KSO_WM_UNIT_NOCLEAR" val="0"/>
  <p:tag name="KSO_WM_UNIT_TYPE" val="i"/>
</p:tagLst>
</file>

<file path=ppt/tags/tag36.xml><?xml version="1.0" encoding="utf-8"?>
<p:tagLst xmlns:a="http://schemas.openxmlformats.org/drawingml/2006/main" xmlns:r="http://schemas.openxmlformats.org/officeDocument/2006/relationships" xmlns:p="http://schemas.openxmlformats.org/presentationml/2006/main">
  <p:tag name="AS_UNIQUEID" val="2524"/>
  <p:tag name="KSO_WM_BEAUTIFY_FLAG" val="#wm#"/>
  <p:tag name="KSO_WM_TAG_VERSION" val="3.0"/>
  <p:tag name="KSO_WM_UNIT_COMPATIBLE" val="0"/>
  <p:tag name="KSO_WM_UNIT_DIAGRAM_ISNUMVISUAL" val="0"/>
  <p:tag name="KSO_WM_UNIT_DIAGRAM_ISREFERUNIT" val="0"/>
  <p:tag name="KSO_WM_UNIT_HIGHLIGHT" val="0"/>
  <p:tag name="KSO_WM_UNIT_ID" val="_3*i*5"/>
  <p:tag name="KSO_WM_UNIT_INDEX" val="5"/>
  <p:tag name="KSO_WM_UNIT_ISNUMDGMTITLE" val="0"/>
  <p:tag name="KSO_WM_UNIT_LAYERLEVEL" val="1"/>
  <p:tag name="KSO_WM_UNIT_NOCLEAR" val="0"/>
  <p:tag name="KSO_WM_UNIT_TYPE" val="i"/>
</p:tagLst>
</file>

<file path=ppt/tags/tag37.xml><?xml version="1.0" encoding="utf-8"?>
<p:tagLst xmlns:a="http://schemas.openxmlformats.org/drawingml/2006/main" xmlns:r="http://schemas.openxmlformats.org/officeDocument/2006/relationships" xmlns:p="http://schemas.openxmlformats.org/presentationml/2006/main">
  <p:tag name="AS_UNIQUEID" val="2525"/>
  <p:tag name="KSO_WM_BEAUTIFY_FLAG" val="#wm#"/>
  <p:tag name="KSO_WM_TAG_VERSION" val="3.0"/>
  <p:tag name="KSO_WM_UNIT_COMPATIBLE" val="0"/>
  <p:tag name="KSO_WM_UNIT_DIAGRAM_ISNUMVISUAL" val="0"/>
  <p:tag name="KSO_WM_UNIT_DIAGRAM_ISREFERUNIT" val="0"/>
  <p:tag name="KSO_WM_UNIT_HIGHLIGHT" val="0"/>
  <p:tag name="KSO_WM_UNIT_ID" val="_3*i*2"/>
  <p:tag name="KSO_WM_UNIT_INDEX" val="2"/>
  <p:tag name="KSO_WM_UNIT_ISNUMDGMTITLE" val="0"/>
  <p:tag name="KSO_WM_UNIT_LAYERLEVEL" val="1"/>
  <p:tag name="KSO_WM_UNIT_NOCLEAR" val="0"/>
  <p:tag name="KSO_WM_UNIT_TYPE" val="i"/>
</p:tagLst>
</file>

<file path=ppt/tags/tag38.xml><?xml version="1.0" encoding="utf-8"?>
<p:tagLst xmlns:a="http://schemas.openxmlformats.org/drawingml/2006/main" xmlns:r="http://schemas.openxmlformats.org/officeDocument/2006/relationships" xmlns:p="http://schemas.openxmlformats.org/presentationml/2006/main">
  <p:tag name="AS_UNIQUEID" val="2526"/>
  <p:tag name="KSO_WM_BEAUTIFY_FLAG" val="#wm#"/>
  <p:tag name="KSO_WM_TAG_VERSION" val="3.0"/>
  <p:tag name="KSO_WM_UNIT_COMPATIBLE" val="0"/>
  <p:tag name="KSO_WM_UNIT_DIAGRAM_ISNUMVISUAL" val="0"/>
  <p:tag name="KSO_WM_UNIT_DIAGRAM_ISREFERUNIT" val="0"/>
  <p:tag name="KSO_WM_UNIT_HIGHLIGHT" val="0"/>
  <p:tag name="KSO_WM_UNIT_ID" val="_3*i*3"/>
  <p:tag name="KSO_WM_UNIT_INDEX" val="3"/>
  <p:tag name="KSO_WM_UNIT_ISNUMDGMTITLE" val="0"/>
  <p:tag name="KSO_WM_UNIT_LAYERLEVEL" val="1"/>
  <p:tag name="KSO_WM_UNIT_NOCLEAR" val="0"/>
  <p:tag name="KSO_WM_UNIT_TYPE" val="i"/>
</p:tagLst>
</file>

<file path=ppt/tags/tag39.xml><?xml version="1.0" encoding="utf-8"?>
<p:tagLst xmlns:a="http://schemas.openxmlformats.org/drawingml/2006/main" xmlns:r="http://schemas.openxmlformats.org/officeDocument/2006/relationships" xmlns:p="http://schemas.openxmlformats.org/presentationml/2006/main">
  <p:tag name="AS_UNIQUEID" val="2527"/>
  <p:tag name="KSO_WM_BEAUTIFY_FLAG" val="#wm#"/>
  <p:tag name="KSO_WM_TAG_VERSION" val="3.0"/>
  <p:tag name="KSO_WM_UNIT_COMPATIBLE" val="0"/>
  <p:tag name="KSO_WM_UNIT_DIAGRAM_ISNUMVISUAL" val="0"/>
  <p:tag name="KSO_WM_UNIT_DIAGRAM_ISREFERUNIT" val="0"/>
  <p:tag name="KSO_WM_UNIT_HIGHLIGHT" val="0"/>
  <p:tag name="KSO_WM_UNIT_ID" val="_3*a*1"/>
  <p:tag name="KSO_WM_UNIT_INDEX" val="1"/>
  <p:tag name="KSO_WM_UNIT_ISCONTENTSTITLE" val="1"/>
  <p:tag name="KSO_WM_UNIT_ISNUMDGMTITLE" val="0"/>
  <p:tag name="KSO_WM_UNIT_LAYERLEVEL" val="1"/>
  <p:tag name="KSO_WM_UNIT_NOCLEAR" val="0"/>
  <p:tag name="KSO_WM_UNIT_PRESET_TEXT" val="标题"/>
  <p:tag name="KSO_WM_UNIT_TYPE" val="a"/>
  <p:tag name="KSO_WM_UNIT_VALUE" val="2"/>
</p:tagLst>
</file>

<file path=ppt/tags/tag40.xml><?xml version="1.0" encoding="utf-8"?>
<p:tagLst xmlns:a="http://schemas.openxmlformats.org/drawingml/2006/main" xmlns:r="http://schemas.openxmlformats.org/officeDocument/2006/relationships" xmlns:p="http://schemas.openxmlformats.org/presentationml/2006/main">
  <p:tag name="AS_UNIQUEID" val="2528"/>
  <p:tag name="KSO_WM_BEAUTIFY_FLAG" val="#wm#"/>
  <p:tag name="KSO_WM_TAG_VERSION" val="3.0"/>
  <p:tag name="KSO_WM_UNIT_COMPATIBLE" val="0"/>
  <p:tag name="KSO_WM_UNIT_DIAGRAM_ISNUMVISUAL" val="0"/>
  <p:tag name="KSO_WM_UNIT_DIAGRAM_ISREFERUNIT" val="0"/>
  <p:tag name="KSO_WM_UNIT_HIGHLIGHT" val="0"/>
  <p:tag name="KSO_WM_UNIT_ID" val="_3**"/>
  <p:tag name="KSO_WM_UNIT_ISNUMDGMTITLE" val="0"/>
  <p:tag name="KSO_WM_UNIT_LAYERLEVEL" val="1"/>
  <p:tag name="KSO_WM_UNIT_NOCLEAR" val="0"/>
</p:tagLst>
</file>

<file path=ppt/tags/tag41.xml><?xml version="1.0" encoding="utf-8"?>
<p:tagLst xmlns:a="http://schemas.openxmlformats.org/drawingml/2006/main" xmlns:r="http://schemas.openxmlformats.org/officeDocument/2006/relationships" xmlns:p="http://schemas.openxmlformats.org/presentationml/2006/main">
  <p:tag name="AS_UNIQUEID" val="2529"/>
  <p:tag name="KSO_WM_BEAUTIFY_FLAG" val="#wm#"/>
  <p:tag name="KSO_WM_TAG_VERSION" val="3.0"/>
  <p:tag name="KSO_WM_UNIT_COMPATIBLE" val="0"/>
  <p:tag name="KSO_WM_UNIT_DIAGRAM_ISNUMVISUAL" val="0"/>
  <p:tag name="KSO_WM_UNIT_DIAGRAM_ISREFERUNIT" val="0"/>
  <p:tag name="KSO_WM_UNIT_HIGHLIGHT" val="0"/>
  <p:tag name="KSO_WM_UNIT_ID" val="_3**"/>
  <p:tag name="KSO_WM_UNIT_ISNUMDGMTITLE" val="0"/>
  <p:tag name="KSO_WM_UNIT_LAYERLEVEL" val="1"/>
  <p:tag name="KSO_WM_UNIT_NOCLEAR" val="0"/>
</p:tagLst>
</file>

<file path=ppt/tags/tag42.xml><?xml version="1.0" encoding="utf-8"?>
<p:tagLst xmlns:a="http://schemas.openxmlformats.org/drawingml/2006/main" xmlns:r="http://schemas.openxmlformats.org/officeDocument/2006/relationships" xmlns:p="http://schemas.openxmlformats.org/presentationml/2006/main">
  <p:tag name="AS_UNIQUEID" val="2530"/>
  <p:tag name="KSO_WM_BEAUTIFY_FLAG" val="#wm#"/>
  <p:tag name="KSO_WM_TAG_VERSION" val="3.0"/>
  <p:tag name="KSO_WM_UNIT_COMPATIBLE" val="0"/>
  <p:tag name="KSO_WM_UNIT_DIAGRAM_ISNUMVISUAL" val="0"/>
  <p:tag name="KSO_WM_UNIT_DIAGRAM_ISREFERUNIT" val="0"/>
  <p:tag name="KSO_WM_UNIT_HIGHLIGHT" val="0"/>
  <p:tag name="KSO_WM_UNIT_ID" val="_3**"/>
  <p:tag name="KSO_WM_UNIT_ISNUMDGMTITLE" val="0"/>
  <p:tag name="KSO_WM_UNIT_LAYERLEVEL" val="1"/>
  <p:tag name="KSO_WM_UNIT_NOCLEAR" val="0"/>
</p:tagLst>
</file>

<file path=ppt/tags/tag43.xml><?xml version="1.0" encoding="utf-8"?>
<p:tagLst xmlns:a="http://schemas.openxmlformats.org/drawingml/2006/main" xmlns:r="http://schemas.openxmlformats.org/officeDocument/2006/relationships" xmlns:p="http://schemas.openxmlformats.org/presentationml/2006/main">
  <p:tag name="AS_UNIQUEID" val="2532"/>
  <p:tag name="KSO_WM_BEAUTIFY_FLAG" val="#wm#"/>
  <p:tag name="KSO_WM_TAG_VERSION" val="3.0"/>
  <p:tag name="KSO_WM_UNIT_COMPATIBLE" val="0"/>
  <p:tag name="KSO_WM_UNIT_DIAGRAM_ISNUMVISUAL" val="0"/>
  <p:tag name="KSO_WM_UNIT_DIAGRAM_ISREFERUNIT" val="0"/>
  <p:tag name="KSO_WM_UNIT_HIGHLIGHT" val="0"/>
  <p:tag name="KSO_WM_UNIT_ID" val="_4*i*1"/>
  <p:tag name="KSO_WM_UNIT_INDEX" val="1"/>
  <p:tag name="KSO_WM_UNIT_ISNUMDGMTITLE" val="0"/>
  <p:tag name="KSO_WM_UNIT_LAYERLEVEL" val="1"/>
  <p:tag name="KSO_WM_UNIT_NOCLEAR" val="0"/>
  <p:tag name="KSO_WM_UNIT_TYPE" val="i"/>
</p:tagLst>
</file>

<file path=ppt/tags/tag44.xml><?xml version="1.0" encoding="utf-8"?>
<p:tagLst xmlns:a="http://schemas.openxmlformats.org/drawingml/2006/main" xmlns:r="http://schemas.openxmlformats.org/officeDocument/2006/relationships" xmlns:p="http://schemas.openxmlformats.org/presentationml/2006/main">
  <p:tag name="AS_UNIQUEID" val="2533"/>
  <p:tag name="KSO_WM_BEAUTIFY_FLAG" val="#wm#"/>
  <p:tag name="KSO_WM_TAG_VERSION" val="3.0"/>
  <p:tag name="KSO_WM_UNIT_COMPATIBLE" val="0"/>
  <p:tag name="KSO_WM_UNIT_DIAGRAM_ISNUMVISUAL" val="0"/>
  <p:tag name="KSO_WM_UNIT_DIAGRAM_ISREFERUNIT" val="0"/>
  <p:tag name="KSO_WM_UNIT_HIGHLIGHT" val="0"/>
  <p:tag name="KSO_WM_UNIT_ID" val="_4*i*5"/>
  <p:tag name="KSO_WM_UNIT_INDEX" val="5"/>
  <p:tag name="KSO_WM_UNIT_ISNUMDGMTITLE" val="0"/>
  <p:tag name="KSO_WM_UNIT_LAYERLEVEL" val="1"/>
  <p:tag name="KSO_WM_UNIT_NOCLEAR" val="0"/>
  <p:tag name="KSO_WM_UNIT_TYPE" val="i"/>
</p:tagLst>
</file>

<file path=ppt/tags/tag45.xml><?xml version="1.0" encoding="utf-8"?>
<p:tagLst xmlns:a="http://schemas.openxmlformats.org/drawingml/2006/main" xmlns:r="http://schemas.openxmlformats.org/officeDocument/2006/relationships" xmlns:p="http://schemas.openxmlformats.org/presentationml/2006/main">
  <p:tag name="AS_UNIQUEID" val="2534"/>
  <p:tag name="KSO_WM_BEAUTIFY_FLAG" val="#wm#"/>
  <p:tag name="KSO_WM_TAG_VERSION" val="3.0"/>
  <p:tag name="KSO_WM_UNIT_COMPATIBLE" val="0"/>
  <p:tag name="KSO_WM_UNIT_DIAGRAM_ISNUMVISUAL" val="0"/>
  <p:tag name="KSO_WM_UNIT_DIAGRAM_ISREFERUNIT" val="0"/>
  <p:tag name="KSO_WM_UNIT_HIGHLIGHT" val="0"/>
  <p:tag name="KSO_WM_UNIT_ID" val="_4*i*4"/>
  <p:tag name="KSO_WM_UNIT_INDEX" val="4"/>
  <p:tag name="KSO_WM_UNIT_ISNUMDGMTITLE" val="0"/>
  <p:tag name="KSO_WM_UNIT_LAYERLEVEL" val="1"/>
  <p:tag name="KSO_WM_UNIT_NOCLEAR" val="0"/>
  <p:tag name="KSO_WM_UNIT_TYPE" val="i"/>
</p:tagLst>
</file>

<file path=ppt/tags/tag46.xml><?xml version="1.0" encoding="utf-8"?>
<p:tagLst xmlns:a="http://schemas.openxmlformats.org/drawingml/2006/main" xmlns:r="http://schemas.openxmlformats.org/officeDocument/2006/relationships" xmlns:p="http://schemas.openxmlformats.org/presentationml/2006/main">
  <p:tag name="AS_UNIQUEID" val="2535"/>
  <p:tag name="KSO_WM_BEAUTIFY_FLAG" val="#wm#"/>
  <p:tag name="KSO_WM_TAG_VERSION" val="3.0"/>
  <p:tag name="KSO_WM_UNIT_COMPATIBLE" val="0"/>
  <p:tag name="KSO_WM_UNIT_DIAGRAM_ISNUMVISUAL" val="0"/>
  <p:tag name="KSO_WM_UNIT_DIAGRAM_ISREFERUNIT" val="0"/>
  <p:tag name="KSO_WM_UNIT_HIGHLIGHT" val="0"/>
  <p:tag name="KSO_WM_UNIT_ID" val="_4*i*3"/>
  <p:tag name="KSO_WM_UNIT_INDEX" val="3"/>
  <p:tag name="KSO_WM_UNIT_ISNUMDGMTITLE" val="0"/>
  <p:tag name="KSO_WM_UNIT_LAYERLEVEL" val="1"/>
  <p:tag name="KSO_WM_UNIT_NOCLEAR" val="0"/>
  <p:tag name="KSO_WM_UNIT_TYPE" val="i"/>
</p:tagLst>
</file>

<file path=ppt/tags/tag47.xml><?xml version="1.0" encoding="utf-8"?>
<p:tagLst xmlns:a="http://schemas.openxmlformats.org/drawingml/2006/main" xmlns:r="http://schemas.openxmlformats.org/officeDocument/2006/relationships" xmlns:p="http://schemas.openxmlformats.org/presentationml/2006/main">
  <p:tag name="AS_UNIQUEID" val="2536"/>
  <p:tag name="KSO_WM_BEAUTIFY_FLAG" val="#wm#"/>
  <p:tag name="KSO_WM_TAG_VERSION" val="3.0"/>
  <p:tag name="KSO_WM_UNIT_COMPATIBLE" val="0"/>
  <p:tag name="KSO_WM_UNIT_DIAGRAM_ISNUMVISUAL" val="0"/>
  <p:tag name="KSO_WM_UNIT_DIAGRAM_ISREFERUNIT" val="0"/>
  <p:tag name="KSO_WM_UNIT_HIGHLIGHT" val="0"/>
  <p:tag name="KSO_WM_UNIT_ID" val="_4*i*2"/>
  <p:tag name="KSO_WM_UNIT_INDEX" val="2"/>
  <p:tag name="KSO_WM_UNIT_ISNUMDGMTITLE" val="0"/>
  <p:tag name="KSO_WM_UNIT_LAYERLEVEL" val="1"/>
  <p:tag name="KSO_WM_UNIT_NOCLEAR" val="0"/>
  <p:tag name="KSO_WM_UNIT_TYPE" val="i"/>
</p:tagLst>
</file>

<file path=ppt/tags/tag48.xml><?xml version="1.0" encoding="utf-8"?>
<p:tagLst xmlns:a="http://schemas.openxmlformats.org/drawingml/2006/main" xmlns:r="http://schemas.openxmlformats.org/officeDocument/2006/relationships" xmlns:p="http://schemas.openxmlformats.org/presentationml/2006/main">
  <p:tag name="AS_UNIQUEID" val="2537"/>
  <p:tag name="KSO_WM_BEAUTIFY_FLAG" val="#wm#"/>
  <p:tag name="KSO_WM_TAG_VERSION" val="3.0"/>
  <p:tag name="KSO_WM_UNIT_COMPATIBLE" val="0"/>
  <p:tag name="KSO_WM_UNIT_DIAGRAM_ISNUMVISUAL" val="0"/>
  <p:tag name="KSO_WM_UNIT_DIAGRAM_ISREFERUNIT" val="0"/>
  <p:tag name="KSO_WM_UNIT_HIGHLIGHT" val="0"/>
  <p:tag name="KSO_WM_UNIT_ID" val="_4*a*1"/>
  <p:tag name="KSO_WM_UNIT_INDEX" val="1"/>
  <p:tag name="KSO_WM_UNIT_ISCONTENTSTITLE" val="0"/>
  <p:tag name="KSO_WM_UNIT_ISNUMDGMTITLE" val="0"/>
  <p:tag name="KSO_WM_UNIT_LAYERLEVEL" val="1"/>
  <p:tag name="KSO_WM_UNIT_NOCLEAR" val="0"/>
  <p:tag name="KSO_WM_UNIT_PRESET_TEXT" val="单击此处编辑母版标题样式"/>
  <p:tag name="KSO_WM_UNIT_TYPE" val="a"/>
  <p:tag name="KSO_WM_UNIT_VALUE" val="18"/>
</p:tagLst>
</file>

<file path=ppt/tags/tag49.xml><?xml version="1.0" encoding="utf-8"?>
<p:tagLst xmlns:a="http://schemas.openxmlformats.org/drawingml/2006/main" xmlns:r="http://schemas.openxmlformats.org/officeDocument/2006/relationships" xmlns:p="http://schemas.openxmlformats.org/presentationml/2006/main">
  <p:tag name="AS_UNIQUEID" val="2538"/>
  <p:tag name="KSO_WM_BEAUTIFY_FLAG" val="#wm#"/>
  <p:tag name="KSO_WM_TAG_VERSION" val="3.0"/>
  <p:tag name="KSO_WM_UNIT_COMPATIBLE" val="0"/>
  <p:tag name="KSO_WM_UNIT_DIAGRAM_ISNUMVISUAL" val="0"/>
  <p:tag name="KSO_WM_UNIT_DIAGRAM_ISREFERUNIT" val="0"/>
  <p:tag name="KSO_WM_UNIT_HIGHLIGHT" val="0"/>
  <p:tag name="KSO_WM_UNIT_ID" val="_4*e*1"/>
  <p:tag name="KSO_WM_UNIT_INDEX" val="1"/>
  <p:tag name="KSO_WM_UNIT_ISNUMDGMTITLE" val="0"/>
  <p:tag name="KSO_WM_UNIT_LAYERLEVEL" val="1"/>
  <p:tag name="KSO_WM_UNIT_NOCLEAR" val="0"/>
  <p:tag name="KSO_WM_UNIT_PRESET_TEXT" val="节编号"/>
  <p:tag name="KSO_WM_UNIT_TYPE" val="e"/>
  <p:tag name="KSO_WM_UNIT_VALUE" val="6"/>
</p:tagLst>
</file>

<file path=ppt/tags/tag50.xml><?xml version="1.0" encoding="utf-8"?>
<p:tagLst xmlns:a="http://schemas.openxmlformats.org/drawingml/2006/main" xmlns:r="http://schemas.openxmlformats.org/officeDocument/2006/relationships" xmlns:p="http://schemas.openxmlformats.org/presentationml/2006/main">
  <p:tag name="AS_UNIQUEID" val="2539"/>
  <p:tag name="KSO_WM_BEAUTIFY_FLAG" val="#wm#"/>
  <p:tag name="KSO_WM_TAG_VERSION" val="3.0"/>
  <p:tag name="KSO_WM_UNIT_COMPATIBLE" val="0"/>
  <p:tag name="KSO_WM_UNIT_DIAGRAM_ISNUMVISUAL" val="0"/>
  <p:tag name="KSO_WM_UNIT_DIAGRAM_ISREFERUNIT" val="0"/>
  <p:tag name="KSO_WM_UNIT_HIGHLIGHT" val="0"/>
  <p:tag name="KSO_WM_UNIT_ID" val="_4**"/>
  <p:tag name="KSO_WM_UNIT_ISNUMDGMTITLE" val="0"/>
  <p:tag name="KSO_WM_UNIT_LAYERLEVEL" val="1"/>
  <p:tag name="KSO_WM_UNIT_NOCLEAR" val="0"/>
</p:tagLst>
</file>

<file path=ppt/tags/tag51.xml><?xml version="1.0" encoding="utf-8"?>
<p:tagLst xmlns:a="http://schemas.openxmlformats.org/drawingml/2006/main" xmlns:r="http://schemas.openxmlformats.org/officeDocument/2006/relationships" xmlns:p="http://schemas.openxmlformats.org/presentationml/2006/main">
  <p:tag name="AS_UNIQUEID" val="2540"/>
  <p:tag name="KSO_WM_BEAUTIFY_FLAG" val="#wm#"/>
  <p:tag name="KSO_WM_TAG_VERSION" val="3.0"/>
  <p:tag name="KSO_WM_UNIT_COMPATIBLE" val="0"/>
  <p:tag name="KSO_WM_UNIT_DIAGRAM_ISNUMVISUAL" val="0"/>
  <p:tag name="KSO_WM_UNIT_DIAGRAM_ISREFERUNIT" val="0"/>
  <p:tag name="KSO_WM_UNIT_HIGHLIGHT" val="0"/>
  <p:tag name="KSO_WM_UNIT_ID" val="_4**"/>
  <p:tag name="KSO_WM_UNIT_ISNUMDGMTITLE" val="0"/>
  <p:tag name="KSO_WM_UNIT_LAYERLEVEL" val="1"/>
  <p:tag name="KSO_WM_UNIT_NOCLEAR" val="0"/>
</p:tagLst>
</file>

<file path=ppt/tags/tag52.xml><?xml version="1.0" encoding="utf-8"?>
<p:tagLst xmlns:a="http://schemas.openxmlformats.org/drawingml/2006/main" xmlns:r="http://schemas.openxmlformats.org/officeDocument/2006/relationships" xmlns:p="http://schemas.openxmlformats.org/presentationml/2006/main">
  <p:tag name="AS_UNIQUEID" val="2541"/>
  <p:tag name="KSO_WM_BEAUTIFY_FLAG" val="#wm#"/>
  <p:tag name="KSO_WM_TAG_VERSION" val="3.0"/>
  <p:tag name="KSO_WM_UNIT_COMPATIBLE" val="0"/>
  <p:tag name="KSO_WM_UNIT_DIAGRAM_ISNUMVISUAL" val="0"/>
  <p:tag name="KSO_WM_UNIT_DIAGRAM_ISREFERUNIT" val="0"/>
  <p:tag name="KSO_WM_UNIT_HIGHLIGHT" val="0"/>
  <p:tag name="KSO_WM_UNIT_ID" val="_4**"/>
  <p:tag name="KSO_WM_UNIT_ISNUMDGMTITLE" val="0"/>
  <p:tag name="KSO_WM_UNIT_LAYERLEVEL" val="1"/>
  <p:tag name="KSO_WM_UNIT_NOCLEAR" val="0"/>
</p:tagLst>
</file>

<file path=ppt/tags/tag53.xml><?xml version="1.0" encoding="utf-8"?>
<p:tagLst xmlns:a="http://schemas.openxmlformats.org/drawingml/2006/main" xmlns:r="http://schemas.openxmlformats.org/officeDocument/2006/relationships" xmlns:p="http://schemas.openxmlformats.org/presentationml/2006/main">
  <p:tag name="AS_UNIQUEID" val="2543"/>
  <p:tag name="KSO_WM_BEAUTIFY_FLAG" val="#wm#"/>
  <p:tag name="KSO_WM_TAG_VERSION" val="3.0"/>
  <p:tag name="KSO_WM_UNIT_COMPATIBLE" val="0"/>
  <p:tag name="KSO_WM_UNIT_DIAGRAM_ISNUMVISUAL" val="0"/>
  <p:tag name="KSO_WM_UNIT_DIAGRAM_ISREFERUNIT" val="0"/>
  <p:tag name="KSO_WM_UNIT_HIGHLIGHT" val="0"/>
  <p:tag name="KSO_WM_UNIT_ID" val="_5*a*1"/>
  <p:tag name="KSO_WM_UNIT_INDEX" val="1"/>
  <p:tag name="KSO_WM_UNIT_ISCONTENTSTITLE" val="0"/>
  <p:tag name="KSO_WM_UNIT_ISNUMDGMTITLE" val="0"/>
  <p:tag name="KSO_WM_UNIT_LAYERLEVEL" val="1"/>
  <p:tag name="KSO_WM_UNIT_NOCLEAR" val="0"/>
  <p:tag name="KSO_WM_UNIT_PRESET_TEXT" val="单击此处编辑母版标题样式"/>
  <p:tag name="KSO_WM_UNIT_TYPE" val="a"/>
  <p:tag name="KSO_WM_UNIT_VALUE" val="30"/>
</p:tagLst>
</file>

<file path=ppt/tags/tag54.xml><?xml version="1.0" encoding="utf-8"?>
<p:tagLst xmlns:a="http://schemas.openxmlformats.org/drawingml/2006/main" xmlns:r="http://schemas.openxmlformats.org/officeDocument/2006/relationships" xmlns:p="http://schemas.openxmlformats.org/presentationml/2006/main">
  <p:tag name="AS_UNIQUEID" val="2544"/>
  <p:tag name="KSO_WM_BEAUTIFY_FLAG" val="#wm#"/>
  <p:tag name="KSO_WM_TAG_VERSION" val="3.0"/>
  <p:tag name="KSO_WM_UNIT_COMPATIBLE" val="0"/>
  <p:tag name="KSO_WM_UNIT_DIAGRAM_ISNUMVISUAL" val="0"/>
  <p:tag name="KSO_WM_UNIT_DIAGRAM_ISREFERUNIT" val="0"/>
  <p:tag name="KSO_WM_UNIT_HIGHLIGHT" val="0"/>
  <p:tag name="KSO_WM_UNIT_ID" val="_5*f*1"/>
  <p:tag name="KSO_WM_UNIT_INDEX" val="1"/>
  <p:tag name="KSO_WM_UNIT_ISNUMDGMTITLE" val="0"/>
  <p:tag name="KSO_WM_UNIT_LAYERLEVEL" val="1"/>
  <p:tag name="KSO_WM_UNIT_NOCLEAR" val="0"/>
  <p:tag name="KSO_WM_UNIT_PRESET_TEXT" val="单击此处编辑母版文本样式&#10;第二级&#10;第三级&#10;第四级&#10;第五级"/>
  <p:tag name="KSO_WM_UNIT_SUBTYPE" val="a"/>
  <p:tag name="KSO_WM_UNIT_TYPE" val="f"/>
  <p:tag name="KSO_WM_UNIT_VALUE" val="160"/>
</p:tagLst>
</file>

<file path=ppt/tags/tag55.xml><?xml version="1.0" encoding="utf-8"?>
<p:tagLst xmlns:a="http://schemas.openxmlformats.org/drawingml/2006/main" xmlns:r="http://schemas.openxmlformats.org/officeDocument/2006/relationships" xmlns:p="http://schemas.openxmlformats.org/presentationml/2006/main">
  <p:tag name="AS_UNIQUEID" val="2545"/>
  <p:tag name="KSO_WM_BEAUTIFY_FLAG" val="#wm#"/>
  <p:tag name="KSO_WM_TAG_VERSION" val="3.0"/>
  <p:tag name="KSO_WM_UNIT_COMPATIBLE" val="0"/>
  <p:tag name="KSO_WM_UNIT_DIAGRAM_ISNUMVISUAL" val="0"/>
  <p:tag name="KSO_WM_UNIT_DIAGRAM_ISREFERUNIT" val="0"/>
  <p:tag name="KSO_WM_UNIT_HIGHLIGHT" val="0"/>
  <p:tag name="KSO_WM_UNIT_ID" val="_5*f*2"/>
  <p:tag name="KSO_WM_UNIT_INDEX" val="2"/>
  <p:tag name="KSO_WM_UNIT_ISNUMDGMTITLE" val="0"/>
  <p:tag name="KSO_WM_UNIT_LAYERLEVEL" val="1"/>
  <p:tag name="KSO_WM_UNIT_NOCLEAR" val="0"/>
  <p:tag name="KSO_WM_UNIT_PRESET_TEXT" val="单击此处编辑母版文本样式&#10;第二级&#10;第三级&#10;第四级&#10;第五级"/>
  <p:tag name="KSO_WM_UNIT_SUBTYPE" val="a"/>
  <p:tag name="KSO_WM_UNIT_TYPE" val="f"/>
  <p:tag name="KSO_WM_UNIT_VALUE" val="160"/>
</p:tagLst>
</file>

<file path=ppt/tags/tag56.xml><?xml version="1.0" encoding="utf-8"?>
<p:tagLst xmlns:a="http://schemas.openxmlformats.org/drawingml/2006/main" xmlns:r="http://schemas.openxmlformats.org/officeDocument/2006/relationships" xmlns:p="http://schemas.openxmlformats.org/presentationml/2006/main">
  <p:tag name="AS_UNIQUEID" val="2546"/>
  <p:tag name="KSO_WM_BEAUTIFY_FLAG" val="#wm#"/>
  <p:tag name="KSO_WM_TAG_VERSION" val="3.0"/>
  <p:tag name="KSO_WM_UNIT_COMPATIBLE" val="0"/>
  <p:tag name="KSO_WM_UNIT_DIAGRAM_ISNUMVISUAL" val="0"/>
  <p:tag name="KSO_WM_UNIT_DIAGRAM_ISREFERUNIT" val="0"/>
  <p:tag name="KSO_WM_UNIT_HIGHLIGHT" val="0"/>
  <p:tag name="KSO_WM_UNIT_ID" val="_5**"/>
  <p:tag name="KSO_WM_UNIT_ISNUMDGMTITLE" val="0"/>
  <p:tag name="KSO_WM_UNIT_LAYERLEVEL" val="1"/>
  <p:tag name="KSO_WM_UNIT_NOCLEAR" val="0"/>
</p:tagLst>
</file>

<file path=ppt/tags/tag57.xml><?xml version="1.0" encoding="utf-8"?>
<p:tagLst xmlns:a="http://schemas.openxmlformats.org/drawingml/2006/main" xmlns:r="http://schemas.openxmlformats.org/officeDocument/2006/relationships" xmlns:p="http://schemas.openxmlformats.org/presentationml/2006/main">
  <p:tag name="AS_UNIQUEID" val="2547"/>
  <p:tag name="KSO_WM_BEAUTIFY_FLAG" val="#wm#"/>
  <p:tag name="KSO_WM_TAG_VERSION" val="3.0"/>
  <p:tag name="KSO_WM_UNIT_COMPATIBLE" val="0"/>
  <p:tag name="KSO_WM_UNIT_DIAGRAM_ISNUMVISUAL" val="0"/>
  <p:tag name="KSO_WM_UNIT_DIAGRAM_ISREFERUNIT" val="0"/>
  <p:tag name="KSO_WM_UNIT_HIGHLIGHT" val="0"/>
  <p:tag name="KSO_WM_UNIT_ID" val="_5**"/>
  <p:tag name="KSO_WM_UNIT_ISNUMDGMTITLE" val="0"/>
  <p:tag name="KSO_WM_UNIT_LAYERLEVEL" val="1"/>
  <p:tag name="KSO_WM_UNIT_NOCLEAR" val="0"/>
</p:tagLst>
</file>

<file path=ppt/tags/tag58.xml><?xml version="1.0" encoding="utf-8"?>
<p:tagLst xmlns:a="http://schemas.openxmlformats.org/drawingml/2006/main" xmlns:r="http://schemas.openxmlformats.org/officeDocument/2006/relationships" xmlns:p="http://schemas.openxmlformats.org/presentationml/2006/main">
  <p:tag name="AS_UNIQUEID" val="2548"/>
  <p:tag name="KSO_WM_BEAUTIFY_FLAG" val="#wm#"/>
  <p:tag name="KSO_WM_TAG_VERSION" val="3.0"/>
  <p:tag name="KSO_WM_UNIT_COMPATIBLE" val="0"/>
  <p:tag name="KSO_WM_UNIT_DIAGRAM_ISNUMVISUAL" val="0"/>
  <p:tag name="KSO_WM_UNIT_DIAGRAM_ISREFERUNIT" val="0"/>
  <p:tag name="KSO_WM_UNIT_HIGHLIGHT" val="0"/>
  <p:tag name="KSO_WM_UNIT_ID" val="_5**"/>
  <p:tag name="KSO_WM_UNIT_ISNUMDGMTITLE" val="0"/>
  <p:tag name="KSO_WM_UNIT_LAYERLEVEL" val="1"/>
  <p:tag name="KSO_WM_UNIT_NOCLEAR" val="0"/>
</p:tagLst>
</file>

<file path=ppt/tags/tag59.xml><?xml version="1.0" encoding="utf-8"?>
<p:tagLst xmlns:a="http://schemas.openxmlformats.org/drawingml/2006/main" xmlns:r="http://schemas.openxmlformats.org/officeDocument/2006/relationships" xmlns:p="http://schemas.openxmlformats.org/presentationml/2006/main">
  <p:tag name="AS_UNIQUEID" val="2550"/>
  <p:tag name="KSO_WM_BEAUTIFY_FLAG" val="#wm#"/>
  <p:tag name="KSO_WM_TAG_VERSION" val="3.0"/>
  <p:tag name="KSO_WM_UNIT_COMPATIBLE" val="0"/>
  <p:tag name="KSO_WM_UNIT_DIAGRAM_ISNUMVISUAL" val="0"/>
  <p:tag name="KSO_WM_UNIT_DIAGRAM_ISREFERUNIT" val="0"/>
  <p:tag name="KSO_WM_UNIT_HIGHLIGHT" val="0"/>
  <p:tag name="KSO_WM_UNIT_ID" val="_6*a*1"/>
  <p:tag name="KSO_WM_UNIT_INDEX" val="1"/>
  <p:tag name="KSO_WM_UNIT_ISCONTENTSTITLE" val="0"/>
  <p:tag name="KSO_WM_UNIT_ISNUMDGMTITLE" val="0"/>
  <p:tag name="KSO_WM_UNIT_LAYERLEVEL" val="1"/>
  <p:tag name="KSO_WM_UNIT_NOCLEAR" val="0"/>
  <p:tag name="KSO_WM_UNIT_PRESET_TEXT" val="单击此处编辑母版标题样式"/>
  <p:tag name="KSO_WM_UNIT_TYPE" val="a"/>
  <p:tag name="KSO_WM_UNIT_VALUE" val="29"/>
</p:tagLst>
</file>

<file path=ppt/tags/tag60.xml><?xml version="1.0" encoding="utf-8"?>
<p:tagLst xmlns:a="http://schemas.openxmlformats.org/drawingml/2006/main" xmlns:r="http://schemas.openxmlformats.org/officeDocument/2006/relationships" xmlns:p="http://schemas.openxmlformats.org/presentationml/2006/main">
  <p:tag name="AS_UNIQUEID" val="2551"/>
  <p:tag name="KSO_WM_BEAUTIFY_FLAG" val="#wm#"/>
  <p:tag name="KSO_WM_TAG_VERSION" val="3.0"/>
  <p:tag name="KSO_WM_UNIT_COMPATIBLE" val="0"/>
  <p:tag name="KSO_WM_UNIT_DIAGRAM_ISNUMVISUAL" val="0"/>
  <p:tag name="KSO_WM_UNIT_DIAGRAM_ISREFERUNIT" val="0"/>
  <p:tag name="KSO_WM_UNIT_HIGHLIGHT" val="0"/>
  <p:tag name="KSO_WM_UNIT_ID" val="_6*h_a*1_1"/>
  <p:tag name="KSO_WM_UNIT_INDEX" val="1_1"/>
  <p:tag name="KSO_WM_UNIT_ISCONTENTSTITLE" val="0"/>
  <p:tag name="KSO_WM_UNIT_ISNUMDGMTITLE" val="0"/>
  <p:tag name="KSO_WM_UNIT_LAYERLEVEL" val="1_1"/>
  <p:tag name="KSO_WM_UNIT_NOCLEAR" val="0"/>
  <p:tag name="KSO_WM_UNIT_PRESET_TEXT" val="单击此处编辑母版标题样式"/>
  <p:tag name="KSO_WM_UNIT_TYPE" val="h_a"/>
  <p:tag name="KSO_WM_UNIT_VALUE" val="20"/>
</p:tagLst>
</file>

<file path=ppt/tags/tag61.xml><?xml version="1.0" encoding="utf-8"?>
<p:tagLst xmlns:a="http://schemas.openxmlformats.org/drawingml/2006/main" xmlns:r="http://schemas.openxmlformats.org/officeDocument/2006/relationships" xmlns:p="http://schemas.openxmlformats.org/presentationml/2006/main">
  <p:tag name="AS_UNIQUEID" val="2552"/>
  <p:tag name="KSO_WM_BEAUTIFY_FLAG" val="#wm#"/>
  <p:tag name="KSO_WM_TAG_VERSION" val="3.0"/>
  <p:tag name="KSO_WM_UNIT_COMPATIBLE" val="0"/>
  <p:tag name="KSO_WM_UNIT_DIAGRAM_ISNUMVISUAL" val="0"/>
  <p:tag name="KSO_WM_UNIT_DIAGRAM_ISREFERUNIT" val="0"/>
  <p:tag name="KSO_WM_UNIT_HIGHLIGHT" val="0"/>
  <p:tag name="KSO_WM_UNIT_ID" val="_6*h_f*1_1"/>
  <p:tag name="KSO_WM_UNIT_INDEX" val="1_1"/>
  <p:tag name="KSO_WM_UNIT_ISNUMDGMTITLE" val="0"/>
  <p:tag name="KSO_WM_UNIT_LAYERLEVEL" val="1_1"/>
  <p:tag name="KSO_WM_UNIT_NOCLEAR" val="0"/>
  <p:tag name="KSO_WM_UNIT_PRESET_TEXT" val="单击此处编辑母版文本样式&#10;第二级&#10;第三级&#10;第四级&#10;第五级"/>
  <p:tag name="KSO_WM_UNIT_SUBTYPE" val="a"/>
  <p:tag name="KSO_WM_UNIT_TYPE" val="h_f"/>
  <p:tag name="KSO_WM_UNIT_VALUE" val="162"/>
</p:tagLst>
</file>

<file path=ppt/tags/tag62.xml><?xml version="1.0" encoding="utf-8"?>
<p:tagLst xmlns:a="http://schemas.openxmlformats.org/drawingml/2006/main" xmlns:r="http://schemas.openxmlformats.org/officeDocument/2006/relationships" xmlns:p="http://schemas.openxmlformats.org/presentationml/2006/main">
  <p:tag name="AS_UNIQUEID" val="2553"/>
  <p:tag name="KSO_WM_BEAUTIFY_FLAG" val="#wm#"/>
  <p:tag name="KSO_WM_TAG_VERSION" val="3.0"/>
  <p:tag name="KSO_WM_UNIT_COMPATIBLE" val="0"/>
  <p:tag name="KSO_WM_UNIT_DIAGRAM_ISNUMVISUAL" val="0"/>
  <p:tag name="KSO_WM_UNIT_DIAGRAM_ISREFERUNIT" val="0"/>
  <p:tag name="KSO_WM_UNIT_HIGHLIGHT" val="0"/>
  <p:tag name="KSO_WM_UNIT_ID" val="_6*h_a*2_1"/>
  <p:tag name="KSO_WM_UNIT_INDEX" val="2_1"/>
  <p:tag name="KSO_WM_UNIT_ISCONTENTSTITLE" val="0"/>
  <p:tag name="KSO_WM_UNIT_ISNUMDGMTITLE" val="0"/>
  <p:tag name="KSO_WM_UNIT_LAYERLEVEL" val="1_1"/>
  <p:tag name="KSO_WM_UNIT_NOCLEAR" val="0"/>
  <p:tag name="KSO_WM_UNIT_PRESET_TEXT" val="单击此处编辑母版标题样式"/>
  <p:tag name="KSO_WM_UNIT_TYPE" val="h_a"/>
  <p:tag name="KSO_WM_UNIT_VALUE" val="20"/>
</p:tagLst>
</file>

<file path=ppt/tags/tag63.xml><?xml version="1.0" encoding="utf-8"?>
<p:tagLst xmlns:a="http://schemas.openxmlformats.org/drawingml/2006/main" xmlns:r="http://schemas.openxmlformats.org/officeDocument/2006/relationships" xmlns:p="http://schemas.openxmlformats.org/presentationml/2006/main">
  <p:tag name="AS_UNIQUEID" val="2554"/>
  <p:tag name="KSO_WM_BEAUTIFY_FLAG" val="#wm#"/>
  <p:tag name="KSO_WM_TAG_VERSION" val="3.0"/>
  <p:tag name="KSO_WM_UNIT_COMPATIBLE" val="0"/>
  <p:tag name="KSO_WM_UNIT_DIAGRAM_ISNUMVISUAL" val="0"/>
  <p:tag name="KSO_WM_UNIT_DIAGRAM_ISREFERUNIT" val="0"/>
  <p:tag name="KSO_WM_UNIT_HIGHLIGHT" val="0"/>
  <p:tag name="KSO_WM_UNIT_ID" val="_6*h_f*2_1"/>
  <p:tag name="KSO_WM_UNIT_INDEX" val="2_1"/>
  <p:tag name="KSO_WM_UNIT_ISNUMDGMTITLE" val="0"/>
  <p:tag name="KSO_WM_UNIT_LAYERLEVEL" val="1_1"/>
  <p:tag name="KSO_WM_UNIT_NOCLEAR" val="0"/>
  <p:tag name="KSO_WM_UNIT_PRESET_TEXT" val="单击此处编辑母版文本样式&#10;第二级&#10;第三级&#10;第四级&#10;第五级"/>
  <p:tag name="KSO_WM_UNIT_SUBTYPE" val="a"/>
  <p:tag name="KSO_WM_UNIT_TYPE" val="h_f"/>
  <p:tag name="KSO_WM_UNIT_VALUE" val="162"/>
</p:tagLst>
</file>

<file path=ppt/tags/tag64.xml><?xml version="1.0" encoding="utf-8"?>
<p:tagLst xmlns:a="http://schemas.openxmlformats.org/drawingml/2006/main" xmlns:r="http://schemas.openxmlformats.org/officeDocument/2006/relationships" xmlns:p="http://schemas.openxmlformats.org/presentationml/2006/main">
  <p:tag name="AS_UNIQUEID" val="2555"/>
  <p:tag name="KSO_WM_BEAUTIFY_FLAG" val="#wm#"/>
  <p:tag name="KSO_WM_TAG_VERSION" val="3.0"/>
  <p:tag name="KSO_WM_UNIT_COMPATIBLE" val="0"/>
  <p:tag name="KSO_WM_UNIT_DIAGRAM_ISNUMVISUAL" val="0"/>
  <p:tag name="KSO_WM_UNIT_DIAGRAM_ISREFERUNIT" val="0"/>
  <p:tag name="KSO_WM_UNIT_HIGHLIGHT" val="0"/>
  <p:tag name="KSO_WM_UNIT_ID" val="_6**"/>
  <p:tag name="KSO_WM_UNIT_ISNUMDGMTITLE" val="0"/>
  <p:tag name="KSO_WM_UNIT_LAYERLEVEL" val="1"/>
  <p:tag name="KSO_WM_UNIT_NOCLEAR" val="0"/>
</p:tagLst>
</file>

<file path=ppt/tags/tag65.xml><?xml version="1.0" encoding="utf-8"?>
<p:tagLst xmlns:a="http://schemas.openxmlformats.org/drawingml/2006/main" xmlns:r="http://schemas.openxmlformats.org/officeDocument/2006/relationships" xmlns:p="http://schemas.openxmlformats.org/presentationml/2006/main">
  <p:tag name="AS_UNIQUEID" val="2556"/>
  <p:tag name="KSO_WM_BEAUTIFY_FLAG" val="#wm#"/>
  <p:tag name="KSO_WM_TAG_VERSION" val="3.0"/>
  <p:tag name="KSO_WM_UNIT_COMPATIBLE" val="0"/>
  <p:tag name="KSO_WM_UNIT_DIAGRAM_ISNUMVISUAL" val="0"/>
  <p:tag name="KSO_WM_UNIT_DIAGRAM_ISREFERUNIT" val="0"/>
  <p:tag name="KSO_WM_UNIT_HIGHLIGHT" val="0"/>
  <p:tag name="KSO_WM_UNIT_ID" val="_6**"/>
  <p:tag name="KSO_WM_UNIT_ISNUMDGMTITLE" val="0"/>
  <p:tag name="KSO_WM_UNIT_LAYERLEVEL" val="1"/>
  <p:tag name="KSO_WM_UNIT_NOCLEAR" val="0"/>
</p:tagLst>
</file>

<file path=ppt/tags/tag66.xml><?xml version="1.0" encoding="utf-8"?>
<p:tagLst xmlns:a="http://schemas.openxmlformats.org/drawingml/2006/main" xmlns:r="http://schemas.openxmlformats.org/officeDocument/2006/relationships" xmlns:p="http://schemas.openxmlformats.org/presentationml/2006/main">
  <p:tag name="AS_UNIQUEID" val="2557"/>
  <p:tag name="KSO_WM_BEAUTIFY_FLAG" val="#wm#"/>
  <p:tag name="KSO_WM_TAG_VERSION" val="3.0"/>
  <p:tag name="KSO_WM_UNIT_COMPATIBLE" val="0"/>
  <p:tag name="KSO_WM_UNIT_DIAGRAM_ISNUMVISUAL" val="0"/>
  <p:tag name="KSO_WM_UNIT_DIAGRAM_ISREFERUNIT" val="0"/>
  <p:tag name="KSO_WM_UNIT_HIGHLIGHT" val="0"/>
  <p:tag name="KSO_WM_UNIT_ID" val="_6**"/>
  <p:tag name="KSO_WM_UNIT_ISNUMDGMTITLE" val="0"/>
  <p:tag name="KSO_WM_UNIT_LAYERLEVEL" val="1"/>
  <p:tag name="KSO_WM_UNIT_NOCLEAR" val="0"/>
</p:tagLst>
</file>

<file path=ppt/tags/tag67.xml><?xml version="1.0" encoding="utf-8"?>
<p:tagLst xmlns:a="http://schemas.openxmlformats.org/drawingml/2006/main" xmlns:r="http://schemas.openxmlformats.org/officeDocument/2006/relationships" xmlns:p="http://schemas.openxmlformats.org/presentationml/2006/main">
  <p:tag name="AS_UNIQUEID" val="2559"/>
  <p:tag name="KSO_WM_BEAUTIFY_FLAG" val="#wm#"/>
  <p:tag name="KSO_WM_TAG_VERSION" val="3.0"/>
  <p:tag name="KSO_WM_UNIT_COMPATIBLE" val="0"/>
  <p:tag name="KSO_WM_UNIT_DIAGRAM_ISNUMVISUAL" val="0"/>
  <p:tag name="KSO_WM_UNIT_DIAGRAM_ISREFERUNIT" val="0"/>
  <p:tag name="KSO_WM_UNIT_HIGHLIGHT" val="0"/>
  <p:tag name="KSO_WM_UNIT_ID" val="_7*a*1"/>
  <p:tag name="KSO_WM_UNIT_INDEX" val="1"/>
  <p:tag name="KSO_WM_UNIT_ISCONTENTSTITLE" val="0"/>
  <p:tag name="KSO_WM_UNIT_ISNUMDGMTITLE" val="0"/>
  <p:tag name="KSO_WM_UNIT_LAYERLEVEL" val="1"/>
  <p:tag name="KSO_WM_UNIT_NOCLEAR" val="0"/>
  <p:tag name="KSO_WM_UNIT_PRESET_TEXT" val="单击此处编辑母版标题样式"/>
  <p:tag name="KSO_WM_UNIT_TYPE" val="a"/>
  <p:tag name="KSO_WM_UNIT_VALUE" val="29"/>
</p:tagLst>
</file>

<file path=ppt/tags/tag68.xml><?xml version="1.0" encoding="utf-8"?>
<p:tagLst xmlns:a="http://schemas.openxmlformats.org/drawingml/2006/main" xmlns:r="http://schemas.openxmlformats.org/officeDocument/2006/relationships" xmlns:p="http://schemas.openxmlformats.org/presentationml/2006/main">
  <p:tag name="AS_UNIQUEID" val="2560"/>
  <p:tag name="KSO_WM_BEAUTIFY_FLAG" val="#wm#"/>
  <p:tag name="KSO_WM_TAG_VERSION" val="3.0"/>
  <p:tag name="KSO_WM_UNIT_COMPATIBLE" val="0"/>
  <p:tag name="KSO_WM_UNIT_DIAGRAM_ISNUMVISUAL" val="0"/>
  <p:tag name="KSO_WM_UNIT_DIAGRAM_ISREFERUNIT" val="0"/>
  <p:tag name="KSO_WM_UNIT_HIGHLIGHT" val="0"/>
  <p:tag name="KSO_WM_UNIT_ID" val="_7**"/>
  <p:tag name="KSO_WM_UNIT_ISNUMDGMTITLE" val="0"/>
  <p:tag name="KSO_WM_UNIT_LAYERLEVEL" val="1"/>
  <p:tag name="KSO_WM_UNIT_NOCLEAR" val="0"/>
</p:tagLst>
</file>

<file path=ppt/tags/tag69.xml><?xml version="1.0" encoding="utf-8"?>
<p:tagLst xmlns:a="http://schemas.openxmlformats.org/drawingml/2006/main" xmlns:r="http://schemas.openxmlformats.org/officeDocument/2006/relationships" xmlns:p="http://schemas.openxmlformats.org/presentationml/2006/main">
  <p:tag name="AS_UNIQUEID" val="2561"/>
  <p:tag name="KSO_WM_BEAUTIFY_FLAG" val="#wm#"/>
  <p:tag name="KSO_WM_TAG_VERSION" val="3.0"/>
  <p:tag name="KSO_WM_UNIT_COMPATIBLE" val="0"/>
  <p:tag name="KSO_WM_UNIT_DIAGRAM_ISNUMVISUAL" val="0"/>
  <p:tag name="KSO_WM_UNIT_DIAGRAM_ISREFERUNIT" val="0"/>
  <p:tag name="KSO_WM_UNIT_HIGHLIGHT" val="0"/>
  <p:tag name="KSO_WM_UNIT_ID" val="_7**"/>
  <p:tag name="KSO_WM_UNIT_ISNUMDGMTITLE" val="0"/>
  <p:tag name="KSO_WM_UNIT_LAYERLEVEL" val="1"/>
  <p:tag name="KSO_WM_UNIT_NOCLEAR" val="0"/>
</p:tagLst>
</file>

<file path=ppt/tags/tag70.xml><?xml version="1.0" encoding="utf-8"?>
<p:tagLst xmlns:a="http://schemas.openxmlformats.org/drawingml/2006/main" xmlns:r="http://schemas.openxmlformats.org/officeDocument/2006/relationships" xmlns:p="http://schemas.openxmlformats.org/presentationml/2006/main">
  <p:tag name="AS_UNIQUEID" val="2562"/>
  <p:tag name="KSO_WM_BEAUTIFY_FLAG" val="#wm#"/>
  <p:tag name="KSO_WM_TAG_VERSION" val="3.0"/>
  <p:tag name="KSO_WM_UNIT_COMPATIBLE" val="0"/>
  <p:tag name="KSO_WM_UNIT_DIAGRAM_ISNUMVISUAL" val="0"/>
  <p:tag name="KSO_WM_UNIT_DIAGRAM_ISREFERUNIT" val="0"/>
  <p:tag name="KSO_WM_UNIT_HIGHLIGHT" val="0"/>
  <p:tag name="KSO_WM_UNIT_ID" val="_7**"/>
  <p:tag name="KSO_WM_UNIT_ISNUMDGMTITLE" val="0"/>
  <p:tag name="KSO_WM_UNIT_LAYERLEVEL" val="1"/>
  <p:tag name="KSO_WM_UNIT_NOCLEAR" val="0"/>
</p:tagLst>
</file>

<file path=ppt/tags/tag71.xml><?xml version="1.0" encoding="utf-8"?>
<p:tagLst xmlns:a="http://schemas.openxmlformats.org/drawingml/2006/main" xmlns:r="http://schemas.openxmlformats.org/officeDocument/2006/relationships" xmlns:p="http://schemas.openxmlformats.org/presentationml/2006/main">
  <p:tag name="AS_UNIQUEID" val="2564"/>
  <p:tag name="KSO_WM_BEAUTIFY_FLAG" val="#wm#"/>
  <p:tag name="KSO_WM_TAG_VERSION" val="3.0"/>
  <p:tag name="KSO_WM_UNIT_COMPATIBLE" val="0"/>
  <p:tag name="KSO_WM_UNIT_DIAGRAM_ISNUMVISUAL" val="0"/>
  <p:tag name="KSO_WM_UNIT_DIAGRAM_ISREFERUNIT" val="0"/>
  <p:tag name="KSO_WM_UNIT_HIGHLIGHT" val="0"/>
  <p:tag name="KSO_WM_UNIT_ID" val="_8**"/>
  <p:tag name="KSO_WM_UNIT_ISNUMDGMTITLE" val="0"/>
  <p:tag name="KSO_WM_UNIT_LAYERLEVEL" val="1"/>
  <p:tag name="KSO_WM_UNIT_NOCLEAR" val="0"/>
</p:tagLst>
</file>

<file path=ppt/tags/tag72.xml><?xml version="1.0" encoding="utf-8"?>
<p:tagLst xmlns:a="http://schemas.openxmlformats.org/drawingml/2006/main" xmlns:r="http://schemas.openxmlformats.org/officeDocument/2006/relationships" xmlns:p="http://schemas.openxmlformats.org/presentationml/2006/main">
  <p:tag name="AS_UNIQUEID" val="2565"/>
  <p:tag name="KSO_WM_BEAUTIFY_FLAG" val="#wm#"/>
  <p:tag name="KSO_WM_TAG_VERSION" val="3.0"/>
  <p:tag name="KSO_WM_UNIT_COMPATIBLE" val="0"/>
  <p:tag name="KSO_WM_UNIT_DIAGRAM_ISNUMVISUAL" val="0"/>
  <p:tag name="KSO_WM_UNIT_DIAGRAM_ISREFERUNIT" val="0"/>
  <p:tag name="KSO_WM_UNIT_HIGHLIGHT" val="0"/>
  <p:tag name="KSO_WM_UNIT_ID" val="_8**"/>
  <p:tag name="KSO_WM_UNIT_ISNUMDGMTITLE" val="0"/>
  <p:tag name="KSO_WM_UNIT_LAYERLEVEL" val="1"/>
  <p:tag name="KSO_WM_UNIT_NOCLEAR" val="0"/>
</p:tagLst>
</file>

<file path=ppt/tags/tag73.xml><?xml version="1.0" encoding="utf-8"?>
<p:tagLst xmlns:a="http://schemas.openxmlformats.org/drawingml/2006/main" xmlns:r="http://schemas.openxmlformats.org/officeDocument/2006/relationships" xmlns:p="http://schemas.openxmlformats.org/presentationml/2006/main">
  <p:tag name="AS_UNIQUEID" val="2566"/>
  <p:tag name="KSO_WM_BEAUTIFY_FLAG" val="#wm#"/>
  <p:tag name="KSO_WM_TAG_VERSION" val="3.0"/>
  <p:tag name="KSO_WM_UNIT_COMPATIBLE" val="0"/>
  <p:tag name="KSO_WM_UNIT_DIAGRAM_ISNUMVISUAL" val="0"/>
  <p:tag name="KSO_WM_UNIT_DIAGRAM_ISREFERUNIT" val="0"/>
  <p:tag name="KSO_WM_UNIT_HIGHLIGHT" val="0"/>
  <p:tag name="KSO_WM_UNIT_ID" val="_8**"/>
  <p:tag name="KSO_WM_UNIT_ISNUMDGMTITLE" val="0"/>
  <p:tag name="KSO_WM_UNIT_LAYERLEVEL" val="1"/>
  <p:tag name="KSO_WM_UNIT_NOCLEAR" val="0"/>
</p:tagLst>
</file>

<file path=ppt/tags/tag74.xml><?xml version="1.0" encoding="utf-8"?>
<p:tagLst xmlns:a="http://schemas.openxmlformats.org/drawingml/2006/main" xmlns:r="http://schemas.openxmlformats.org/officeDocument/2006/relationships" xmlns:p="http://schemas.openxmlformats.org/presentationml/2006/main">
  <p:tag name="AS_UNIQUEID" val="2568"/>
  <p:tag name="KSO_WM_BEAUTIFY_FLAG" val="#wm#"/>
  <p:tag name="KSO_WM_TAG_VERSION" val="3.0"/>
  <p:tag name="KSO_WM_UNIT_COMPATIBLE" val="0"/>
  <p:tag name="KSO_WM_UNIT_DIAGRAM_ISNUMVISUAL" val="0"/>
  <p:tag name="KSO_WM_UNIT_DIAGRAM_ISREFERUNIT" val="0"/>
  <p:tag name="KSO_WM_UNIT_HIGHLIGHT" val="0"/>
  <p:tag name="KSO_WM_UNIT_ID" val="_9*f*1"/>
  <p:tag name="KSO_WM_UNIT_INDEX" val="1"/>
  <p:tag name="KSO_WM_UNIT_ISNUMDGMTITLE" val="0"/>
  <p:tag name="KSO_WM_UNIT_LAYERLEVEL" val="1"/>
  <p:tag name="KSO_WM_UNIT_NOCLEAR" val="0"/>
  <p:tag name="KSO_WM_UNIT_PRESET_TEXT" val="单击此处编辑母版文本样式&#10;第二级&#10;第三级&#10;第四级&#10;第五级"/>
  <p:tag name="KSO_WM_UNIT_SUBTYPE" val="a"/>
  <p:tag name="KSO_WM_UNIT_TYPE" val="f"/>
</p:tagLst>
</file>

<file path=ppt/tags/tag75.xml><?xml version="1.0" encoding="utf-8"?>
<p:tagLst xmlns:a="http://schemas.openxmlformats.org/drawingml/2006/main" xmlns:r="http://schemas.openxmlformats.org/officeDocument/2006/relationships" xmlns:p="http://schemas.openxmlformats.org/presentationml/2006/main">
  <p:tag name="AS_UNIQUEID" val="2569"/>
  <p:tag name="KSO_WM_BEAUTIFY_FLAG" val="#wm#"/>
  <p:tag name="KSO_WM_TAG_VERSION" val="3.0"/>
  <p:tag name="KSO_WM_UNIT_COMPATIBLE" val="0"/>
  <p:tag name="KSO_WM_UNIT_DIAGRAM_ISNUMVISUAL" val="0"/>
  <p:tag name="KSO_WM_UNIT_DIAGRAM_ISREFERUNIT" val="0"/>
  <p:tag name="KSO_WM_UNIT_HIGHLIGHT" val="0"/>
  <p:tag name="KSO_WM_UNIT_ID" val="_9**"/>
  <p:tag name="KSO_WM_UNIT_ISNUMDGMTITLE" val="0"/>
  <p:tag name="KSO_WM_UNIT_LAYERLEVEL" val="1"/>
  <p:tag name="KSO_WM_UNIT_NOCLEAR" val="0"/>
</p:tagLst>
</file>

<file path=ppt/tags/tag76.xml><?xml version="1.0" encoding="utf-8"?>
<p:tagLst xmlns:a="http://schemas.openxmlformats.org/drawingml/2006/main" xmlns:r="http://schemas.openxmlformats.org/officeDocument/2006/relationships" xmlns:p="http://schemas.openxmlformats.org/presentationml/2006/main">
  <p:tag name="AS_UNIQUEID" val="2570"/>
  <p:tag name="KSO_WM_BEAUTIFY_FLAG" val="#wm#"/>
  <p:tag name="KSO_WM_TAG_VERSION" val="3.0"/>
  <p:tag name="KSO_WM_UNIT_COMPATIBLE" val="0"/>
  <p:tag name="KSO_WM_UNIT_DIAGRAM_ISNUMVISUAL" val="0"/>
  <p:tag name="KSO_WM_UNIT_DIAGRAM_ISREFERUNIT" val="0"/>
  <p:tag name="KSO_WM_UNIT_HIGHLIGHT" val="0"/>
  <p:tag name="KSO_WM_UNIT_ID" val="_9**"/>
  <p:tag name="KSO_WM_UNIT_ISNUMDGMTITLE" val="0"/>
  <p:tag name="KSO_WM_UNIT_LAYERLEVEL" val="1"/>
  <p:tag name="KSO_WM_UNIT_NOCLEAR" val="0"/>
</p:tagLst>
</file>

<file path=ppt/tags/tag77.xml><?xml version="1.0" encoding="utf-8"?>
<p:tagLst xmlns:a="http://schemas.openxmlformats.org/drawingml/2006/main" xmlns:r="http://schemas.openxmlformats.org/officeDocument/2006/relationships" xmlns:p="http://schemas.openxmlformats.org/presentationml/2006/main">
  <p:tag name="AS_UNIQUEID" val="2571"/>
  <p:tag name="KSO_WM_BEAUTIFY_FLAG" val="#wm#"/>
  <p:tag name="KSO_WM_TAG_VERSION" val="3.0"/>
  <p:tag name="KSO_WM_UNIT_COMPATIBLE" val="0"/>
  <p:tag name="KSO_WM_UNIT_DIAGRAM_ISNUMVISUAL" val="0"/>
  <p:tag name="KSO_WM_UNIT_DIAGRAM_ISREFERUNIT" val="0"/>
  <p:tag name="KSO_WM_UNIT_HIGHLIGHT" val="0"/>
  <p:tag name="KSO_WM_UNIT_ID" val="_9**"/>
  <p:tag name="KSO_WM_UNIT_ISNUMDGMTITLE" val="0"/>
  <p:tag name="KSO_WM_UNIT_LAYERLEVEL" val="1"/>
  <p:tag name="KSO_WM_UNIT_NOCLEAR" val="0"/>
</p:tagLst>
</file>

<file path=ppt/tags/tag78.xml><?xml version="1.0" encoding="utf-8"?>
<p:tagLst xmlns:a="http://schemas.openxmlformats.org/drawingml/2006/main" xmlns:r="http://schemas.openxmlformats.org/officeDocument/2006/relationships" xmlns:p="http://schemas.openxmlformats.org/presentationml/2006/main">
  <p:tag name="AS_UNIQUEID" val="2573"/>
  <p:tag name="KSO_WM_BEAUTIFY_FLAG" val="#wm#"/>
  <p:tag name="KSO_WM_TAG_VERSION" val="3.0"/>
  <p:tag name="KSO_WM_UNIT_COMPATIBLE" val="0"/>
  <p:tag name="KSO_WM_UNIT_DIAGRAM_ISNUMVISUAL" val="0"/>
  <p:tag name="KSO_WM_UNIT_DIAGRAM_ISREFERUNIT" val="0"/>
  <p:tag name="KSO_WM_UNIT_HIGHLIGHT" val="0"/>
  <p:tag name="KSO_WM_UNIT_ID" val="_10*a*1"/>
  <p:tag name="KSO_WM_UNIT_INDEX" val="1"/>
  <p:tag name="KSO_WM_UNIT_ISCONTENTSTITLE" val="0"/>
  <p:tag name="KSO_WM_UNIT_ISNUMDGMTITLE" val="0"/>
  <p:tag name="KSO_WM_UNIT_LAYERLEVEL" val="1"/>
  <p:tag name="KSO_WM_UNIT_NOCLEAR" val="0"/>
  <p:tag name="KSO_WM_UNIT_PRESET_TEXT" val="单击此处编辑母版标题样式"/>
  <p:tag name="KSO_WM_UNIT_TYPE" val="a"/>
</p:tagLst>
</file>

<file path=ppt/tags/tag79.xml><?xml version="1.0" encoding="utf-8"?>
<p:tagLst xmlns:a="http://schemas.openxmlformats.org/drawingml/2006/main" xmlns:r="http://schemas.openxmlformats.org/officeDocument/2006/relationships" xmlns:p="http://schemas.openxmlformats.org/presentationml/2006/main">
  <p:tag name="AS_UNIQUEID" val="2574"/>
  <p:tag name="KSO_WM_BEAUTIFY_FLAG" val="#wm#"/>
  <p:tag name="KSO_WM_TAG_VERSION" val="3.0"/>
  <p:tag name="KSO_WM_UNIT_COMPATIBLE" val="0"/>
  <p:tag name="KSO_WM_UNIT_DIAGRAM_ISNUMVISUAL" val="0"/>
  <p:tag name="KSO_WM_UNIT_DIAGRAM_ISREFERUNIT" val="0"/>
  <p:tag name="KSO_WM_UNIT_HIGHLIGHT" val="0"/>
  <p:tag name="KSO_WM_UNIT_ID" val="_10*b*1"/>
  <p:tag name="KSO_WM_UNIT_INDEX" val="1"/>
  <p:tag name="KSO_WM_UNIT_ISCONTENTSTITLE" val="0"/>
  <p:tag name="KSO_WM_UNIT_ISNUMDGMTITLE" val="0"/>
  <p:tag name="KSO_WM_UNIT_LAYERLEVEL" val="1"/>
  <p:tag name="KSO_WM_UNIT_NOCLEAR" val="0"/>
  <p:tag name="KSO_WM_UNIT_PRESET_TEXT" val="单击此处编辑副标题"/>
  <p:tag name="KSO_WM_UNIT_TYPE" val="b"/>
</p:tagLst>
</file>

<file path=ppt/tags/tag80.xml><?xml version="1.0" encoding="utf-8"?>
<p:tagLst xmlns:a="http://schemas.openxmlformats.org/drawingml/2006/main" xmlns:r="http://schemas.openxmlformats.org/officeDocument/2006/relationships" xmlns:p="http://schemas.openxmlformats.org/presentationml/2006/main">
  <p:tag name="AS_UNIQUEID" val="2575"/>
  <p:tag name="KSO_WM_BEAUTIFY_FLAG" val="#wm#"/>
  <p:tag name="KSO_WM_TAG_VERSION" val="3.0"/>
  <p:tag name="KSO_WM_UNIT_COMPATIBLE" val="0"/>
  <p:tag name="KSO_WM_UNIT_DIAGRAM_ISNUMVISUAL" val="0"/>
  <p:tag name="KSO_WM_UNIT_DIAGRAM_ISREFERUNIT" val="0"/>
  <p:tag name="KSO_WM_UNIT_HIGHLIGHT" val="0"/>
  <p:tag name="KSO_WM_UNIT_ID" val="_10**"/>
  <p:tag name="KSO_WM_UNIT_ISNUMDGMTITLE" val="0"/>
  <p:tag name="KSO_WM_UNIT_LAYERLEVEL" val="1"/>
  <p:tag name="KSO_WM_UNIT_NOCLEAR" val="0"/>
</p:tagLst>
</file>

<file path=ppt/tags/tag81.xml><?xml version="1.0" encoding="utf-8"?>
<p:tagLst xmlns:a="http://schemas.openxmlformats.org/drawingml/2006/main" xmlns:r="http://schemas.openxmlformats.org/officeDocument/2006/relationships" xmlns:p="http://schemas.openxmlformats.org/presentationml/2006/main">
  <p:tag name="AS_UNIQUEID" val="2576"/>
  <p:tag name="KSO_WM_BEAUTIFY_FLAG" val="#wm#"/>
  <p:tag name="KSO_WM_TAG_VERSION" val="3.0"/>
  <p:tag name="KSO_WM_UNIT_COMPATIBLE" val="0"/>
  <p:tag name="KSO_WM_UNIT_DIAGRAM_ISNUMVISUAL" val="0"/>
  <p:tag name="KSO_WM_UNIT_DIAGRAM_ISREFERUNIT" val="0"/>
  <p:tag name="KSO_WM_UNIT_HIGHLIGHT" val="0"/>
  <p:tag name="KSO_WM_UNIT_ID" val="_10**"/>
  <p:tag name="KSO_WM_UNIT_ISNUMDGMTITLE" val="0"/>
  <p:tag name="KSO_WM_UNIT_LAYERLEVEL" val="1"/>
  <p:tag name="KSO_WM_UNIT_NOCLEAR" val="0"/>
</p:tagLst>
</file>

<file path=ppt/tags/tag82.xml><?xml version="1.0" encoding="utf-8"?>
<p:tagLst xmlns:a="http://schemas.openxmlformats.org/drawingml/2006/main" xmlns:r="http://schemas.openxmlformats.org/officeDocument/2006/relationships" xmlns:p="http://schemas.openxmlformats.org/presentationml/2006/main">
  <p:tag name="AS_UNIQUEID" val="2577"/>
  <p:tag name="KSO_WM_BEAUTIFY_FLAG" val="#wm#"/>
  <p:tag name="KSO_WM_TAG_VERSION" val="3.0"/>
  <p:tag name="KSO_WM_UNIT_COMPATIBLE" val="0"/>
  <p:tag name="KSO_WM_UNIT_DIAGRAM_ISNUMVISUAL" val="0"/>
  <p:tag name="KSO_WM_UNIT_DIAGRAM_ISREFERUNIT" val="0"/>
  <p:tag name="KSO_WM_UNIT_HIGHLIGHT" val="0"/>
  <p:tag name="KSO_WM_UNIT_ID" val="_10**"/>
  <p:tag name="KSO_WM_UNIT_ISNUMDGMTITLE" val="0"/>
  <p:tag name="KSO_WM_UNIT_LAYERLEVEL" val="1"/>
  <p:tag name="KSO_WM_UNIT_NOCLEAR" val="0"/>
</p:tagLst>
</file>

<file path=ppt/tags/tag83.xml><?xml version="1.0" encoding="utf-8"?>
<p:tagLst xmlns:a="http://schemas.openxmlformats.org/drawingml/2006/main" xmlns:r="http://schemas.openxmlformats.org/officeDocument/2006/relationships" xmlns:p="http://schemas.openxmlformats.org/presentationml/2006/main">
  <p:tag name="AS_UNIQUEID" val="2579"/>
  <p:tag name="KSO_WM_BEAUTIFY_FLAG" val="#wm#"/>
  <p:tag name="KSO_WM_TAG_VERSION" val="3.0"/>
  <p:tag name="KSO_WM_UNIT_COMPATIBLE" val="0"/>
  <p:tag name="KSO_WM_UNIT_DIAGRAM_ISNUMVISUAL" val="0"/>
  <p:tag name="KSO_WM_UNIT_DIAGRAM_ISREFERUNIT" val="0"/>
  <p:tag name="KSO_WM_UNIT_HIGHLIGHT" val="0"/>
  <p:tag name="KSO_WM_UNIT_ID" val="_11*i*1"/>
  <p:tag name="KSO_WM_UNIT_INDEX" val="1"/>
  <p:tag name="KSO_WM_UNIT_ISNUMDGMTITLE" val="0"/>
  <p:tag name="KSO_WM_UNIT_LAYERLEVEL" val="1"/>
  <p:tag name="KSO_WM_UNIT_NOCLEAR" val="0"/>
  <p:tag name="KSO_WM_UNIT_TYPE" val="i"/>
</p:tagLst>
</file>

<file path=ppt/tags/tag84.xml><?xml version="1.0" encoding="utf-8"?>
<p:tagLst xmlns:a="http://schemas.openxmlformats.org/drawingml/2006/main" xmlns:r="http://schemas.openxmlformats.org/officeDocument/2006/relationships" xmlns:p="http://schemas.openxmlformats.org/presentationml/2006/main">
  <p:tag name="AS_UNIQUEID" val="2580"/>
  <p:tag name="KSO_WM_BEAUTIFY_FLAG" val="#wm#"/>
  <p:tag name="KSO_WM_TAG_VERSION" val="3.0"/>
  <p:tag name="KSO_WM_UNIT_COMPATIBLE" val="0"/>
  <p:tag name="KSO_WM_UNIT_DIAGRAM_ISNUMVISUAL" val="0"/>
  <p:tag name="KSO_WM_UNIT_DIAGRAM_ISREFERUNIT" val="0"/>
  <p:tag name="KSO_WM_UNIT_HIGHLIGHT" val="0"/>
  <p:tag name="KSO_WM_UNIT_ID" val="_11*i*9"/>
  <p:tag name="KSO_WM_UNIT_INDEX" val="9"/>
  <p:tag name="KSO_WM_UNIT_ISNUMDGMTITLE" val="0"/>
  <p:tag name="KSO_WM_UNIT_LAYERLEVEL" val="1"/>
  <p:tag name="KSO_WM_UNIT_NOCLEAR" val="0"/>
  <p:tag name="KSO_WM_UNIT_TYPE" val="i"/>
</p:tagLst>
</file>

<file path=ppt/tags/tag85.xml><?xml version="1.0" encoding="utf-8"?>
<p:tagLst xmlns:a="http://schemas.openxmlformats.org/drawingml/2006/main" xmlns:r="http://schemas.openxmlformats.org/officeDocument/2006/relationships" xmlns:p="http://schemas.openxmlformats.org/presentationml/2006/main">
  <p:tag name="AS_UNIQUEID" val="2581"/>
  <p:tag name="KSO_WM_BEAUTIFY_FLAG" val="#wm#"/>
  <p:tag name="KSO_WM_TAG_VERSION" val="3.0"/>
  <p:tag name="KSO_WM_UNIT_COMPATIBLE" val="0"/>
  <p:tag name="KSO_WM_UNIT_DIAGRAM_ISNUMVISUAL" val="0"/>
  <p:tag name="KSO_WM_UNIT_DIAGRAM_ISREFERUNIT" val="0"/>
  <p:tag name="KSO_WM_UNIT_HIGHLIGHT" val="0"/>
  <p:tag name="KSO_WM_UNIT_ID" val="_11*i*7"/>
  <p:tag name="KSO_WM_UNIT_INDEX" val="7"/>
  <p:tag name="KSO_WM_UNIT_ISNUMDGMTITLE" val="0"/>
  <p:tag name="KSO_WM_UNIT_LAYERLEVEL" val="1"/>
  <p:tag name="KSO_WM_UNIT_NOCLEAR" val="0"/>
  <p:tag name="KSO_WM_UNIT_TYPE" val="i"/>
</p:tagLst>
</file>

<file path=ppt/tags/tag86.xml><?xml version="1.0" encoding="utf-8"?>
<p:tagLst xmlns:a="http://schemas.openxmlformats.org/drawingml/2006/main" xmlns:r="http://schemas.openxmlformats.org/officeDocument/2006/relationships" xmlns:p="http://schemas.openxmlformats.org/presentationml/2006/main">
  <p:tag name="AS_UNIQUEID" val="2582"/>
  <p:tag name="KSO_WM_BEAUTIFY_FLAG" val="#wm#"/>
  <p:tag name="KSO_WM_TAG_VERSION" val="3.0"/>
  <p:tag name="KSO_WM_UNIT_COMPATIBLE" val="0"/>
  <p:tag name="KSO_WM_UNIT_DIAGRAM_ISNUMVISUAL" val="0"/>
  <p:tag name="KSO_WM_UNIT_DIAGRAM_ISREFERUNIT" val="0"/>
  <p:tag name="KSO_WM_UNIT_HIGHLIGHT" val="0"/>
  <p:tag name="KSO_WM_UNIT_ID" val="_11*i*2"/>
  <p:tag name="KSO_WM_UNIT_INDEX" val="2"/>
  <p:tag name="KSO_WM_UNIT_ISNUMDGMTITLE" val="0"/>
  <p:tag name="KSO_WM_UNIT_LAYERLEVEL" val="1"/>
  <p:tag name="KSO_WM_UNIT_NOCLEAR" val="0"/>
  <p:tag name="KSO_WM_UNIT_TYPE" val="i"/>
</p:tagLst>
</file>

<file path=ppt/tags/tag87.xml><?xml version="1.0" encoding="utf-8"?>
<p:tagLst xmlns:a="http://schemas.openxmlformats.org/drawingml/2006/main" xmlns:r="http://schemas.openxmlformats.org/officeDocument/2006/relationships" xmlns:p="http://schemas.openxmlformats.org/presentationml/2006/main">
  <p:tag name="AS_UNIQUEID" val="2583"/>
  <p:tag name="KSO_WM_BEAUTIFY_FLAG" val="#wm#"/>
  <p:tag name="KSO_WM_TAG_VERSION" val="3.0"/>
  <p:tag name="KSO_WM_UNIT_COMPATIBLE" val="0"/>
  <p:tag name="KSO_WM_UNIT_DIAGRAM_ISNUMVISUAL" val="0"/>
  <p:tag name="KSO_WM_UNIT_DIAGRAM_ISREFERUNIT" val="0"/>
  <p:tag name="KSO_WM_UNIT_HIGHLIGHT" val="0"/>
  <p:tag name="KSO_WM_UNIT_ID" val="_11*i*3"/>
  <p:tag name="KSO_WM_UNIT_INDEX" val="3"/>
  <p:tag name="KSO_WM_UNIT_ISNUMDGMTITLE" val="0"/>
  <p:tag name="KSO_WM_UNIT_LAYERLEVEL" val="1"/>
  <p:tag name="KSO_WM_UNIT_NOCLEAR" val="0"/>
  <p:tag name="KSO_WM_UNIT_TYPE" val="i"/>
</p:tagLst>
</file>

<file path=ppt/tags/tag88.xml><?xml version="1.0" encoding="utf-8"?>
<p:tagLst xmlns:a="http://schemas.openxmlformats.org/drawingml/2006/main" xmlns:r="http://schemas.openxmlformats.org/officeDocument/2006/relationships" xmlns:p="http://schemas.openxmlformats.org/presentationml/2006/main">
  <p:tag name="AS_UNIQUEID" val="2584"/>
  <p:tag name="KSO_WM_BEAUTIFY_FLAG" val="#wm#"/>
  <p:tag name="KSO_WM_TAG_VERSION" val="3.0"/>
  <p:tag name="KSO_WM_UNIT_COMPATIBLE" val="0"/>
  <p:tag name="KSO_WM_UNIT_DIAGRAM_ISNUMVISUAL" val="0"/>
  <p:tag name="KSO_WM_UNIT_DIAGRAM_ISREFERUNIT" val="0"/>
  <p:tag name="KSO_WM_UNIT_HIGHLIGHT" val="0"/>
  <p:tag name="KSO_WM_UNIT_ID" val="_11*i*4"/>
  <p:tag name="KSO_WM_UNIT_INDEX" val="4"/>
  <p:tag name="KSO_WM_UNIT_ISNUMDGMTITLE" val="0"/>
  <p:tag name="KSO_WM_UNIT_LAYERLEVEL" val="1"/>
  <p:tag name="KSO_WM_UNIT_NOCLEAR" val="0"/>
  <p:tag name="KSO_WM_UNIT_TYPE" val="i"/>
</p:tagLst>
</file>

<file path=ppt/tags/tag89.xml><?xml version="1.0" encoding="utf-8"?>
<p:tagLst xmlns:a="http://schemas.openxmlformats.org/drawingml/2006/main" xmlns:r="http://schemas.openxmlformats.org/officeDocument/2006/relationships" xmlns:p="http://schemas.openxmlformats.org/presentationml/2006/main">
  <p:tag name="AS_UNIQUEID" val="2585"/>
  <p:tag name="KSO_WM_BEAUTIFY_FLAG" val="#wm#"/>
  <p:tag name="KSO_WM_TAG_VERSION" val="3.0"/>
  <p:tag name="KSO_WM_UNIT_COMPATIBLE" val="0"/>
  <p:tag name="KSO_WM_UNIT_DIAGRAM_ISNUMVISUAL" val="0"/>
  <p:tag name="KSO_WM_UNIT_DIAGRAM_ISREFERUNIT" val="0"/>
  <p:tag name="KSO_WM_UNIT_HIGHLIGHT" val="0"/>
  <p:tag name="KSO_WM_UNIT_ID" val="_11*i*5"/>
  <p:tag name="KSO_WM_UNIT_INDEX" val="5"/>
  <p:tag name="KSO_WM_UNIT_ISNUMDGMTITLE" val="0"/>
  <p:tag name="KSO_WM_UNIT_LAYERLEVEL" val="1"/>
  <p:tag name="KSO_WM_UNIT_NOCLEAR" val="0"/>
  <p:tag name="KSO_WM_UNIT_TYPE" val="i"/>
</p:tagLst>
</file>

<file path=ppt/tags/tag90.xml><?xml version="1.0" encoding="utf-8"?>
<p:tagLst xmlns:a="http://schemas.openxmlformats.org/drawingml/2006/main" xmlns:r="http://schemas.openxmlformats.org/officeDocument/2006/relationships" xmlns:p="http://schemas.openxmlformats.org/presentationml/2006/main">
  <p:tag name="AS_UNIQUEID" val="2586"/>
  <p:tag name="KSO_WM_BEAUTIFY_FLAG" val="#wm#"/>
  <p:tag name="KSO_WM_TAG_VERSION" val="3.0"/>
  <p:tag name="KSO_WM_UNIT_COMPATIBLE" val="0"/>
  <p:tag name="KSO_WM_UNIT_DIAGRAM_ISNUMVISUAL" val="0"/>
  <p:tag name="KSO_WM_UNIT_DIAGRAM_ISREFERUNIT" val="0"/>
  <p:tag name="KSO_WM_UNIT_HIGHLIGHT" val="0"/>
  <p:tag name="KSO_WM_UNIT_ID" val="_11*i*10"/>
  <p:tag name="KSO_WM_UNIT_INDEX" val="10"/>
  <p:tag name="KSO_WM_UNIT_ISNUMDGMTITLE" val="0"/>
  <p:tag name="KSO_WM_UNIT_LAYERLEVEL" val="1"/>
  <p:tag name="KSO_WM_UNIT_NOCLEAR" val="0"/>
  <p:tag name="KSO_WM_UNIT_TYPE" val="i"/>
</p:tagLst>
</file>

<file path=ppt/tags/tag91.xml><?xml version="1.0" encoding="utf-8"?>
<p:tagLst xmlns:a="http://schemas.openxmlformats.org/drawingml/2006/main" xmlns:r="http://schemas.openxmlformats.org/officeDocument/2006/relationships" xmlns:p="http://schemas.openxmlformats.org/presentationml/2006/main">
  <p:tag name="AS_UNIQUEID" val="2587"/>
  <p:tag name="KSO_WM_BEAUTIFY_FLAG" val="#wm#"/>
  <p:tag name="KSO_WM_TAG_VERSION" val="3.0"/>
  <p:tag name="KSO_WM_UNIT_COMPATIBLE" val="0"/>
  <p:tag name="KSO_WM_UNIT_DIAGRAM_ISNUMVISUAL" val="0"/>
  <p:tag name="KSO_WM_UNIT_DIAGRAM_ISREFERUNIT" val="0"/>
  <p:tag name="KSO_WM_UNIT_HIGHLIGHT" val="0"/>
  <p:tag name="KSO_WM_UNIT_ID" val="_11*i*8"/>
  <p:tag name="KSO_WM_UNIT_INDEX" val="8"/>
  <p:tag name="KSO_WM_UNIT_ISNUMDGMTITLE" val="0"/>
  <p:tag name="KSO_WM_UNIT_LAYERLEVEL" val="1"/>
  <p:tag name="KSO_WM_UNIT_NOCLEAR" val="0"/>
  <p:tag name="KSO_WM_UNIT_TYPE" val="i"/>
</p:tagLst>
</file>

<file path=ppt/tags/tag92.xml><?xml version="1.0" encoding="utf-8"?>
<p:tagLst xmlns:a="http://schemas.openxmlformats.org/drawingml/2006/main" xmlns:r="http://schemas.openxmlformats.org/officeDocument/2006/relationships" xmlns:p="http://schemas.openxmlformats.org/presentationml/2006/main">
  <p:tag name="AS_UNIQUEID" val="2588"/>
  <p:tag name="KSO_WM_BEAUTIFY_FLAG" val="#wm#"/>
  <p:tag name="KSO_WM_TAG_VERSION" val="3.0"/>
  <p:tag name="KSO_WM_UNIT_COMPATIBLE" val="0"/>
  <p:tag name="KSO_WM_UNIT_DIAGRAM_ISNUMVISUAL" val="0"/>
  <p:tag name="KSO_WM_UNIT_DIAGRAM_ISREFERUNIT" val="0"/>
  <p:tag name="KSO_WM_UNIT_HIGHLIGHT" val="0"/>
  <p:tag name="KSO_WM_UNIT_ID" val="_11*i*6"/>
  <p:tag name="KSO_WM_UNIT_INDEX" val="6"/>
  <p:tag name="KSO_WM_UNIT_ISNUMDGMTITLE" val="0"/>
  <p:tag name="KSO_WM_UNIT_LAYERLEVEL" val="1"/>
  <p:tag name="KSO_WM_UNIT_NOCLEAR" val="0"/>
  <p:tag name="KSO_WM_UNIT_TYPE" val="i"/>
</p:tagLst>
</file>

<file path=ppt/tags/tag93.xml><?xml version="1.0" encoding="utf-8"?>
<p:tagLst xmlns:a="http://schemas.openxmlformats.org/drawingml/2006/main" xmlns:r="http://schemas.openxmlformats.org/officeDocument/2006/relationships" xmlns:p="http://schemas.openxmlformats.org/presentationml/2006/main">
  <p:tag name="AS_UNIQUEID" val="2589"/>
  <p:tag name="KSO_WM_BEAUTIFY_FLAG" val="#wm#"/>
  <p:tag name="KSO_WM_TAG_VERSION" val="3.0"/>
  <p:tag name="KSO_WM_UNIT_COMPATIBLE" val="0"/>
  <p:tag name="KSO_WM_UNIT_DIAGRAM_ISNUMVISUAL" val="0"/>
  <p:tag name="KSO_WM_UNIT_DIAGRAM_ISREFERUNIT" val="0"/>
  <p:tag name="KSO_WM_UNIT_HIGHLIGHT" val="0"/>
  <p:tag name="KSO_WM_UNIT_ID" val="_11*a*1"/>
  <p:tag name="KSO_WM_UNIT_INDEX" val="1"/>
  <p:tag name="KSO_WM_UNIT_ISCONTENTSTITLE" val="0"/>
  <p:tag name="KSO_WM_UNIT_ISNUMDGMTITLE" val="0"/>
  <p:tag name="KSO_WM_UNIT_LAYERLEVEL" val="1"/>
  <p:tag name="KSO_WM_UNIT_NOCLEAR" val="0"/>
  <p:tag name="KSO_WM_UNIT_PRESET_TEXT" val="单击此处编辑母版标题样式"/>
  <p:tag name="KSO_WM_UNIT_TYPE" val="a"/>
</p:tagLst>
</file>

<file path=ppt/tags/tag94.xml><?xml version="1.0" encoding="utf-8"?>
<p:tagLst xmlns:a="http://schemas.openxmlformats.org/drawingml/2006/main" xmlns:r="http://schemas.openxmlformats.org/officeDocument/2006/relationships" xmlns:p="http://schemas.openxmlformats.org/presentationml/2006/main">
  <p:tag name="AS_UNIQUEID" val="2590"/>
  <p:tag name="KSO_WM_BEAUTIFY_FLAG" val="#wm#"/>
  <p:tag name="KSO_WM_TAG_VERSION" val="3.0"/>
  <p:tag name="KSO_WM_UNIT_COMPATIBLE" val="0"/>
  <p:tag name="KSO_WM_UNIT_DIAGRAM_ISNUMVISUAL" val="0"/>
  <p:tag name="KSO_WM_UNIT_DIAGRAM_ISREFERUNIT" val="0"/>
  <p:tag name="KSO_WM_UNIT_HIGHLIGHT" val="0"/>
  <p:tag name="KSO_WM_UNIT_ID" val="_11*b*1"/>
  <p:tag name="KSO_WM_UNIT_INDEX" val="1"/>
  <p:tag name="KSO_WM_UNIT_ISCONTENTSTITLE" val="0"/>
  <p:tag name="KSO_WM_UNIT_ISNUMDGMTITLE" val="0"/>
  <p:tag name="KSO_WM_UNIT_LAYERLEVEL" val="1"/>
  <p:tag name="KSO_WM_UNIT_NOCLEAR" val="0"/>
  <p:tag name="KSO_WM_UNIT_PRESET_TEXT" val="单击此处编辑副标题"/>
  <p:tag name="KSO_WM_UNIT_TYPE" val="b"/>
</p:tagLst>
</file>

<file path=ppt/tags/tag95.xml><?xml version="1.0" encoding="utf-8"?>
<p:tagLst xmlns:a="http://schemas.openxmlformats.org/drawingml/2006/main" xmlns:r="http://schemas.openxmlformats.org/officeDocument/2006/relationships" xmlns:p="http://schemas.openxmlformats.org/presentationml/2006/main">
  <p:tag name="AS_UNIQUEID" val="2591"/>
  <p:tag name="KSO_WM_BEAUTIFY_FLAG" val="#wm#"/>
  <p:tag name="KSO_WM_TAG_VERSION" val="3.0"/>
  <p:tag name="KSO_WM_UNIT_COMPATIBLE" val="0"/>
  <p:tag name="KSO_WM_UNIT_DIAGRAM_ISNUMVISUAL" val="0"/>
  <p:tag name="KSO_WM_UNIT_DIAGRAM_ISREFERUNIT" val="0"/>
  <p:tag name="KSO_WM_UNIT_HIGHLIGHT" val="0"/>
  <p:tag name="KSO_WM_UNIT_ID" val="_11**"/>
  <p:tag name="KSO_WM_UNIT_ISNUMDGMTITLE" val="0"/>
  <p:tag name="KSO_WM_UNIT_LAYERLEVEL" val="1"/>
  <p:tag name="KSO_WM_UNIT_NOCLEAR" val="0"/>
</p:tagLst>
</file>

<file path=ppt/tags/tag96.xml><?xml version="1.0" encoding="utf-8"?>
<p:tagLst xmlns:a="http://schemas.openxmlformats.org/drawingml/2006/main" xmlns:r="http://schemas.openxmlformats.org/officeDocument/2006/relationships" xmlns:p="http://schemas.openxmlformats.org/presentationml/2006/main">
  <p:tag name="AS_UNIQUEID" val="2592"/>
  <p:tag name="KSO_WM_BEAUTIFY_FLAG" val="#wm#"/>
  <p:tag name="KSO_WM_TAG_VERSION" val="3.0"/>
  <p:tag name="KSO_WM_UNIT_COMPATIBLE" val="0"/>
  <p:tag name="KSO_WM_UNIT_DIAGRAM_ISNUMVISUAL" val="0"/>
  <p:tag name="KSO_WM_UNIT_DIAGRAM_ISREFERUNIT" val="0"/>
  <p:tag name="KSO_WM_UNIT_HIGHLIGHT" val="0"/>
  <p:tag name="KSO_WM_UNIT_ID" val="_11**"/>
  <p:tag name="KSO_WM_UNIT_ISNUMDGMTITLE" val="0"/>
  <p:tag name="KSO_WM_UNIT_LAYERLEVEL" val="1"/>
  <p:tag name="KSO_WM_UNIT_NOCLEAR" val="0"/>
</p:tagLst>
</file>

<file path=ppt/tags/tag97.xml><?xml version="1.0" encoding="utf-8"?>
<p:tagLst xmlns:a="http://schemas.openxmlformats.org/drawingml/2006/main" xmlns:r="http://schemas.openxmlformats.org/officeDocument/2006/relationships" xmlns:p="http://schemas.openxmlformats.org/presentationml/2006/main">
  <p:tag name="AS_UNIQUEID" val="2593"/>
  <p:tag name="KSO_WM_BEAUTIFY_FLAG" val="#wm#"/>
  <p:tag name="KSO_WM_TAG_VERSION" val="3.0"/>
  <p:tag name="KSO_WM_UNIT_COMPATIBLE" val="0"/>
  <p:tag name="KSO_WM_UNIT_DIAGRAM_ISNUMVISUAL" val="0"/>
  <p:tag name="KSO_WM_UNIT_DIAGRAM_ISREFERUNIT" val="0"/>
  <p:tag name="KSO_WM_UNIT_HIGHLIGHT" val="0"/>
  <p:tag name="KSO_WM_UNIT_ID" val="_11**"/>
  <p:tag name="KSO_WM_UNIT_ISNUMDGMTITLE" val="0"/>
  <p:tag name="KSO_WM_UNIT_LAYERLEVEL" val="1"/>
  <p:tag name="KSO_WM_UNIT_NOCLEAR" val="0"/>
</p:tagLst>
</file>

<file path=ppt/tags/tag98.xml><?xml version="1.0" encoding="utf-8"?>
<p:tagLst xmlns:a="http://schemas.openxmlformats.org/drawingml/2006/main" xmlns:r="http://schemas.openxmlformats.org/officeDocument/2006/relationships" xmlns:p="http://schemas.openxmlformats.org/presentationml/2006/main">
  <p:tag name="AS_UNIQUEID" val="2594"/>
  <p:tag name="KSO_WM_BEAUTIFY_FLAG" val="#wm#"/>
  <p:tag name="KSO_WM_TAG_VERSION" val="3.0"/>
  <p:tag name="KSO_WM_UNIT_COMPATIBLE" val="0"/>
  <p:tag name="KSO_WM_UNIT_DIAGRAM_ISNUMVISUAL" val="0"/>
  <p:tag name="KSO_WM_UNIT_DIAGRAM_ISREFERUNIT" val="0"/>
  <p:tag name="KSO_WM_UNIT_HIGHLIGHT" val="0"/>
  <p:tag name="KSO_WM_UNIT_ID" val="_11*f*2"/>
  <p:tag name="KSO_WM_UNIT_INDEX" val="2"/>
  <p:tag name="KSO_WM_UNIT_ISNUMDGMTITLE" val="0"/>
  <p:tag name="KSO_WM_UNIT_LAYERLEVEL" val="1"/>
  <p:tag name="KSO_WM_UNIT_NOCLEAR" val="0"/>
  <p:tag name="KSO_WM_UNIT_PRESET_TEXT" val="公司名"/>
  <p:tag name="KSO_WM_UNIT_SUBTYPE" val="g"/>
  <p:tag name="KSO_WM_UNIT_TYPE" val="f"/>
</p:tagLst>
</file>

<file path=ppt/tags/tag99.xml><?xml version="1.0" encoding="utf-8"?>
<p:tagLst xmlns:a="http://schemas.openxmlformats.org/drawingml/2006/main" xmlns:r="http://schemas.openxmlformats.org/officeDocument/2006/relationships" xmlns:p="http://schemas.openxmlformats.org/presentationml/2006/main">
  <p:tag name="AS_UNIQUEID" val="2595"/>
  <p:tag name="KSO_WM_BEAUTIFY_FLAG" val="#wm#"/>
  <p:tag name="KSO_WM_TAG_VERSION" val="3.0"/>
  <p:tag name="KSO_WM_UNIT_COMPATIBLE" val="0"/>
  <p:tag name="KSO_WM_UNIT_DIAGRAM_ISNUMVISUAL" val="0"/>
  <p:tag name="KSO_WM_UNIT_DIAGRAM_ISREFERUNIT" val="0"/>
  <p:tag name="KSO_WM_UNIT_HIGHLIGHT" val="0"/>
  <p:tag name="KSO_WM_UNIT_ID" val="_11*f*1"/>
  <p:tag name="KSO_WM_UNIT_INDEX" val="1"/>
  <p:tag name="KSO_WM_UNIT_ISNUMDGMTITLE" val="0"/>
  <p:tag name="KSO_WM_UNIT_LAYERLEVEL" val="1"/>
  <p:tag name="KSO_WM_UNIT_NOCLEAR" val="0"/>
  <p:tag name="KSO_WM_UNIT_PRESET_TEXT" val="署名"/>
  <p:tag name="KSO_WM_UNIT_SUBTYPE" val="b"/>
  <p:tag name="KSO_WM_UNIT_TYPE" val="f"/>
</p:tagLst>
</file>

<file path=ppt/tags/tag100.xml><?xml version="1.0" encoding="utf-8"?>
<p:tagLst xmlns:a="http://schemas.openxmlformats.org/drawingml/2006/main" xmlns:r="http://schemas.openxmlformats.org/officeDocument/2006/relationships" xmlns:p="http://schemas.openxmlformats.org/presentationml/2006/main">
  <p:tag name="AS_UNIQUEID" val="2608"/>
</p:tagLst>
</file>

<file path=ppt/tags/tag101.xml><?xml version="1.0" encoding="utf-8"?>
<p:tagLst xmlns:a="http://schemas.openxmlformats.org/drawingml/2006/main" xmlns:r="http://schemas.openxmlformats.org/officeDocument/2006/relationships" xmlns:p="http://schemas.openxmlformats.org/presentationml/2006/main">
  <p:tag name="AS_UNIQUEID" val="2609"/>
</p:tagLst>
</file>

<file path=ppt/tags/tag102.xml><?xml version="1.0" encoding="utf-8"?>
<p:tagLst xmlns:a="http://schemas.openxmlformats.org/drawingml/2006/main" xmlns:r="http://schemas.openxmlformats.org/officeDocument/2006/relationships" xmlns:p="http://schemas.openxmlformats.org/presentationml/2006/main">
  <p:tag name="AS_UNIQUEID" val="2610"/>
</p:tagLst>
</file>

<file path=ppt/tags/tag103.xml><?xml version="1.0" encoding="utf-8"?>
<p:tagLst xmlns:a="http://schemas.openxmlformats.org/drawingml/2006/main" xmlns:r="http://schemas.openxmlformats.org/officeDocument/2006/relationships" xmlns:p="http://schemas.openxmlformats.org/presentationml/2006/main">
  <p:tag name="AS_UNIQUEID" val="2611"/>
</p:tagLst>
</file>

<file path=ppt/tags/tag104.xml><?xml version="1.0" encoding="utf-8"?>
<p:tagLst xmlns:a="http://schemas.openxmlformats.org/drawingml/2006/main" xmlns:r="http://schemas.openxmlformats.org/officeDocument/2006/relationships" xmlns:p="http://schemas.openxmlformats.org/presentationml/2006/main">
  <p:tag name="AS_UNIQUEID" val="2612"/>
</p:tagLst>
</file>

<file path=ppt/tags/tag105.xml><?xml version="1.0" encoding="utf-8"?>
<p:tagLst xmlns:a="http://schemas.openxmlformats.org/drawingml/2006/main" xmlns:r="http://schemas.openxmlformats.org/officeDocument/2006/relationships" xmlns:p="http://schemas.openxmlformats.org/presentationml/2006/main">
  <p:tag name="AS_UNIQUEID" val="2613"/>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36725_1"/>
  <p:tag name="KSO_WM_SLIDE_INDEX" val="1"/>
  <p:tag name="KSO_WM_SLIDE_ITEM_CNT" val="0"/>
  <p:tag name="KSO_WM_SLIDE_LAYOUT" val="a_b_f"/>
  <p:tag name="KSO_WM_SLIDE_LAYOUT_CNT" val="1_1_2"/>
  <p:tag name="KSO_WM_SLIDE_SUBTYPE" val="pureTxt"/>
  <p:tag name="KSO_WM_SLIDE_TYPE" val="title"/>
  <p:tag name="KSO_WM_TAG_VERSION" val="3.0"/>
  <p:tag name="KSO_WM_TEMPLATE_CATEGORY" val="custom"/>
  <p:tag name="KSO_WM_TEMPLATE_COLOR_TYPE" val="0"/>
  <p:tag name="KSO_WM_TEMPLATE_INDEX" val="20236725"/>
  <p:tag name="KSO_WM_TEMPLATE_MASTER_TYPE" val="0"/>
  <p:tag name="KSO_WM_TEMPLATE_SUBCATEGORY" val="29"/>
  <p:tag name="KSO_WM_TEMPLATE_THUMBS_INDEX" val="1、9"/>
</p:tagLst>
</file>

<file path=ppt/tags/tag107.xml><?xml version="1.0" encoding="utf-8"?>
<p:tagLst xmlns:a="http://schemas.openxmlformats.org/drawingml/2006/main" xmlns:r="http://schemas.openxmlformats.org/officeDocument/2006/relationships" xmlns:p="http://schemas.openxmlformats.org/presentationml/2006/main">
  <p:tag name="AS_UNIQUEID" val="2615"/>
  <p:tag name="KSO_WM_BEAUTIFY_FLAG" val="#wm#"/>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1*b*1"/>
  <p:tag name="KSO_WM_UNIT_INDEX" val="1"/>
  <p:tag name="KSO_WM_UNIT_ISCONTENTSTITLE" val="0"/>
  <p:tag name="KSO_WM_UNIT_ISNUMDGMTITLE" val="0"/>
  <p:tag name="KSO_WM_UNIT_LAYERLEVEL" val="1"/>
  <p:tag name="KSO_WM_UNIT_NOCLEAR" val="0"/>
  <p:tag name="KSO_WM_UNIT_PRESET_TEXT" val="单击此处添加副标题"/>
  <p:tag name="KSO_WM_UNIT_TEXT_TYPE" val="1"/>
  <p:tag name="KSO_WM_UNIT_TYPE" val="b"/>
  <p:tag name="KSO_WM_UNIT_VALUE" val="42"/>
</p:tagLst>
</file>

<file path=ppt/tags/tag108.xml><?xml version="1.0" encoding="utf-8"?>
<p:tagLst xmlns:a="http://schemas.openxmlformats.org/drawingml/2006/main" xmlns:r="http://schemas.openxmlformats.org/officeDocument/2006/relationships" xmlns:p="http://schemas.openxmlformats.org/presentationml/2006/main">
  <p:tag name="AS_UNIQUEID" val="2616"/>
  <p:tag name="KSO_WM_BEAUTIFY_FLAG" val="#wm#"/>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1*a*1"/>
  <p:tag name="KSO_WM_UNIT_INDEX" val="1"/>
  <p:tag name="KSO_WM_UNIT_ISCONTENTSTITLE" val="0"/>
  <p:tag name="KSO_WM_UNIT_ISNUMDGMTITLE" val="0"/>
  <p:tag name="KSO_WM_UNIT_LAYERLEVEL" val="1"/>
  <p:tag name="KSO_WM_UNIT_NOCLEAR" val="0"/>
  <p:tag name="KSO_WM_UNIT_PRESET_TEXT" val="单击此处&#10;添加文档标题"/>
  <p:tag name="KSO_WM_UNIT_TEXT_TYPE" val="1"/>
  <p:tag name="KSO_WM_UNIT_TYPE" val="a"/>
  <p:tag name="KSO_WM_UNIT_VALUE" val="14"/>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l1-1"/>
  <p:tag name="KSO_WM_SLIDE_DIAGTYPE" val="l"/>
  <p:tag name="KSO_WM_SLIDE_ID" val="custom20236725_6"/>
  <p:tag name="KSO_WM_SLIDE_INDEX" val="6"/>
  <p:tag name="KSO_WM_SLIDE_ITEM_CNT" val="6"/>
  <p:tag name="KSO_WM_SLIDE_LAYOUT" val="a_l"/>
  <p:tag name="KSO_WM_SLIDE_LAYOUT_CNT" val="1_1"/>
  <p:tag name="KSO_WM_SLIDE_SUBTYPE" val="diag"/>
  <p:tag name="KSO_WM_SLIDE_THEME_ID" val="3329608"/>
  <p:tag name="KSO_WM_SLIDE_THEME_NAME" val="蓝色职场办公商务风主题"/>
  <p:tag name="KSO_WM_SLIDE_TYPE" val="contents"/>
  <p:tag name="KSO_WM_TAG_VERSION" val="3.0"/>
  <p:tag name="KSO_WM_TEMPLATE_CATEGORY" val="custom"/>
  <p:tag name="KSO_WM_TEMPLATE_COLOR_TYPE" val="0"/>
  <p:tag name="KSO_WM_TEMPLATE_INDEX" val="20236725"/>
  <p:tag name="KSO_WM_TEMPLATE_MASTER_TYPE" val="0"/>
  <p:tag name="KSO_WM_TEMPLATE_SUBCATEGORY" val="29"/>
</p:tagLst>
</file>

<file path=ppt/tags/tag110.xml><?xml version="1.0" encoding="utf-8"?>
<p:tagLst xmlns:a="http://schemas.openxmlformats.org/drawingml/2006/main" xmlns:r="http://schemas.openxmlformats.org/officeDocument/2006/relationships" xmlns:p="http://schemas.openxmlformats.org/presentationml/2006/main">
  <p:tag name="AS_UNIQUEID" val="2622"/>
  <p:tag name="KSO_WM_BEAUTIFY_FLAG" val="#wm#"/>
  <p:tag name="KSO_WM_UNIT_INDEX" val="1"/>
  <p:tag name="KSO_WM_UNIT_TYPE" val="d"/>
</p:tagLst>
</file>

<file path=ppt/tags/tag111.xml><?xml version="1.0" encoding="utf-8"?>
<p:tagLst xmlns:a="http://schemas.openxmlformats.org/drawingml/2006/main" xmlns:r="http://schemas.openxmlformats.org/officeDocument/2006/relationships" xmlns:p="http://schemas.openxmlformats.org/presentationml/2006/main">
  <p:tag name="AS_UNIQUEID" val="2623"/>
  <p:tag name="KSO_WM_BEAUTIFY_FLAG" val="#wm#"/>
  <p:tag name="KSO_WM_DIAGRAM_GROUP_CODE" val="l1-1"/>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6*a*1"/>
  <p:tag name="KSO_WM_UNIT_INDEX" val="1"/>
  <p:tag name="KSO_WM_UNIT_ISCONTENTSTITLE" val="1"/>
  <p:tag name="KSO_WM_UNIT_ISNUMDGMTITLE" val="0"/>
  <p:tag name="KSO_WM_UNIT_LAYERLEVEL" val="1"/>
  <p:tag name="KSO_WM_UNIT_NOCLEAR" val="0"/>
  <p:tag name="KSO_WM_UNIT_TYPE" val="a"/>
  <p:tag name="KSO_WM_UNIT_VALUE" val="2"/>
</p:tagLst>
</file>

<file path=ppt/tags/tag112.xml><?xml version="1.0" encoding="utf-8"?>
<p:tagLst xmlns:a="http://schemas.openxmlformats.org/drawingml/2006/main" xmlns:r="http://schemas.openxmlformats.org/officeDocument/2006/relationships" xmlns:p="http://schemas.openxmlformats.org/presentationml/2006/main">
  <p:tag name="AS_UNIQUEID" val="2624"/>
  <p:tag name="KSO_WM_BEAUTIFY_FLAG" val="#wm#"/>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EXT_CAN_REMOVE" val="n"/>
  <p:tag name="KSO_WM_DIAGRAM_COLOR_TRICK" val="1"/>
  <p:tag name="KSO_WM_DIAGRAM_GROUP_CODE" val="l1-1"/>
  <p:tag name="KSO_WM_DIAGRAM_MAX_ITEMCNT" val="6"/>
  <p:tag name="KSO_WM_DIAGRAM_MIN_ITEMCNT" val="2"/>
  <p:tag name="KSO_WM_DIAGRAM_VERSION" val="3"/>
  <p:tag name="KSO_WM_DIAGRAM_VIRTUALLY_FRAME" val="{&quot;height&quot;:292.06243896484375,&quot;width&quot;:835.1493530273438}"/>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6*l_h_i*1_1_1"/>
  <p:tag name="KSO_WM_UNIT_INDEX" val="1_1_1"/>
  <p:tag name="KSO_WM_UNIT_ISNUMDGMTITLE" val="0"/>
  <p:tag name="KSO_WM_UNIT_LAYERLEVEL" val="1_1_1"/>
  <p:tag name="KSO_WM_UNIT_NOCLEAR" val="0"/>
  <p:tag name="KSO_WM_UNIT_TYPE" val="l_h_i"/>
</p:tagLst>
</file>

<file path=ppt/tags/tag113.xml><?xml version="1.0" encoding="utf-8"?>
<p:tagLst xmlns:a="http://schemas.openxmlformats.org/drawingml/2006/main" xmlns:r="http://schemas.openxmlformats.org/officeDocument/2006/relationships" xmlns:p="http://schemas.openxmlformats.org/presentationml/2006/main">
  <p:tag name="AS_UNIQUEID" val="2625"/>
  <p:tag name="KSO_WM_BEAUTIFY_FLAG" val="#wm#"/>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EXT_CAN_REMOVE" val="n"/>
  <p:tag name="KSO_WM_DIAGRAM_COLOR_TRICK" val="1"/>
  <p:tag name="KSO_WM_DIAGRAM_GROUP_CODE" val="l1-1"/>
  <p:tag name="KSO_WM_DIAGRAM_MAX_ITEMCNT" val="6"/>
  <p:tag name="KSO_WM_DIAGRAM_MIN_ITEMCNT" val="2"/>
  <p:tag name="KSO_WM_DIAGRAM_VERSION" val="3"/>
  <p:tag name="KSO_WM_DIAGRAM_VIRTUALLY_FRAME" val="{&quot;height&quot;:292.06243896484375,&quot;width&quot;:835.1493530273438}"/>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6*l_h_i*1_2_1"/>
  <p:tag name="KSO_WM_UNIT_INDEX" val="1_2_1"/>
  <p:tag name="KSO_WM_UNIT_ISNUMDGMTITLE" val="0"/>
  <p:tag name="KSO_WM_UNIT_LAYERLEVEL" val="1_1_1"/>
  <p:tag name="KSO_WM_UNIT_NOCLEAR" val="0"/>
  <p:tag name="KSO_WM_UNIT_TYPE" val="l_h_i"/>
</p:tagLst>
</file>

<file path=ppt/tags/tag114.xml><?xml version="1.0" encoding="utf-8"?>
<p:tagLst xmlns:a="http://schemas.openxmlformats.org/drawingml/2006/main" xmlns:r="http://schemas.openxmlformats.org/officeDocument/2006/relationships" xmlns:p="http://schemas.openxmlformats.org/presentationml/2006/main">
  <p:tag name="AS_UNIQUEID" val="2626"/>
  <p:tag name="KSO_WM_BEAUTIFY_FLAG" val="#wm#"/>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EXT_CAN_REMOVE" val="n"/>
  <p:tag name="KSO_WM_DIAGRAM_COLOR_TRICK" val="1"/>
  <p:tag name="KSO_WM_DIAGRAM_GROUP_CODE" val="l1-1"/>
  <p:tag name="KSO_WM_DIAGRAM_MAX_ITEMCNT" val="6"/>
  <p:tag name="KSO_WM_DIAGRAM_MIN_ITEMCNT" val="2"/>
  <p:tag name="KSO_WM_DIAGRAM_VERSION" val="3"/>
  <p:tag name="KSO_WM_DIAGRAM_VIRTUALLY_FRAME" val="{&quot;height&quot;:292.06243896484375,&quot;width&quot;:835.1493530273438}"/>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6*l_h_i*1_1_2"/>
  <p:tag name="KSO_WM_UNIT_INDEX" val="1_1_2"/>
  <p:tag name="KSO_WM_UNIT_ISNUMDGMTITLE" val="0"/>
  <p:tag name="KSO_WM_UNIT_LAYERLEVEL" val="1_1_1"/>
  <p:tag name="KSO_WM_UNIT_NOCLEAR" val="0"/>
  <p:tag name="KSO_WM_UNIT_SUBTYPE" val="d"/>
  <p:tag name="KSO_WM_UNIT_TYPE" val="l_h_i"/>
</p:tagLst>
</file>

<file path=ppt/tags/tag115.xml><?xml version="1.0" encoding="utf-8"?>
<p:tagLst xmlns:a="http://schemas.openxmlformats.org/drawingml/2006/main" xmlns:r="http://schemas.openxmlformats.org/officeDocument/2006/relationships" xmlns:p="http://schemas.openxmlformats.org/presentationml/2006/main">
  <p:tag name="AS_UNIQUEID" val="2627"/>
  <p:tag name="KSO_WM_BEAUTIFY_FLAG" val="#wm#"/>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102544&quot;,&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EXT_CAN_REMOVE" val="n"/>
  <p:tag name="KSO_WM_DIAGRAM_COLOR_TRICK" val="1"/>
  <p:tag name="KSO_WM_DIAGRAM_GROUP_CODE" val="l1-1"/>
  <p:tag name="KSO_WM_DIAGRAM_MAX_ITEMCNT" val="6"/>
  <p:tag name="KSO_WM_DIAGRAM_MIN_ITEMCNT" val="2"/>
  <p:tag name="KSO_WM_DIAGRAM_VERSION" val="3"/>
  <p:tag name="KSO_WM_DIAGRAM_VIRTUALLY_FRAME" val="{&quot;height&quot;:292.06243896484375,&quot;width&quot;:835.1493530273438}"/>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6*l_h_f*1_1_1"/>
  <p:tag name="KSO_WM_UNIT_INDEX" val="1_1_1"/>
  <p:tag name="KSO_WM_UNIT_ISNUMDGMTITLE" val="0"/>
  <p:tag name="KSO_WM_UNIT_LAYERLEVEL" val="1_1_1"/>
  <p:tag name="KSO_WM_UNIT_NOCLEAR" val="0"/>
  <p:tag name="KSO_WM_UNIT_PRESET_TEXT" val="单击添加目录项标题"/>
  <p:tag name="KSO_WM_UNIT_SUBTYPE" val="a"/>
  <p:tag name="KSO_WM_UNIT_TEXT_TYPE" val="1"/>
  <p:tag name="KSO_WM_UNIT_TYPE" val="l_h_f"/>
  <p:tag name="KSO_WM_UNIT_VALUE" val="22"/>
</p:tagLst>
</file>

<file path=ppt/tags/tag116.xml><?xml version="1.0" encoding="utf-8"?>
<p:tagLst xmlns:a="http://schemas.openxmlformats.org/drawingml/2006/main" xmlns:r="http://schemas.openxmlformats.org/officeDocument/2006/relationships" xmlns:p="http://schemas.openxmlformats.org/presentationml/2006/main">
  <p:tag name="AS_UNIQUEID" val="2628"/>
  <p:tag name="KSO_WM_BEAUTIFY_FLAG" val="#wm#"/>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EXT_CAN_REMOVE" val="n"/>
  <p:tag name="KSO_WM_DIAGRAM_COLOR_TRICK" val="1"/>
  <p:tag name="KSO_WM_DIAGRAM_GROUP_CODE" val="l1-1"/>
  <p:tag name="KSO_WM_DIAGRAM_MAX_ITEMCNT" val="6"/>
  <p:tag name="KSO_WM_DIAGRAM_MIN_ITEMCNT" val="2"/>
  <p:tag name="KSO_WM_DIAGRAM_VERSION" val="3"/>
  <p:tag name="KSO_WM_DIAGRAM_VIRTUALLY_FRAME" val="{&quot;height&quot;:292.06243896484375,&quot;width&quot;:835.1493530273438}"/>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6*l_h_i*1_2_2"/>
  <p:tag name="KSO_WM_UNIT_INDEX" val="1_2_2"/>
  <p:tag name="KSO_WM_UNIT_ISNUMDGMTITLE" val="0"/>
  <p:tag name="KSO_WM_UNIT_LAYERLEVEL" val="1_1_1"/>
  <p:tag name="KSO_WM_UNIT_NOCLEAR" val="0"/>
  <p:tag name="KSO_WM_UNIT_SUBTYPE" val="d"/>
  <p:tag name="KSO_WM_UNIT_TYPE" val="l_h_i"/>
</p:tagLst>
</file>

<file path=ppt/tags/tag117.xml><?xml version="1.0" encoding="utf-8"?>
<p:tagLst xmlns:a="http://schemas.openxmlformats.org/drawingml/2006/main" xmlns:r="http://schemas.openxmlformats.org/officeDocument/2006/relationships" xmlns:p="http://schemas.openxmlformats.org/presentationml/2006/main">
  <p:tag name="AS_UNIQUEID" val="2629"/>
  <p:tag name="KSO_WM_BEAUTIFY_FLAG" val="#wm#"/>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102544&quot;,&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EXT_CAN_REMOVE" val="n"/>
  <p:tag name="KSO_WM_DIAGRAM_COLOR_TRICK" val="1"/>
  <p:tag name="KSO_WM_DIAGRAM_GROUP_CODE" val="l1-1"/>
  <p:tag name="KSO_WM_DIAGRAM_MAX_ITEMCNT" val="6"/>
  <p:tag name="KSO_WM_DIAGRAM_MIN_ITEMCNT" val="2"/>
  <p:tag name="KSO_WM_DIAGRAM_VERSION" val="3"/>
  <p:tag name="KSO_WM_DIAGRAM_VIRTUALLY_FRAME" val="{&quot;height&quot;:292.06243896484375,&quot;width&quot;:835.1493530273438}"/>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6*l_h_f*1_2_1"/>
  <p:tag name="KSO_WM_UNIT_INDEX" val="1_2_1"/>
  <p:tag name="KSO_WM_UNIT_ISNUMDGMTITLE" val="0"/>
  <p:tag name="KSO_WM_UNIT_LAYERLEVEL" val="1_1_1"/>
  <p:tag name="KSO_WM_UNIT_NOCLEAR" val="0"/>
  <p:tag name="KSO_WM_UNIT_PRESET_TEXT" val="单击添加目录项标题"/>
  <p:tag name="KSO_WM_UNIT_SUBTYPE" val="a"/>
  <p:tag name="KSO_WM_UNIT_TEXT_TYPE" val="1"/>
  <p:tag name="KSO_WM_UNIT_TYPE" val="l_h_f"/>
  <p:tag name="KSO_WM_UNIT_VALUE" val="22"/>
</p:tagLst>
</file>

<file path=ppt/tags/tag118.xml><?xml version="1.0" encoding="utf-8"?>
<p:tagLst xmlns:a="http://schemas.openxmlformats.org/drawingml/2006/main" xmlns:r="http://schemas.openxmlformats.org/officeDocument/2006/relationships" xmlns:p="http://schemas.openxmlformats.org/presentationml/2006/main">
  <p:tag name="AS_UNIQUEID" val="2630"/>
  <p:tag name="KSO_WM_BEAUTIFY_FLAG" val="#wm#"/>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EXT_CAN_REMOVE" val="n"/>
  <p:tag name="KSO_WM_DIAGRAM_COLOR_TRICK" val="1"/>
  <p:tag name="KSO_WM_DIAGRAM_GROUP_CODE" val="l1-1"/>
  <p:tag name="KSO_WM_DIAGRAM_MAX_ITEMCNT" val="6"/>
  <p:tag name="KSO_WM_DIAGRAM_MIN_ITEMCNT" val="2"/>
  <p:tag name="KSO_WM_DIAGRAM_VERSION" val="3"/>
  <p:tag name="KSO_WM_DIAGRAM_VIRTUALLY_FRAME" val="{&quot;height&quot;:292.06243896484375,&quot;width&quot;:835.1493530273438}"/>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6*l_h_i*1_3_1"/>
  <p:tag name="KSO_WM_UNIT_INDEX" val="1_3_1"/>
  <p:tag name="KSO_WM_UNIT_ISNUMDGMTITLE" val="0"/>
  <p:tag name="KSO_WM_UNIT_LAYERLEVEL" val="1_1_1"/>
  <p:tag name="KSO_WM_UNIT_NOCLEAR" val="0"/>
  <p:tag name="KSO_WM_UNIT_TYPE" val="l_h_i"/>
</p:tagLst>
</file>

<file path=ppt/tags/tag119.xml><?xml version="1.0" encoding="utf-8"?>
<p:tagLst xmlns:a="http://schemas.openxmlformats.org/drawingml/2006/main" xmlns:r="http://schemas.openxmlformats.org/officeDocument/2006/relationships" xmlns:p="http://schemas.openxmlformats.org/presentationml/2006/main">
  <p:tag name="AS_UNIQUEID" val="2631"/>
  <p:tag name="KSO_WM_BEAUTIFY_FLAG" val="#wm#"/>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EXT_CAN_REMOVE" val="n"/>
  <p:tag name="KSO_WM_DIAGRAM_COLOR_TRICK" val="1"/>
  <p:tag name="KSO_WM_DIAGRAM_GROUP_CODE" val="l1-1"/>
  <p:tag name="KSO_WM_DIAGRAM_MAX_ITEMCNT" val="6"/>
  <p:tag name="KSO_WM_DIAGRAM_MIN_ITEMCNT" val="2"/>
  <p:tag name="KSO_WM_DIAGRAM_VERSION" val="3"/>
  <p:tag name="KSO_WM_DIAGRAM_VIRTUALLY_FRAME" val="{&quot;height&quot;:292.06243896484375,&quot;width&quot;:835.1493530273438}"/>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6*l_h_i*1_3_2"/>
  <p:tag name="KSO_WM_UNIT_INDEX" val="1_3_2"/>
  <p:tag name="KSO_WM_UNIT_ISNUMDGMTITLE" val="0"/>
  <p:tag name="KSO_WM_UNIT_LAYERLEVEL" val="1_1_1"/>
  <p:tag name="KSO_WM_UNIT_NOCLEAR" val="0"/>
  <p:tag name="KSO_WM_UNIT_SUBTYPE" val="d"/>
  <p:tag name="KSO_WM_UNIT_TYPE" val="l_h_i"/>
</p:tagLst>
</file>

<file path=ppt/tags/tag120.xml><?xml version="1.0" encoding="utf-8"?>
<p:tagLst xmlns:a="http://schemas.openxmlformats.org/drawingml/2006/main" xmlns:r="http://schemas.openxmlformats.org/officeDocument/2006/relationships" xmlns:p="http://schemas.openxmlformats.org/presentationml/2006/main">
  <p:tag name="AS_UNIQUEID" val="2632"/>
  <p:tag name="KSO_WM_BEAUTIFY_FLAG" val="#wm#"/>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102544&quot;,&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EXT_CAN_REMOVE" val="n"/>
  <p:tag name="KSO_WM_DIAGRAM_COLOR_TRICK" val="1"/>
  <p:tag name="KSO_WM_DIAGRAM_GROUP_CODE" val="l1-1"/>
  <p:tag name="KSO_WM_DIAGRAM_MAX_ITEMCNT" val="6"/>
  <p:tag name="KSO_WM_DIAGRAM_MIN_ITEMCNT" val="2"/>
  <p:tag name="KSO_WM_DIAGRAM_VERSION" val="3"/>
  <p:tag name="KSO_WM_DIAGRAM_VIRTUALLY_FRAME" val="{&quot;height&quot;:292.06243896484375,&quot;width&quot;:835.1493530273438}"/>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6*l_h_f*1_3_1"/>
  <p:tag name="KSO_WM_UNIT_INDEX" val="1_3_1"/>
  <p:tag name="KSO_WM_UNIT_ISNUMDGMTITLE" val="0"/>
  <p:tag name="KSO_WM_UNIT_LAYERLEVEL" val="1_1_1"/>
  <p:tag name="KSO_WM_UNIT_NOCLEAR" val="0"/>
  <p:tag name="KSO_WM_UNIT_PRESET_TEXT" val="单击添加目录项标题"/>
  <p:tag name="KSO_WM_UNIT_SUBTYPE" val="a"/>
  <p:tag name="KSO_WM_UNIT_TEXT_TYPE" val="1"/>
  <p:tag name="KSO_WM_UNIT_TYPE" val="l_h_f"/>
  <p:tag name="KSO_WM_UNIT_VALUE" val="22"/>
</p:tagLst>
</file>

<file path=ppt/tags/tag121.xml><?xml version="1.0" encoding="utf-8"?>
<p:tagLst xmlns:a="http://schemas.openxmlformats.org/drawingml/2006/main" xmlns:r="http://schemas.openxmlformats.org/officeDocument/2006/relationships" xmlns:p="http://schemas.openxmlformats.org/presentationml/2006/main">
  <p:tag name="AS_UNIQUEID" val="2633"/>
  <p:tag name="KSO_WM_BEAUTIFY_FLAG" val="#wm#"/>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EXT_CAN_REMOVE" val="n"/>
  <p:tag name="KSO_WM_DIAGRAM_COLOR_TRICK" val="1"/>
  <p:tag name="KSO_WM_DIAGRAM_GROUP_CODE" val="l1-1"/>
  <p:tag name="KSO_WM_DIAGRAM_MAX_ITEMCNT" val="6"/>
  <p:tag name="KSO_WM_DIAGRAM_MIN_ITEMCNT" val="2"/>
  <p:tag name="KSO_WM_DIAGRAM_VERSION" val="3"/>
  <p:tag name="KSO_WM_DIAGRAM_VIRTUALLY_FRAME" val="{&quot;height&quot;:292.06243896484375,&quot;width&quot;:835.1493530273438}"/>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6*l_h_i*1_4_1"/>
  <p:tag name="KSO_WM_UNIT_INDEX" val="1_4_1"/>
  <p:tag name="KSO_WM_UNIT_ISNUMDGMTITLE" val="0"/>
  <p:tag name="KSO_WM_UNIT_LAYERLEVEL" val="1_1_1"/>
  <p:tag name="KSO_WM_UNIT_NOCLEAR" val="0"/>
  <p:tag name="KSO_WM_UNIT_TYPE" val="l_h_i"/>
</p:tagLst>
</file>

<file path=ppt/tags/tag122.xml><?xml version="1.0" encoding="utf-8"?>
<p:tagLst xmlns:a="http://schemas.openxmlformats.org/drawingml/2006/main" xmlns:r="http://schemas.openxmlformats.org/officeDocument/2006/relationships" xmlns:p="http://schemas.openxmlformats.org/presentationml/2006/main">
  <p:tag name="AS_UNIQUEID" val="2634"/>
  <p:tag name="KSO_WM_BEAUTIFY_FLAG" val="#wm#"/>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EXT_CAN_REMOVE" val="n"/>
  <p:tag name="KSO_WM_DIAGRAM_COLOR_TRICK" val="1"/>
  <p:tag name="KSO_WM_DIAGRAM_GROUP_CODE" val="l1-1"/>
  <p:tag name="KSO_WM_DIAGRAM_MAX_ITEMCNT" val="6"/>
  <p:tag name="KSO_WM_DIAGRAM_MIN_ITEMCNT" val="2"/>
  <p:tag name="KSO_WM_DIAGRAM_VERSION" val="3"/>
  <p:tag name="KSO_WM_DIAGRAM_VIRTUALLY_FRAME" val="{&quot;height&quot;:292.06243896484375,&quot;width&quot;:835.1493530273438}"/>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6*l_h_i*1_5_1"/>
  <p:tag name="KSO_WM_UNIT_INDEX" val="1_5_1"/>
  <p:tag name="KSO_WM_UNIT_ISNUMDGMTITLE" val="0"/>
  <p:tag name="KSO_WM_UNIT_LAYERLEVEL" val="1_1_1"/>
  <p:tag name="KSO_WM_UNIT_NOCLEAR" val="0"/>
  <p:tag name="KSO_WM_UNIT_TYPE" val="l_h_i"/>
</p:tagLst>
</file>

<file path=ppt/tags/tag123.xml><?xml version="1.0" encoding="utf-8"?>
<p:tagLst xmlns:a="http://schemas.openxmlformats.org/drawingml/2006/main" xmlns:r="http://schemas.openxmlformats.org/officeDocument/2006/relationships" xmlns:p="http://schemas.openxmlformats.org/presentationml/2006/main">
  <p:tag name="AS_UNIQUEID" val="2635"/>
  <p:tag name="KSO_WM_BEAUTIFY_FLAG" val="#wm#"/>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EXT_CAN_REMOVE" val="n"/>
  <p:tag name="KSO_WM_DIAGRAM_COLOR_TRICK" val="1"/>
  <p:tag name="KSO_WM_DIAGRAM_GROUP_CODE" val="l1-1"/>
  <p:tag name="KSO_WM_DIAGRAM_MAX_ITEMCNT" val="6"/>
  <p:tag name="KSO_WM_DIAGRAM_MIN_ITEMCNT" val="2"/>
  <p:tag name="KSO_WM_DIAGRAM_VERSION" val="3"/>
  <p:tag name="KSO_WM_DIAGRAM_VIRTUALLY_FRAME" val="{&quot;height&quot;:292.06243896484375,&quot;width&quot;:835.1493530273438}"/>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6*l_h_i*1_4_2"/>
  <p:tag name="KSO_WM_UNIT_INDEX" val="1_4_2"/>
  <p:tag name="KSO_WM_UNIT_ISNUMDGMTITLE" val="0"/>
  <p:tag name="KSO_WM_UNIT_LAYERLEVEL" val="1_1_1"/>
  <p:tag name="KSO_WM_UNIT_NOCLEAR" val="0"/>
  <p:tag name="KSO_WM_UNIT_SUBTYPE" val="d"/>
  <p:tag name="KSO_WM_UNIT_TYPE" val="l_h_i"/>
</p:tagLst>
</file>

<file path=ppt/tags/tag124.xml><?xml version="1.0" encoding="utf-8"?>
<p:tagLst xmlns:a="http://schemas.openxmlformats.org/drawingml/2006/main" xmlns:r="http://schemas.openxmlformats.org/officeDocument/2006/relationships" xmlns:p="http://schemas.openxmlformats.org/presentationml/2006/main">
  <p:tag name="AS_UNIQUEID" val="2636"/>
  <p:tag name="KSO_WM_BEAUTIFY_FLAG" val="#wm#"/>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102544&quot;,&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EXT_CAN_REMOVE" val="n"/>
  <p:tag name="KSO_WM_DIAGRAM_COLOR_TRICK" val="1"/>
  <p:tag name="KSO_WM_DIAGRAM_GROUP_CODE" val="l1-1"/>
  <p:tag name="KSO_WM_DIAGRAM_MAX_ITEMCNT" val="6"/>
  <p:tag name="KSO_WM_DIAGRAM_MIN_ITEMCNT" val="2"/>
  <p:tag name="KSO_WM_DIAGRAM_VERSION" val="3"/>
  <p:tag name="KSO_WM_DIAGRAM_VIRTUALLY_FRAME" val="{&quot;height&quot;:292.06243896484375,&quot;width&quot;:835.1493530273438}"/>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6*l_h_f*1_4_1"/>
  <p:tag name="KSO_WM_UNIT_INDEX" val="1_4_1"/>
  <p:tag name="KSO_WM_UNIT_ISNUMDGMTITLE" val="0"/>
  <p:tag name="KSO_WM_UNIT_LAYERLEVEL" val="1_1_1"/>
  <p:tag name="KSO_WM_UNIT_NOCLEAR" val="0"/>
  <p:tag name="KSO_WM_UNIT_PRESET_TEXT" val="单击添加目录项标题"/>
  <p:tag name="KSO_WM_UNIT_SUBTYPE" val="a"/>
  <p:tag name="KSO_WM_UNIT_TEXT_TYPE" val="1"/>
  <p:tag name="KSO_WM_UNIT_TYPE" val="l_h_f"/>
  <p:tag name="KSO_WM_UNIT_VALUE" val="22"/>
</p:tagLst>
</file>

<file path=ppt/tags/tag125.xml><?xml version="1.0" encoding="utf-8"?>
<p:tagLst xmlns:a="http://schemas.openxmlformats.org/drawingml/2006/main" xmlns:r="http://schemas.openxmlformats.org/officeDocument/2006/relationships" xmlns:p="http://schemas.openxmlformats.org/presentationml/2006/main">
  <p:tag name="AS_UNIQUEID" val="2637"/>
  <p:tag name="KSO_WM_BEAUTIFY_FLAG" val="#wm#"/>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EXT_CAN_REMOVE" val="n"/>
  <p:tag name="KSO_WM_DIAGRAM_COLOR_TRICK" val="1"/>
  <p:tag name="KSO_WM_DIAGRAM_GROUP_CODE" val="l1-1"/>
  <p:tag name="KSO_WM_DIAGRAM_MAX_ITEMCNT" val="6"/>
  <p:tag name="KSO_WM_DIAGRAM_MIN_ITEMCNT" val="2"/>
  <p:tag name="KSO_WM_DIAGRAM_VERSION" val="3"/>
  <p:tag name="KSO_WM_DIAGRAM_VIRTUALLY_FRAME" val="{&quot;height&quot;:292.06243896484375,&quot;width&quot;:835.1493530273438}"/>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6*l_h_i*1_5_2"/>
  <p:tag name="KSO_WM_UNIT_INDEX" val="1_5_2"/>
  <p:tag name="KSO_WM_UNIT_ISNUMDGMTITLE" val="0"/>
  <p:tag name="KSO_WM_UNIT_LAYERLEVEL" val="1_1_1"/>
  <p:tag name="KSO_WM_UNIT_NOCLEAR" val="0"/>
  <p:tag name="KSO_WM_UNIT_SUBTYPE" val="d"/>
  <p:tag name="KSO_WM_UNIT_TYPE" val="l_h_i"/>
</p:tagLst>
</file>

<file path=ppt/tags/tag126.xml><?xml version="1.0" encoding="utf-8"?>
<p:tagLst xmlns:a="http://schemas.openxmlformats.org/drawingml/2006/main" xmlns:r="http://schemas.openxmlformats.org/officeDocument/2006/relationships" xmlns:p="http://schemas.openxmlformats.org/presentationml/2006/main">
  <p:tag name="AS_UNIQUEID" val="2638"/>
  <p:tag name="KSO_WM_BEAUTIFY_FLAG" val="#wm#"/>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102544&quot;,&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EXT_CAN_REMOVE" val="n"/>
  <p:tag name="KSO_WM_DIAGRAM_COLOR_TRICK" val="1"/>
  <p:tag name="KSO_WM_DIAGRAM_GROUP_CODE" val="l1-1"/>
  <p:tag name="KSO_WM_DIAGRAM_MAX_ITEMCNT" val="6"/>
  <p:tag name="KSO_WM_DIAGRAM_MIN_ITEMCNT" val="2"/>
  <p:tag name="KSO_WM_DIAGRAM_VERSION" val="3"/>
  <p:tag name="KSO_WM_DIAGRAM_VIRTUALLY_FRAME" val="{&quot;height&quot;:292.06243896484375,&quot;width&quot;:835.1493530273438}"/>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6*l_h_f*1_5_1"/>
  <p:tag name="KSO_WM_UNIT_INDEX" val="1_5_1"/>
  <p:tag name="KSO_WM_UNIT_ISNUMDGMTITLE" val="0"/>
  <p:tag name="KSO_WM_UNIT_LAYERLEVEL" val="1_1_1"/>
  <p:tag name="KSO_WM_UNIT_NOCLEAR" val="0"/>
  <p:tag name="KSO_WM_UNIT_PRESET_TEXT" val="单击添加目录项标题"/>
  <p:tag name="KSO_WM_UNIT_SUBTYPE" val="a"/>
  <p:tag name="KSO_WM_UNIT_TEXT_TYPE" val="1"/>
  <p:tag name="KSO_WM_UNIT_TYPE" val="l_h_f"/>
  <p:tag name="KSO_WM_UNIT_VALUE" val="22"/>
</p:tagLst>
</file>

<file path=ppt/tags/tag127.xml><?xml version="1.0" encoding="utf-8"?>
<p:tagLst xmlns:a="http://schemas.openxmlformats.org/drawingml/2006/main" xmlns:r="http://schemas.openxmlformats.org/officeDocument/2006/relationships" xmlns:p="http://schemas.openxmlformats.org/presentationml/2006/main">
  <p:tag name="AS_UNIQUEID" val="2639"/>
  <p:tag name="KSO_WM_BEAUTIFY_FLAG" val="#wm#"/>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EXT_CAN_REMOVE" val="n"/>
  <p:tag name="KSO_WM_DIAGRAM_COLOR_TRICK" val="1"/>
  <p:tag name="KSO_WM_DIAGRAM_GROUP_CODE" val="l1-1"/>
  <p:tag name="KSO_WM_DIAGRAM_MAX_ITEMCNT" val="6"/>
  <p:tag name="KSO_WM_DIAGRAM_MIN_ITEMCNT" val="2"/>
  <p:tag name="KSO_WM_DIAGRAM_VERSION" val="3"/>
  <p:tag name="KSO_WM_DIAGRAM_VIRTUALLY_FRAME" val="{&quot;height&quot;:292.06243896484375,&quot;width&quot;:835.1493530273438}"/>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6*l_h_i*1_6_1"/>
  <p:tag name="KSO_WM_UNIT_INDEX" val="1_6_1"/>
  <p:tag name="KSO_WM_UNIT_ISNUMDGMTITLE" val="0"/>
  <p:tag name="KSO_WM_UNIT_LAYERLEVEL" val="1_1_1"/>
  <p:tag name="KSO_WM_UNIT_NOCLEAR" val="0"/>
  <p:tag name="KSO_WM_UNIT_TYPE" val="l_h_i"/>
</p:tagLst>
</file>

<file path=ppt/tags/tag128.xml><?xml version="1.0" encoding="utf-8"?>
<p:tagLst xmlns:a="http://schemas.openxmlformats.org/drawingml/2006/main" xmlns:r="http://schemas.openxmlformats.org/officeDocument/2006/relationships" xmlns:p="http://schemas.openxmlformats.org/presentationml/2006/main">
  <p:tag name="AS_UNIQUEID" val="2640"/>
  <p:tag name="KSO_WM_BEAUTIFY_FLAG" val="#wm#"/>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EXT_CAN_REMOVE" val="n"/>
  <p:tag name="KSO_WM_DIAGRAM_COLOR_TRICK" val="1"/>
  <p:tag name="KSO_WM_DIAGRAM_GROUP_CODE" val="l1-1"/>
  <p:tag name="KSO_WM_DIAGRAM_MAX_ITEMCNT" val="6"/>
  <p:tag name="KSO_WM_DIAGRAM_MIN_ITEMCNT" val="2"/>
  <p:tag name="KSO_WM_DIAGRAM_VERSION" val="3"/>
  <p:tag name="KSO_WM_DIAGRAM_VIRTUALLY_FRAME" val="{&quot;height&quot;:292.06243896484375,&quot;width&quot;:835.1493530273438}"/>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6*l_h_i*1_6_2"/>
  <p:tag name="KSO_WM_UNIT_INDEX" val="1_6_2"/>
  <p:tag name="KSO_WM_UNIT_ISNUMDGMTITLE" val="0"/>
  <p:tag name="KSO_WM_UNIT_LAYERLEVEL" val="1_1_1"/>
  <p:tag name="KSO_WM_UNIT_NOCLEAR" val="0"/>
  <p:tag name="KSO_WM_UNIT_SUBTYPE" val="d"/>
  <p:tag name="KSO_WM_UNIT_TYPE" val="l_h_i"/>
</p:tagLst>
</file>

<file path=ppt/tags/tag129.xml><?xml version="1.0" encoding="utf-8"?>
<p:tagLst xmlns:a="http://schemas.openxmlformats.org/drawingml/2006/main" xmlns:r="http://schemas.openxmlformats.org/officeDocument/2006/relationships" xmlns:p="http://schemas.openxmlformats.org/presentationml/2006/main">
  <p:tag name="AS_UNIQUEID" val="2641"/>
  <p:tag name="KSO_WM_BEAUTIFY_FLAG" val="#wm#"/>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102544&quot;,&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EXT_CAN_REMOVE" val="n"/>
  <p:tag name="KSO_WM_DIAGRAM_COLOR_TRICK" val="1"/>
  <p:tag name="KSO_WM_DIAGRAM_GROUP_CODE" val="l1-1"/>
  <p:tag name="KSO_WM_DIAGRAM_MAX_ITEMCNT" val="6"/>
  <p:tag name="KSO_WM_DIAGRAM_MIN_ITEMCNT" val="2"/>
  <p:tag name="KSO_WM_DIAGRAM_VERSION" val="3"/>
  <p:tag name="KSO_WM_DIAGRAM_VIRTUALLY_FRAME" val="{&quot;height&quot;:292.06243896484375,&quot;width&quot;:835.1493530273438}"/>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6*l_h_f*1_6_1"/>
  <p:tag name="KSO_WM_UNIT_INDEX" val="1_6_1"/>
  <p:tag name="KSO_WM_UNIT_ISNUMDGMTITLE" val="0"/>
  <p:tag name="KSO_WM_UNIT_LAYERLEVEL" val="1_1_1"/>
  <p:tag name="KSO_WM_UNIT_NOCLEAR" val="0"/>
  <p:tag name="KSO_WM_UNIT_PRESET_TEXT" val="单击添加目录项标题"/>
  <p:tag name="KSO_WM_UNIT_SUBTYPE" val="a"/>
  <p:tag name="KSO_WM_UNIT_TEXT_TYPE" val="1"/>
  <p:tag name="KSO_WM_UNIT_TYPE" val="l_h_f"/>
  <p:tag name="KSO_WM_UNIT_VALUE" val="22"/>
</p:tagLst>
</file>

<file path=ppt/tags/tag130.xml><?xml version="1.0" encoding="utf-8"?>
<p:tagLst xmlns:a="http://schemas.openxmlformats.org/drawingml/2006/main" xmlns:r="http://schemas.openxmlformats.org/officeDocument/2006/relationships" xmlns:p="http://schemas.openxmlformats.org/presentationml/2006/main">
  <p:tag name="AS_UNIQUEID" val="2642"/>
  <p:tag name="KSO_WM_BEAUTIFY_FLAG" val="#wm#"/>
  <p:tag name="KSO_WM_DIAGRAM_GROUP_CODE" val="l1-1"/>
  <p:tag name="KSO_WM_TAG_VERSION" val="3.0"/>
  <p:tag name="KSO_WM_TEMPLATE_CATEGORY" val="custom"/>
  <p:tag name="KSO_WM_TEMPLATE_INDEX" val="20236725"/>
  <p:tag name="KSO_WM_UNIT_COMPATIBLE" val="0"/>
  <p:tag name="KSO_WM_UNIT_DIAGRAM_ISNUMVISUAL" val="0"/>
  <p:tag name="KSO_WM_UNIT_DIAGRAM_ISREFERUNIT" val="0"/>
  <p:tag name="KSO_WM_UNIT_HIGHLIGHT" val="0"/>
  <p:tag name="KSO_WM_UNIT_ID" val="custom20236725_6*i*1"/>
  <p:tag name="KSO_WM_UNIT_INDEX" val="1"/>
  <p:tag name="KSO_WM_UNIT_ISNUMDGMTITLE" val="0"/>
  <p:tag name="KSO_WM_UNIT_LAYERLEVEL" val="1"/>
  <p:tag name="KSO_WM_UNIT_NOCLEAR" val="0"/>
  <p:tag name="KSO_WM_UNIT_TYPE" val="i"/>
</p:tagLst>
</file>

<file path=ppt/tags/tag131.xml><?xml version="1.0" encoding="utf-8"?>
<p:tagLst xmlns:a="http://schemas.openxmlformats.org/drawingml/2006/main" xmlns:r="http://schemas.openxmlformats.org/officeDocument/2006/relationships" xmlns:p="http://schemas.openxmlformats.org/presentationml/2006/main">
  <p:tag name="AS_UNIQUEID" val="2618"/>
</p:tagLst>
</file>

<file path=ppt/tags/tag132.xml><?xml version="1.0" encoding="utf-8"?>
<p:tagLst xmlns:a="http://schemas.openxmlformats.org/drawingml/2006/main" xmlns:r="http://schemas.openxmlformats.org/officeDocument/2006/relationships" xmlns:p="http://schemas.openxmlformats.org/presentationml/2006/main">
  <p:tag name="AS_UNIQUEID" val="2619"/>
</p:tagLst>
</file>

<file path=ppt/tags/tag133.xml><?xml version="1.0" encoding="utf-8"?>
<p:tagLst xmlns:a="http://schemas.openxmlformats.org/drawingml/2006/main" xmlns:r="http://schemas.openxmlformats.org/officeDocument/2006/relationships" xmlns:p="http://schemas.openxmlformats.org/presentationml/2006/main">
  <p:tag name="AS_UNIQUEID" val="2620"/>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36725_8"/>
  <p:tag name="KSO_WM_SLIDE_INDEX" val="8"/>
  <p:tag name="KSO_WM_SLIDE_ITEM_CNT" val="0"/>
  <p:tag name="KSO_WM_SLIDE_LAYOUT" val="a_f"/>
  <p:tag name="KSO_WM_SLIDE_LAYOUT_CNT" val="1_1"/>
  <p:tag name="KSO_WM_SLIDE_POSITION" val="54*28"/>
  <p:tag name="KSO_WM_SLIDE_SIZE" val="850*457"/>
  <p:tag name="KSO_WM_SLIDE_SUBTYPE" val="pureTxt"/>
  <p:tag name="KSO_WM_SLIDE_TYPE" val="text"/>
  <p:tag name="KSO_WM_TAG_VERSION" val="3.0"/>
  <p:tag name="KSO_WM_TEMPLATE_CATEGORY" val="custom"/>
  <p:tag name="KSO_WM_TEMPLATE_COLOR_TYPE" val="0"/>
  <p:tag name="KSO_WM_TEMPLATE_INDEX" val="20236725"/>
  <p:tag name="KSO_WM_TEMPLATE_MASTER_TYPE" val="0"/>
  <p:tag name="KSO_WM_TEMPLATE_SUBCATEGORY" val="29"/>
</p:tagLst>
</file>

<file path=ppt/tags/tag135.xml><?xml version="1.0" encoding="utf-8"?>
<p:tagLst xmlns:a="http://schemas.openxmlformats.org/drawingml/2006/main" xmlns:r="http://schemas.openxmlformats.org/officeDocument/2006/relationships" xmlns:p="http://schemas.openxmlformats.org/presentationml/2006/main">
  <p:tag name="AS_UNIQUEID" val="2648"/>
</p:tagLst>
</file>

<file path=ppt/tags/tag136.xml><?xml version="1.0" encoding="utf-8"?>
<p:tagLst xmlns:a="http://schemas.openxmlformats.org/drawingml/2006/main" xmlns:r="http://schemas.openxmlformats.org/officeDocument/2006/relationships" xmlns:p="http://schemas.openxmlformats.org/presentationml/2006/main">
  <p:tag name="AS_UNIQUEID" val="2651"/>
  <p:tag name="KSO_WM_BEAUTIFY_FLAG" val="#wm#"/>
  <p:tag name="KSO_WM_UNIT_INDEX" val="2"/>
  <p:tag name="KSO_WM_UNIT_TYPE" val="d"/>
</p:tagLst>
</file>

<file path=ppt/tags/tag137.xml><?xml version="1.0" encoding="utf-8"?>
<p:tagLst xmlns:a="http://schemas.openxmlformats.org/drawingml/2006/main" xmlns:r="http://schemas.openxmlformats.org/officeDocument/2006/relationships" xmlns:p="http://schemas.openxmlformats.org/presentationml/2006/main">
  <p:tag name="AS_UNIQUEID" val="2652"/>
  <p:tag name="KSO_WM_BEAUTIFY_FLAG" val="#wm#"/>
  <p:tag name="KSO_WM_UNIT_INDEX" val="3"/>
  <p:tag name="KSO_WM_UNIT_TYPE" val="d"/>
</p:tagLst>
</file>

<file path=ppt/tags/tag138.xml><?xml version="1.0" encoding="utf-8"?>
<p:tagLst xmlns:a="http://schemas.openxmlformats.org/drawingml/2006/main" xmlns:r="http://schemas.openxmlformats.org/officeDocument/2006/relationships" xmlns:p="http://schemas.openxmlformats.org/presentationml/2006/main">
  <p:tag name="AS_UNIQUEID" val="2653"/>
  <p:tag name="KSO_WM_UNIT_SUBTYPE" val="a"/>
  <p:tag name="KSO_WM_UNIT_TEXT_SUBTYPE" val="a"/>
</p:tagLst>
</file>

<file path=ppt/tags/tag139.xml><?xml version="1.0" encoding="utf-8"?>
<p:tagLst xmlns:a="http://schemas.openxmlformats.org/drawingml/2006/main" xmlns:r="http://schemas.openxmlformats.org/officeDocument/2006/relationships" xmlns:p="http://schemas.openxmlformats.org/presentationml/2006/main">
  <p:tag name="AS_UNIQUEID" val="2649"/>
</p:tagLst>
</file>

<file path=ppt/tags/tag140.xml><?xml version="1.0" encoding="utf-8"?>
<p:tagLst xmlns:a="http://schemas.openxmlformats.org/drawingml/2006/main" xmlns:r="http://schemas.openxmlformats.org/officeDocument/2006/relationships" xmlns:p="http://schemas.openxmlformats.org/presentationml/2006/main">
  <p:tag name="AS_UNIQUEID" val="2650"/>
  <p:tag name="KSO_WM_BEAUTIFY_FLAG" val="#wm#"/>
  <p:tag name="KSO_WM_UNIT_INDEX" val="1"/>
  <p:tag name="KSO_WM_UNIT_SUBTYPE" val="a"/>
  <p:tag name="KSO_WM_UNIT_TEXT_SUBTYPE" val="a"/>
  <p:tag name="KSO_WM_UNIT_TYPE" val="a"/>
</p:tagLst>
</file>

<file path=ppt/tags/tag141.xml><?xml version="1.0" encoding="utf-8"?>
<p:tagLst xmlns:a="http://schemas.openxmlformats.org/drawingml/2006/main" xmlns:r="http://schemas.openxmlformats.org/officeDocument/2006/relationships" xmlns:p="http://schemas.openxmlformats.org/presentationml/2006/main">
  <p:tag name="AS_UNIQUEID" val="2644"/>
</p:tagLst>
</file>

<file path=ppt/tags/tag142.xml><?xml version="1.0" encoding="utf-8"?>
<p:tagLst xmlns:a="http://schemas.openxmlformats.org/drawingml/2006/main" xmlns:r="http://schemas.openxmlformats.org/officeDocument/2006/relationships" xmlns:p="http://schemas.openxmlformats.org/presentationml/2006/main">
  <p:tag name="AS_UNIQUEID" val="2645"/>
</p:tagLst>
</file>

<file path=ppt/tags/tag143.xml><?xml version="1.0" encoding="utf-8"?>
<p:tagLst xmlns:a="http://schemas.openxmlformats.org/drawingml/2006/main" xmlns:r="http://schemas.openxmlformats.org/officeDocument/2006/relationships" xmlns:p="http://schemas.openxmlformats.org/presentationml/2006/main">
  <p:tag name="AS_UNIQUEID" val="2646"/>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6725"/>
</p:tagLst>
</file>

<file path=ppt/tags/tag145.xml><?xml version="1.0" encoding="utf-8"?>
<p:tagLst xmlns:a="http://schemas.openxmlformats.org/drawingml/2006/main" xmlns:r="http://schemas.openxmlformats.org/officeDocument/2006/relationships" xmlns:p="http://schemas.openxmlformats.org/presentationml/2006/main">
  <p:tag name="AS_UNIQUEID" val="2655"/>
</p:tagLst>
</file>

<file path=ppt/tags/tag146.xml><?xml version="1.0" encoding="utf-8"?>
<p:tagLst xmlns:a="http://schemas.openxmlformats.org/drawingml/2006/main" xmlns:r="http://schemas.openxmlformats.org/officeDocument/2006/relationships" xmlns:p="http://schemas.openxmlformats.org/presentationml/2006/main">
  <p:tag name="AS_UNIQUEID" val="2658"/>
  <p:tag name="KSO_WM_BEAUTIFY_FLAG" val="#wm#"/>
  <p:tag name="KSO_WM_UNIT_INDEX" val="2"/>
  <p:tag name="KSO_WM_UNIT_TYPE" val="d"/>
</p:tagLst>
</file>

<file path=ppt/tags/tag147.xml><?xml version="1.0" encoding="utf-8"?>
<p:tagLst xmlns:a="http://schemas.openxmlformats.org/drawingml/2006/main" xmlns:r="http://schemas.openxmlformats.org/officeDocument/2006/relationships" xmlns:p="http://schemas.openxmlformats.org/presentationml/2006/main">
  <p:tag name="AS_UNIQUEID" val="1231"/>
</p:tagLst>
</file>

<file path=ppt/tags/tag148.xml><?xml version="1.0" encoding="utf-8"?>
<p:tagLst xmlns:a="http://schemas.openxmlformats.org/drawingml/2006/main" xmlns:r="http://schemas.openxmlformats.org/officeDocument/2006/relationships" xmlns:p="http://schemas.openxmlformats.org/presentationml/2006/main">
  <p:tag name="AS_UNIQUEID" val="1234"/>
</p:tagLst>
</file>

<file path=ppt/tags/tag149.xml><?xml version="1.0" encoding="utf-8"?>
<p:tagLst xmlns:a="http://schemas.openxmlformats.org/drawingml/2006/main" xmlns:r="http://schemas.openxmlformats.org/officeDocument/2006/relationships" xmlns:p="http://schemas.openxmlformats.org/presentationml/2006/main">
  <p:tag name="AS_UNIQUEID" val="1232"/>
</p:tagLst>
</file>

<file path=ppt/tags/tag150.xml><?xml version="1.0" encoding="utf-8"?>
<p:tagLst xmlns:a="http://schemas.openxmlformats.org/drawingml/2006/main" xmlns:r="http://schemas.openxmlformats.org/officeDocument/2006/relationships" xmlns:p="http://schemas.openxmlformats.org/presentationml/2006/main">
  <p:tag name="AS_UNIQUEID" val="1235"/>
</p:tagLst>
</file>

<file path=ppt/tags/tag151.xml><?xml version="1.0" encoding="utf-8"?>
<p:tagLst xmlns:a="http://schemas.openxmlformats.org/drawingml/2006/main" xmlns:r="http://schemas.openxmlformats.org/officeDocument/2006/relationships" xmlns:p="http://schemas.openxmlformats.org/presentationml/2006/main">
  <p:tag name="AS_UNIQUEID" val="2241"/>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AS_UNIQUEID" val="2659"/>
  <p:tag name="KSO_WM_BEAUTIFY_FLAG" val="#wm#"/>
  <p:tag name="KSO_WM_UNIT_INDEX" val="1"/>
  <p:tag name="KSO_WM_UNIT_TYPE" val="d"/>
</p:tagLst>
</file>

<file path=ppt/tags/tag153.xml><?xml version="1.0" encoding="utf-8"?>
<p:tagLst xmlns:a="http://schemas.openxmlformats.org/drawingml/2006/main" xmlns:r="http://schemas.openxmlformats.org/officeDocument/2006/relationships" xmlns:p="http://schemas.openxmlformats.org/presentationml/2006/main">
  <p:tag name="AS_UNIQUEID" val="2660"/>
  <p:tag name="KSO_WM_BEAUTIFY_FLAG" val="#wm#"/>
  <p:tag name="KSO_WM_UNIT_INDEX" val="2"/>
  <p:tag name="KSO_WM_UNIT_TYPE" val="d"/>
</p:tagLst>
</file>

<file path=ppt/tags/tag154.xml><?xml version="1.0" encoding="utf-8"?>
<p:tagLst xmlns:a="http://schemas.openxmlformats.org/drawingml/2006/main" xmlns:r="http://schemas.openxmlformats.org/officeDocument/2006/relationships" xmlns:p="http://schemas.openxmlformats.org/presentationml/2006/main">
  <p:tag name="AS_UNIQUEID" val="2656"/>
</p:tagLst>
</file>

<file path=ppt/tags/tag155.xml><?xml version="1.0" encoding="utf-8"?>
<p:tagLst xmlns:a="http://schemas.openxmlformats.org/drawingml/2006/main" xmlns:r="http://schemas.openxmlformats.org/officeDocument/2006/relationships" xmlns:p="http://schemas.openxmlformats.org/presentationml/2006/main">
  <p:tag name="AS_UNIQUEID" val="2657"/>
  <p:tag name="KSO_WM_BEAUTIFY_FLAG" val="#wm#"/>
  <p:tag name="KSO_WM_UNIT_INDEX" val="1"/>
  <p:tag name="KSO_WM_UNIT_SUBTYPE" val="a"/>
  <p:tag name="KSO_WM_UNIT_TEXT_SUBTYPE" val="a"/>
  <p:tag name="KSO_WM_UNIT_TYPE" val="f"/>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6725"/>
</p:tagLst>
</file>

<file path=ppt/tags/tag157.xml><?xml version="1.0" encoding="utf-8"?>
<p:tagLst xmlns:a="http://schemas.openxmlformats.org/drawingml/2006/main" xmlns:r="http://schemas.openxmlformats.org/officeDocument/2006/relationships" xmlns:p="http://schemas.openxmlformats.org/presentationml/2006/main">
  <p:tag name="AS_UNIQUEID" val="2241"/>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AS_UNIQUEID" val="2662"/>
  <p:tag name="KSO_WM_BEAUTIFY_FLAG" val="#wm#"/>
  <p:tag name="KSO_WM_UNIT_INDEX" val="1"/>
  <p:tag name="KSO_WM_UNIT_TYPE" val="d"/>
</p:tagLst>
</file>

<file path=ppt/tags/tag159.xml><?xml version="1.0" encoding="utf-8"?>
<p:tagLst xmlns:a="http://schemas.openxmlformats.org/drawingml/2006/main" xmlns:r="http://schemas.openxmlformats.org/officeDocument/2006/relationships" xmlns:p="http://schemas.openxmlformats.org/presentationml/2006/main">
  <p:tag name="AS_UNIQUEID" val="2663"/>
  <p:tag name="KSO_WM_BEAUTIFY_FLAG" val="#wm#"/>
  <p:tag name="KSO_WM_UNIT_INDEX" val="2"/>
  <p:tag name="KSO_WM_UNIT_TYPE" val="d"/>
</p:tagLst>
</file>

<file path=ppt/tags/tag160.xml><?xml version="1.0" encoding="utf-8"?>
<p:tagLst xmlns:a="http://schemas.openxmlformats.org/drawingml/2006/main" xmlns:r="http://schemas.openxmlformats.org/officeDocument/2006/relationships" xmlns:p="http://schemas.openxmlformats.org/presentationml/2006/main">
  <p:tag name="AS_UNIQUEID" val="2665"/>
</p:tagLst>
</file>

<file path=ppt/tags/tag161.xml><?xml version="1.0" encoding="utf-8"?>
<p:tagLst xmlns:a="http://schemas.openxmlformats.org/drawingml/2006/main" xmlns:r="http://schemas.openxmlformats.org/officeDocument/2006/relationships" xmlns:p="http://schemas.openxmlformats.org/presentationml/2006/main">
  <p:tag name="AS_UNIQUEID" val="2666"/>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6725"/>
</p:tagLst>
</file>

<file path=ppt/tags/tag163.xml><?xml version="1.0" encoding="utf-8"?>
<p:tagLst xmlns:a="http://schemas.openxmlformats.org/drawingml/2006/main" xmlns:r="http://schemas.openxmlformats.org/officeDocument/2006/relationships" xmlns:p="http://schemas.openxmlformats.org/presentationml/2006/main">
  <p:tag name="AS_UNIQUEID" val="2241"/>
  <p:tag name="KSO_WM_BEAUTIFY_FLAG" val=""/>
</p:tagLst>
</file>

<file path=ppt/tags/tag164.xml><?xml version="1.0" encoding="utf-8"?>
<p:tagLst xmlns:a="http://schemas.openxmlformats.org/drawingml/2006/main" xmlns:r="http://schemas.openxmlformats.org/officeDocument/2006/relationships" xmlns:p="http://schemas.openxmlformats.org/presentationml/2006/main">
  <p:tag name="AS_UNIQUEID" val="2668"/>
  <p:tag name="KSO_WM_BEAUTIFY_FLAG" val="#wm#"/>
  <p:tag name="KSO_WM_UNIT_INDEX" val="1"/>
  <p:tag name="KSO_WM_UNIT_TYPE" val="d"/>
</p:tagLst>
</file>

<file path=ppt/tags/tag165.xml><?xml version="1.0" encoding="utf-8"?>
<p:tagLst xmlns:a="http://schemas.openxmlformats.org/drawingml/2006/main" xmlns:r="http://schemas.openxmlformats.org/officeDocument/2006/relationships" xmlns:p="http://schemas.openxmlformats.org/presentationml/2006/main">
  <p:tag name="AS_UNIQUEID" val="2669"/>
  <p:tag name="KSO_WM_BEAUTIFY_FLAG" val="#wm#"/>
  <p:tag name="KSO_WM_UNIT_INDEX" val="2"/>
  <p:tag name="KSO_WM_UNIT_TYPE" val="d"/>
</p:tagLst>
</file>

<file path=ppt/tags/tag166.xml><?xml version="1.0" encoding="utf-8"?>
<p:tagLst xmlns:a="http://schemas.openxmlformats.org/drawingml/2006/main" xmlns:r="http://schemas.openxmlformats.org/officeDocument/2006/relationships" xmlns:p="http://schemas.openxmlformats.org/presentationml/2006/main">
  <p:tag name="AS_UNIQUEID" val="2670"/>
</p:tagLst>
</file>

<file path=ppt/tags/tag167.xml><?xml version="1.0" encoding="utf-8"?>
<p:tagLst xmlns:a="http://schemas.openxmlformats.org/drawingml/2006/main" xmlns:r="http://schemas.openxmlformats.org/officeDocument/2006/relationships" xmlns:p="http://schemas.openxmlformats.org/presentationml/2006/main">
  <p:tag name="AS_UNIQUEID" val="1243"/>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6725"/>
</p:tagLst>
</file>

<file path=ppt/tags/tag169.xml><?xml version="1.0" encoding="utf-8"?>
<p:tagLst xmlns:a="http://schemas.openxmlformats.org/drawingml/2006/main" xmlns:r="http://schemas.openxmlformats.org/officeDocument/2006/relationships" xmlns:p="http://schemas.openxmlformats.org/presentationml/2006/main">
  <p:tag name="AS_UNIQUEID" val="2241"/>
  <p:tag name="KSO_WM_BEAUTIFY_FLAG" val=""/>
</p:tagLst>
</file>

<file path=ppt/tags/tag170.xml><?xml version="1.0" encoding="utf-8"?>
<p:tagLst xmlns:a="http://schemas.openxmlformats.org/drawingml/2006/main" xmlns:r="http://schemas.openxmlformats.org/officeDocument/2006/relationships" xmlns:p="http://schemas.openxmlformats.org/presentationml/2006/main">
  <p:tag name="AS_UNIQUEID" val="2672"/>
  <p:tag name="KSO_WM_BEAUTIFY_FLAG" val="#wm#"/>
  <p:tag name="KSO_WM_UNIT_INDEX" val="1"/>
  <p:tag name="KSO_WM_UNIT_TYPE" val="d"/>
</p:tagLst>
</file>

<file path=ppt/tags/tag171.xml><?xml version="1.0" encoding="utf-8"?>
<p:tagLst xmlns:a="http://schemas.openxmlformats.org/drawingml/2006/main" xmlns:r="http://schemas.openxmlformats.org/officeDocument/2006/relationships" xmlns:p="http://schemas.openxmlformats.org/presentationml/2006/main">
  <p:tag name="AS_UNIQUEID" val="2673"/>
  <p:tag name="KSO_WM_BEAUTIFY_FLAG" val="#wm#"/>
  <p:tag name="KSO_WM_UNIT_INDEX" val="2"/>
  <p:tag name="KSO_WM_UNIT_TYPE" val="d"/>
</p:tagLst>
</file>

<file path=ppt/tags/tag172.xml><?xml version="1.0" encoding="utf-8"?>
<p:tagLst xmlns:a="http://schemas.openxmlformats.org/drawingml/2006/main" xmlns:r="http://schemas.openxmlformats.org/officeDocument/2006/relationships" xmlns:p="http://schemas.openxmlformats.org/presentationml/2006/main">
  <p:tag name="AS_UNIQUEID" val="1275"/>
</p:tagLst>
</file>

<file path=ppt/tags/tag173.xml><?xml version="1.0" encoding="utf-8"?>
<p:tagLst xmlns:a="http://schemas.openxmlformats.org/drawingml/2006/main" xmlns:r="http://schemas.openxmlformats.org/officeDocument/2006/relationships" xmlns:p="http://schemas.openxmlformats.org/presentationml/2006/main">
  <p:tag name="AS_UNIQUEID" val="1276"/>
</p:tagLst>
</file>

<file path=ppt/tags/tag174.xml><?xml version="1.0" encoding="utf-8"?>
<p:tagLst xmlns:a="http://schemas.openxmlformats.org/drawingml/2006/main" xmlns:r="http://schemas.openxmlformats.org/officeDocument/2006/relationships" xmlns:p="http://schemas.openxmlformats.org/presentationml/2006/main">
  <p:tag name="AS_UNIQUEID" val="1277"/>
</p:tagLst>
</file>

<file path=ppt/tags/tag175.xml><?xml version="1.0" encoding="utf-8"?>
<p:tagLst xmlns:a="http://schemas.openxmlformats.org/drawingml/2006/main" xmlns:r="http://schemas.openxmlformats.org/officeDocument/2006/relationships" xmlns:p="http://schemas.openxmlformats.org/presentationml/2006/main">
  <p:tag name="AS_UNIQUEID" val="1279"/>
</p:tagLst>
</file>

<file path=ppt/tags/tag176.xml><?xml version="1.0" encoding="utf-8"?>
<p:tagLst xmlns:a="http://schemas.openxmlformats.org/drawingml/2006/main" xmlns:r="http://schemas.openxmlformats.org/officeDocument/2006/relationships" xmlns:p="http://schemas.openxmlformats.org/presentationml/2006/main">
  <p:tag name="AS_UNIQUEID" val="1280"/>
</p:tagLst>
</file>

<file path=ppt/tags/tag177.xml><?xml version="1.0" encoding="utf-8"?>
<p:tagLst xmlns:a="http://schemas.openxmlformats.org/drawingml/2006/main" xmlns:r="http://schemas.openxmlformats.org/officeDocument/2006/relationships" xmlns:p="http://schemas.openxmlformats.org/presentationml/2006/main">
  <p:tag name="AS_UNIQUEID" val="1281"/>
</p:tagLst>
</file>

<file path=ppt/tags/tag178.xml><?xml version="1.0" encoding="utf-8"?>
<p:tagLst xmlns:a="http://schemas.openxmlformats.org/drawingml/2006/main" xmlns:r="http://schemas.openxmlformats.org/officeDocument/2006/relationships" xmlns:p="http://schemas.openxmlformats.org/presentationml/2006/main">
  <p:tag name="AS_UNIQUEID" val="2674"/>
</p:tagLst>
</file>

<file path=ppt/tags/tag179.xml><?xml version="1.0" encoding="utf-8"?>
<p:tagLst xmlns:a="http://schemas.openxmlformats.org/drawingml/2006/main" xmlns:r="http://schemas.openxmlformats.org/officeDocument/2006/relationships" xmlns:p="http://schemas.openxmlformats.org/presentationml/2006/main">
  <p:tag name="AS_UNIQUEID" val="1282"/>
</p:tagLst>
</file>

<file path=ppt/tags/tag180.xml><?xml version="1.0" encoding="utf-8"?>
<p:tagLst xmlns:a="http://schemas.openxmlformats.org/drawingml/2006/main" xmlns:r="http://schemas.openxmlformats.org/officeDocument/2006/relationships" xmlns:p="http://schemas.openxmlformats.org/presentationml/2006/main">
  <p:tag name="AS_UNIQUEID" val="1283"/>
</p:tagLst>
</file>

<file path=ppt/tags/tag18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6725"/>
</p:tagLst>
</file>

<file path=ppt/tags/tag182.xml><?xml version="1.0" encoding="utf-8"?>
<p:tagLst xmlns:a="http://schemas.openxmlformats.org/drawingml/2006/main" xmlns:r="http://schemas.openxmlformats.org/officeDocument/2006/relationships" xmlns:p="http://schemas.openxmlformats.org/presentationml/2006/main">
  <p:tag name="AS_UNIQUEID" val="2241"/>
  <p:tag name="KSO_WM_BEAUTIFY_FLAG" val=""/>
</p:tagLst>
</file>

<file path=ppt/tags/tag183.xml><?xml version="1.0" encoding="utf-8"?>
<p:tagLst xmlns:a="http://schemas.openxmlformats.org/drawingml/2006/main" xmlns:r="http://schemas.openxmlformats.org/officeDocument/2006/relationships" xmlns:p="http://schemas.openxmlformats.org/presentationml/2006/main">
  <p:tag name="AS_UNIQUEID" val="2676"/>
  <p:tag name="KSO_WM_BEAUTIFY_FLAG" val="#wm#"/>
  <p:tag name="KSO_WM_UNIT_INDEX" val="1"/>
  <p:tag name="KSO_WM_UNIT_TYPE" val="d"/>
</p:tagLst>
</file>

<file path=ppt/tags/tag184.xml><?xml version="1.0" encoding="utf-8"?>
<p:tagLst xmlns:a="http://schemas.openxmlformats.org/drawingml/2006/main" xmlns:r="http://schemas.openxmlformats.org/officeDocument/2006/relationships" xmlns:p="http://schemas.openxmlformats.org/presentationml/2006/main">
  <p:tag name="AS_UNIQUEID" val="2677"/>
  <p:tag name="KSO_WM_BEAUTIFY_FLAG" val="#wm#"/>
  <p:tag name="KSO_WM_UNIT_INDEX" val="2"/>
  <p:tag name="KSO_WM_UNIT_TYPE" val="d"/>
</p:tagLst>
</file>

<file path=ppt/tags/tag185.xml><?xml version="1.0" encoding="utf-8"?>
<p:tagLst xmlns:a="http://schemas.openxmlformats.org/drawingml/2006/main" xmlns:r="http://schemas.openxmlformats.org/officeDocument/2006/relationships" xmlns:p="http://schemas.openxmlformats.org/presentationml/2006/main">
  <p:tag name="AS_UNIQUEID" val="1313"/>
</p:tagLst>
</file>

<file path=ppt/tags/tag186.xml><?xml version="1.0" encoding="utf-8"?>
<p:tagLst xmlns:a="http://schemas.openxmlformats.org/drawingml/2006/main" xmlns:r="http://schemas.openxmlformats.org/officeDocument/2006/relationships" xmlns:p="http://schemas.openxmlformats.org/presentationml/2006/main">
  <p:tag name="AS_UNIQUEID" val="1315"/>
</p:tagLst>
</file>

<file path=ppt/tags/tag187.xml><?xml version="1.0" encoding="utf-8"?>
<p:tagLst xmlns:a="http://schemas.openxmlformats.org/drawingml/2006/main" xmlns:r="http://schemas.openxmlformats.org/officeDocument/2006/relationships" xmlns:p="http://schemas.openxmlformats.org/presentationml/2006/main">
  <p:tag name="AS_UNIQUEID" val="2678"/>
</p:tagLst>
</file>

<file path=ppt/tags/tag188.xml><?xml version="1.0" encoding="utf-8"?>
<p:tagLst xmlns:a="http://schemas.openxmlformats.org/drawingml/2006/main" xmlns:r="http://schemas.openxmlformats.org/officeDocument/2006/relationships" xmlns:p="http://schemas.openxmlformats.org/presentationml/2006/main">
  <p:tag name="AS_UNIQUEID" val="1315"/>
</p:tagLst>
</file>

<file path=ppt/tags/tag18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6725"/>
</p:tagLst>
</file>

<file path=ppt/tags/tag190.xml><?xml version="1.0" encoding="utf-8"?>
<p:tagLst xmlns:a="http://schemas.openxmlformats.org/drawingml/2006/main" xmlns:r="http://schemas.openxmlformats.org/officeDocument/2006/relationships" xmlns:p="http://schemas.openxmlformats.org/presentationml/2006/main">
  <p:tag name="AS_UNIQUEID" val="2241"/>
  <p:tag name="KSO_WM_BEAUTIFY_FLAG" val=""/>
</p:tagLst>
</file>

<file path=ppt/tags/tag191.xml><?xml version="1.0" encoding="utf-8"?>
<p:tagLst xmlns:a="http://schemas.openxmlformats.org/drawingml/2006/main" xmlns:r="http://schemas.openxmlformats.org/officeDocument/2006/relationships" xmlns:p="http://schemas.openxmlformats.org/presentationml/2006/main">
  <p:tag name="AS_UNIQUEID" val="2680"/>
  <p:tag name="KSO_WM_BEAUTIFY_FLAG" val="#wm#"/>
  <p:tag name="KSO_WM_UNIT_INDEX" val="1"/>
  <p:tag name="KSO_WM_UNIT_TYPE" val="d"/>
</p:tagLst>
</file>

<file path=ppt/tags/tag192.xml><?xml version="1.0" encoding="utf-8"?>
<p:tagLst xmlns:a="http://schemas.openxmlformats.org/drawingml/2006/main" xmlns:r="http://schemas.openxmlformats.org/officeDocument/2006/relationships" xmlns:p="http://schemas.openxmlformats.org/presentationml/2006/main">
  <p:tag name="AS_UNIQUEID" val="2681"/>
  <p:tag name="KSO_WM_BEAUTIFY_FLAG" val="#wm#"/>
  <p:tag name="KSO_WM_UNIT_INDEX" val="2"/>
  <p:tag name="KSO_WM_UNIT_TYPE" val="d"/>
</p:tagLst>
</file>

<file path=ppt/tags/tag193.xml><?xml version="1.0" encoding="utf-8"?>
<p:tagLst xmlns:a="http://schemas.openxmlformats.org/drawingml/2006/main" xmlns:r="http://schemas.openxmlformats.org/officeDocument/2006/relationships" xmlns:p="http://schemas.openxmlformats.org/presentationml/2006/main">
  <p:tag name="AS_UNIQUEID" val="2682"/>
</p:tagLst>
</file>

<file path=ppt/tags/tag194.xml><?xml version="1.0" encoding="utf-8"?>
<p:tagLst xmlns:a="http://schemas.openxmlformats.org/drawingml/2006/main" xmlns:r="http://schemas.openxmlformats.org/officeDocument/2006/relationships" xmlns:p="http://schemas.openxmlformats.org/presentationml/2006/main">
  <p:tag name="AS_UNIQUEID" val="1276"/>
</p:tagLst>
</file>

<file path=ppt/tags/tag195.xml><?xml version="1.0" encoding="utf-8"?>
<p:tagLst xmlns:a="http://schemas.openxmlformats.org/drawingml/2006/main" xmlns:r="http://schemas.openxmlformats.org/officeDocument/2006/relationships" xmlns:p="http://schemas.openxmlformats.org/presentationml/2006/main">
  <p:tag name="AS_UNIQUEID" val="1277"/>
</p:tagLst>
</file>

<file path=ppt/tags/tag196.xml><?xml version="1.0" encoding="utf-8"?>
<p:tagLst xmlns:a="http://schemas.openxmlformats.org/drawingml/2006/main" xmlns:r="http://schemas.openxmlformats.org/officeDocument/2006/relationships" xmlns:p="http://schemas.openxmlformats.org/presentationml/2006/main">
  <p:tag name="AS_UNIQUEID" val="1282"/>
</p:tagLst>
</file>

<file path=ppt/tags/tag197.xml><?xml version="1.0" encoding="utf-8"?>
<p:tagLst xmlns:a="http://schemas.openxmlformats.org/drawingml/2006/main" xmlns:r="http://schemas.openxmlformats.org/officeDocument/2006/relationships" xmlns:p="http://schemas.openxmlformats.org/presentationml/2006/main">
  <p:tag name="AS_UNIQUEID" val="2684"/>
</p:tagLst>
</file>

<file path=ppt/tags/tag198.xml><?xml version="1.0" encoding="utf-8"?>
<p:tagLst xmlns:a="http://schemas.openxmlformats.org/drawingml/2006/main" xmlns:r="http://schemas.openxmlformats.org/officeDocument/2006/relationships" xmlns:p="http://schemas.openxmlformats.org/presentationml/2006/main">
  <p:tag name="AS_UNIQUEID" val="1275"/>
</p:tagLst>
</file>

<file path=ppt/tags/tag199.xml><?xml version="1.0" encoding="utf-8"?>
<p:tagLst xmlns:a="http://schemas.openxmlformats.org/drawingml/2006/main" xmlns:r="http://schemas.openxmlformats.org/officeDocument/2006/relationships" xmlns:p="http://schemas.openxmlformats.org/presentationml/2006/main">
  <p:tag name="AS_UNIQUEID" val="2686"/>
</p:tagLst>
</file>

<file path=ppt/tags/tag200.xml><?xml version="1.0" encoding="utf-8"?>
<p:tagLst xmlns:a="http://schemas.openxmlformats.org/drawingml/2006/main" xmlns:r="http://schemas.openxmlformats.org/officeDocument/2006/relationships" xmlns:p="http://schemas.openxmlformats.org/presentationml/2006/main">
  <p:tag name="AS_UNIQUEID" val="2688"/>
</p:tagLst>
</file>

<file path=ppt/tags/tag20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6725"/>
</p:tagLst>
</file>

<file path=ppt/tags/tag202.xml><?xml version="1.0" encoding="utf-8"?>
<p:tagLst xmlns:a="http://schemas.openxmlformats.org/drawingml/2006/main" xmlns:r="http://schemas.openxmlformats.org/officeDocument/2006/relationships" xmlns:p="http://schemas.openxmlformats.org/presentationml/2006/main">
  <p:tag name="AS_UNIQUEID" val="2241"/>
  <p:tag name="KSO_WM_BEAUTIFY_FLAG" val=""/>
</p:tagLst>
</file>

<file path=ppt/tags/tag203.xml><?xml version="1.0" encoding="utf-8"?>
<p:tagLst xmlns:a="http://schemas.openxmlformats.org/drawingml/2006/main" xmlns:r="http://schemas.openxmlformats.org/officeDocument/2006/relationships" xmlns:p="http://schemas.openxmlformats.org/presentationml/2006/main">
  <p:tag name="AS_UNIQUEID" val="2694"/>
  <p:tag name="KSO_WM_BEAUTIFY_FLAG" val="#wm#"/>
  <p:tag name="KSO_WM_UNIT_INDEX" val="1"/>
  <p:tag name="KSO_WM_UNIT_TYPE" val="d"/>
</p:tagLst>
</file>

<file path=ppt/tags/tag204.xml><?xml version="1.0" encoding="utf-8"?>
<p:tagLst xmlns:a="http://schemas.openxmlformats.org/drawingml/2006/main" xmlns:r="http://schemas.openxmlformats.org/officeDocument/2006/relationships" xmlns:p="http://schemas.openxmlformats.org/presentationml/2006/main">
  <p:tag name="AS_UNIQUEID" val="2695"/>
  <p:tag name="KSO_WM_BEAUTIFY_FLAG" val="#wm#"/>
  <p:tag name="KSO_WM_UNIT_INDEX" val="2"/>
  <p:tag name="KSO_WM_UNIT_TYPE" val="d"/>
</p:tagLst>
</file>

<file path=ppt/tags/tag205.xml><?xml version="1.0" encoding="utf-8"?>
<p:tagLst xmlns:a="http://schemas.openxmlformats.org/drawingml/2006/main" xmlns:r="http://schemas.openxmlformats.org/officeDocument/2006/relationships" xmlns:p="http://schemas.openxmlformats.org/presentationml/2006/main">
  <p:tag name="AS_UNIQUEID" val="2696"/>
</p:tagLst>
</file>

<file path=ppt/tags/tag206.xml><?xml version="1.0" encoding="utf-8"?>
<p:tagLst xmlns:a="http://schemas.openxmlformats.org/drawingml/2006/main" xmlns:r="http://schemas.openxmlformats.org/officeDocument/2006/relationships" xmlns:p="http://schemas.openxmlformats.org/presentationml/2006/main">
  <p:tag name="AS_UNIQUEID" val="2697"/>
</p:tagLst>
</file>

<file path=ppt/tags/tag20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6725"/>
</p:tagLst>
</file>

<file path=ppt/tags/tag208.xml><?xml version="1.0" encoding="utf-8"?>
<p:tagLst xmlns:a="http://schemas.openxmlformats.org/drawingml/2006/main" xmlns:r="http://schemas.openxmlformats.org/officeDocument/2006/relationships" xmlns:p="http://schemas.openxmlformats.org/presentationml/2006/main">
  <p:tag name="AS_UNIQUEID" val="2241"/>
  <p:tag name="KSO_WM_BEAUTIFY_FLAG" val=""/>
</p:tagLst>
</file>

<file path=ppt/tags/tag209.xml><?xml version="1.0" encoding="utf-8"?>
<p:tagLst xmlns:a="http://schemas.openxmlformats.org/drawingml/2006/main" xmlns:r="http://schemas.openxmlformats.org/officeDocument/2006/relationships" xmlns:p="http://schemas.openxmlformats.org/presentationml/2006/main">
  <p:tag name="AS_UNIQUEID" val="2668"/>
  <p:tag name="KSO_WM_BEAUTIFY_FLAG" val="#wm#"/>
  <p:tag name="KSO_WM_UNIT_INDEX" val="1"/>
  <p:tag name="KSO_WM_UNIT_TYPE" val="d"/>
</p:tagLst>
</file>

<file path=ppt/tags/tag210.xml><?xml version="1.0" encoding="utf-8"?>
<p:tagLst xmlns:a="http://schemas.openxmlformats.org/drawingml/2006/main" xmlns:r="http://schemas.openxmlformats.org/officeDocument/2006/relationships" xmlns:p="http://schemas.openxmlformats.org/presentationml/2006/main">
  <p:tag name="AS_UNIQUEID" val="2669"/>
  <p:tag name="KSO_WM_BEAUTIFY_FLAG" val="#wm#"/>
  <p:tag name="KSO_WM_UNIT_INDEX" val="2"/>
  <p:tag name="KSO_WM_UNIT_TYPE" val="d"/>
</p:tagLst>
</file>

<file path=ppt/tags/tag211.xml><?xml version="1.0" encoding="utf-8"?>
<p:tagLst xmlns:a="http://schemas.openxmlformats.org/drawingml/2006/main" xmlns:r="http://schemas.openxmlformats.org/officeDocument/2006/relationships" xmlns:p="http://schemas.openxmlformats.org/presentationml/2006/main">
  <p:tag name="AS_UNIQUEID" val="2670"/>
</p:tagLst>
</file>

<file path=ppt/tags/tag21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6725"/>
</p:tagLst>
</file>

<file path=ppt/tags/tag213.xml><?xml version="1.0" encoding="utf-8"?>
<p:tagLst xmlns:a="http://schemas.openxmlformats.org/drawingml/2006/main" xmlns:r="http://schemas.openxmlformats.org/officeDocument/2006/relationships" xmlns:p="http://schemas.openxmlformats.org/presentationml/2006/main">
  <p:tag name="AS_UNIQUEID" val="2241"/>
  <p:tag name="KSO_WM_BEAUTIFY_FLAG" val=""/>
</p:tagLst>
</file>

<file path=ppt/tags/tag214.xml><?xml version="1.0" encoding="utf-8"?>
<p:tagLst xmlns:a="http://schemas.openxmlformats.org/drawingml/2006/main" xmlns:r="http://schemas.openxmlformats.org/officeDocument/2006/relationships" xmlns:p="http://schemas.openxmlformats.org/presentationml/2006/main">
  <p:tag name="AS_UNIQUEID" val="2672"/>
  <p:tag name="KSO_WM_BEAUTIFY_FLAG" val="#wm#"/>
  <p:tag name="KSO_WM_UNIT_INDEX" val="1"/>
  <p:tag name="KSO_WM_UNIT_TYPE" val="d"/>
</p:tagLst>
</file>

<file path=ppt/tags/tag215.xml><?xml version="1.0" encoding="utf-8"?>
<p:tagLst xmlns:a="http://schemas.openxmlformats.org/drawingml/2006/main" xmlns:r="http://schemas.openxmlformats.org/officeDocument/2006/relationships" xmlns:p="http://schemas.openxmlformats.org/presentationml/2006/main">
  <p:tag name="AS_UNIQUEID" val="2673"/>
  <p:tag name="KSO_WM_BEAUTIFY_FLAG" val="#wm#"/>
  <p:tag name="KSO_WM_UNIT_INDEX" val="2"/>
  <p:tag name="KSO_WM_UNIT_TYPE" val="d"/>
</p:tagLst>
</file>

<file path=ppt/tags/tag216.xml><?xml version="1.0" encoding="utf-8"?>
<p:tagLst xmlns:a="http://schemas.openxmlformats.org/drawingml/2006/main" xmlns:r="http://schemas.openxmlformats.org/officeDocument/2006/relationships" xmlns:p="http://schemas.openxmlformats.org/presentationml/2006/main">
  <p:tag name="AS_UNIQUEID" val="1275"/>
</p:tagLst>
</file>

<file path=ppt/tags/tag217.xml><?xml version="1.0" encoding="utf-8"?>
<p:tagLst xmlns:a="http://schemas.openxmlformats.org/drawingml/2006/main" xmlns:r="http://schemas.openxmlformats.org/officeDocument/2006/relationships" xmlns:p="http://schemas.openxmlformats.org/presentationml/2006/main">
  <p:tag name="AS_UNIQUEID" val="1276"/>
</p:tagLst>
</file>

<file path=ppt/tags/tag218.xml><?xml version="1.0" encoding="utf-8"?>
<p:tagLst xmlns:a="http://schemas.openxmlformats.org/drawingml/2006/main" xmlns:r="http://schemas.openxmlformats.org/officeDocument/2006/relationships" xmlns:p="http://schemas.openxmlformats.org/presentationml/2006/main">
  <p:tag name="AS_UNIQUEID" val="1277"/>
</p:tagLst>
</file>

<file path=ppt/tags/tag219.xml><?xml version="1.0" encoding="utf-8"?>
<p:tagLst xmlns:a="http://schemas.openxmlformats.org/drawingml/2006/main" xmlns:r="http://schemas.openxmlformats.org/officeDocument/2006/relationships" xmlns:p="http://schemas.openxmlformats.org/presentationml/2006/main">
  <p:tag name="AS_UNIQUEID" val="1279"/>
</p:tagLst>
</file>

<file path=ppt/tags/tag220.xml><?xml version="1.0" encoding="utf-8"?>
<p:tagLst xmlns:a="http://schemas.openxmlformats.org/drawingml/2006/main" xmlns:r="http://schemas.openxmlformats.org/officeDocument/2006/relationships" xmlns:p="http://schemas.openxmlformats.org/presentationml/2006/main">
  <p:tag name="AS_UNIQUEID" val="2674"/>
</p:tagLst>
</file>

<file path=ppt/tags/tag22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6725"/>
</p:tagLst>
</file>

<file path=ppt/tags/tag222.xml><?xml version="1.0" encoding="utf-8"?>
<p:tagLst xmlns:a="http://schemas.openxmlformats.org/drawingml/2006/main" xmlns:r="http://schemas.openxmlformats.org/officeDocument/2006/relationships" xmlns:p="http://schemas.openxmlformats.org/presentationml/2006/main">
  <p:tag name="AS_UNIQUEID" val="2241"/>
  <p:tag name="KSO_WM_BEAUTIFY_FLAG" val=""/>
</p:tagLst>
</file>

<file path=ppt/tags/tag223.xml><?xml version="1.0" encoding="utf-8"?>
<p:tagLst xmlns:a="http://schemas.openxmlformats.org/drawingml/2006/main" xmlns:r="http://schemas.openxmlformats.org/officeDocument/2006/relationships" xmlns:p="http://schemas.openxmlformats.org/presentationml/2006/main">
  <p:tag name="AS_UNIQUEID" val="2734"/>
  <p:tag name="KSO_WM_BEAUTIFY_FLAG" val="#wm#"/>
  <p:tag name="KSO_WM_UNIT_INDEX" val="1"/>
  <p:tag name="KSO_WM_UNIT_TYPE" val="d"/>
</p:tagLst>
</file>

<file path=ppt/tags/tag224.xml><?xml version="1.0" encoding="utf-8"?>
<p:tagLst xmlns:a="http://schemas.openxmlformats.org/drawingml/2006/main" xmlns:r="http://schemas.openxmlformats.org/officeDocument/2006/relationships" xmlns:p="http://schemas.openxmlformats.org/presentationml/2006/main">
  <p:tag name="AS_UNIQUEID" val="2735"/>
  <p:tag name="KSO_WM_BEAUTIFY_FLAG" val="#wm#"/>
  <p:tag name="KSO_WM_UNIT_INDEX" val="2"/>
  <p:tag name="KSO_WM_UNIT_TYPE" val="d"/>
</p:tagLst>
</file>

<file path=ppt/tags/tag225.xml><?xml version="1.0" encoding="utf-8"?>
<p:tagLst xmlns:a="http://schemas.openxmlformats.org/drawingml/2006/main" xmlns:r="http://schemas.openxmlformats.org/officeDocument/2006/relationships" xmlns:p="http://schemas.openxmlformats.org/presentationml/2006/main">
  <p:tag name="AS_UNIQUEID" val="2736"/>
</p:tagLst>
</file>

<file path=ppt/tags/tag226.xml><?xml version="1.0" encoding="utf-8"?>
<p:tagLst xmlns:a="http://schemas.openxmlformats.org/drawingml/2006/main" xmlns:r="http://schemas.openxmlformats.org/officeDocument/2006/relationships" xmlns:p="http://schemas.openxmlformats.org/presentationml/2006/main">
  <p:tag name="AS_UNIQUEID" val="2741"/>
</p:tagLst>
</file>

<file path=ppt/tags/tag227.xml><?xml version="1.0" encoding="utf-8"?>
<p:tagLst xmlns:a="http://schemas.openxmlformats.org/drawingml/2006/main" xmlns:r="http://schemas.openxmlformats.org/officeDocument/2006/relationships" xmlns:p="http://schemas.openxmlformats.org/presentationml/2006/main">
  <p:tag name="AS_UNIQUEID" val="1286"/>
</p:tagLst>
</file>

<file path=ppt/tags/tag228.xml><?xml version="1.0" encoding="utf-8"?>
<p:tagLst xmlns:a="http://schemas.openxmlformats.org/drawingml/2006/main" xmlns:r="http://schemas.openxmlformats.org/officeDocument/2006/relationships" xmlns:p="http://schemas.openxmlformats.org/presentationml/2006/main">
  <p:tag name="AS_UNIQUEID" val="2742"/>
</p:tagLst>
</file>

<file path=ppt/tags/tag229.xml><?xml version="1.0" encoding="utf-8"?>
<p:tagLst xmlns:a="http://schemas.openxmlformats.org/drawingml/2006/main" xmlns:r="http://schemas.openxmlformats.org/officeDocument/2006/relationships" xmlns:p="http://schemas.openxmlformats.org/presentationml/2006/main">
  <p:tag name="AS_UNIQUEID" val="2743"/>
</p:tagLst>
</file>

<file path=ppt/tags/tag230.xml><?xml version="1.0" encoding="utf-8"?>
<p:tagLst xmlns:a="http://schemas.openxmlformats.org/drawingml/2006/main" xmlns:r="http://schemas.openxmlformats.org/officeDocument/2006/relationships" xmlns:p="http://schemas.openxmlformats.org/presentationml/2006/main">
  <p:tag name="AS_UNIQUEID" val="2745"/>
</p:tagLst>
</file>

<file path=ppt/tags/tag231.xml><?xml version="1.0" encoding="utf-8"?>
<p:tagLst xmlns:a="http://schemas.openxmlformats.org/drawingml/2006/main" xmlns:r="http://schemas.openxmlformats.org/officeDocument/2006/relationships" xmlns:p="http://schemas.openxmlformats.org/presentationml/2006/main">
  <p:tag name="AS_UNIQUEID" val="1287"/>
</p:tagLst>
</file>

<file path=ppt/tags/tag232.xml><?xml version="1.0" encoding="utf-8"?>
<p:tagLst xmlns:a="http://schemas.openxmlformats.org/drawingml/2006/main" xmlns:r="http://schemas.openxmlformats.org/officeDocument/2006/relationships" xmlns:p="http://schemas.openxmlformats.org/presentationml/2006/main">
  <p:tag name="AS_UNIQUEID" val="1288"/>
</p:tagLst>
</file>

<file path=ppt/tags/tag233.xml><?xml version="1.0" encoding="utf-8"?>
<p:tagLst xmlns:a="http://schemas.openxmlformats.org/drawingml/2006/main" xmlns:r="http://schemas.openxmlformats.org/officeDocument/2006/relationships" xmlns:p="http://schemas.openxmlformats.org/presentationml/2006/main">
  <p:tag name="AS_UNIQUEID" val="1289"/>
</p:tagLst>
</file>

<file path=ppt/tags/tag234.xml><?xml version="1.0" encoding="utf-8"?>
<p:tagLst xmlns:a="http://schemas.openxmlformats.org/drawingml/2006/main" xmlns:r="http://schemas.openxmlformats.org/officeDocument/2006/relationships" xmlns:p="http://schemas.openxmlformats.org/presentationml/2006/main">
  <p:tag name="AS_UNIQUEID" val="1290"/>
</p:tagLst>
</file>

<file path=ppt/tags/tag235.xml><?xml version="1.0" encoding="utf-8"?>
<p:tagLst xmlns:a="http://schemas.openxmlformats.org/drawingml/2006/main" xmlns:r="http://schemas.openxmlformats.org/officeDocument/2006/relationships" xmlns:p="http://schemas.openxmlformats.org/presentationml/2006/main">
  <p:tag name="AS_UNIQUEID" val="1291"/>
</p:tagLst>
</file>

<file path=ppt/tags/tag236.xml><?xml version="1.0" encoding="utf-8"?>
<p:tagLst xmlns:a="http://schemas.openxmlformats.org/drawingml/2006/main" xmlns:r="http://schemas.openxmlformats.org/officeDocument/2006/relationships" xmlns:p="http://schemas.openxmlformats.org/presentationml/2006/main">
  <p:tag name="AS_UNIQUEID" val="1292"/>
</p:tagLst>
</file>

<file path=ppt/tags/tag237.xml><?xml version="1.0" encoding="utf-8"?>
<p:tagLst xmlns:a="http://schemas.openxmlformats.org/drawingml/2006/main" xmlns:r="http://schemas.openxmlformats.org/officeDocument/2006/relationships" xmlns:p="http://schemas.openxmlformats.org/presentationml/2006/main">
  <p:tag name="AS_UNIQUEID" val="1293"/>
</p:tagLst>
</file>

<file path=ppt/tags/tag238.xml><?xml version="1.0" encoding="utf-8"?>
<p:tagLst xmlns:a="http://schemas.openxmlformats.org/drawingml/2006/main" xmlns:r="http://schemas.openxmlformats.org/officeDocument/2006/relationships" xmlns:p="http://schemas.openxmlformats.org/presentationml/2006/main">
  <p:tag name="AS_UNIQUEID" val="1294"/>
</p:tagLst>
</file>

<file path=ppt/tags/tag239.xml><?xml version="1.0" encoding="utf-8"?>
<p:tagLst xmlns:a="http://schemas.openxmlformats.org/drawingml/2006/main" xmlns:r="http://schemas.openxmlformats.org/officeDocument/2006/relationships" xmlns:p="http://schemas.openxmlformats.org/presentationml/2006/main">
  <p:tag name="AS_UNIQUEID" val="1295"/>
</p:tagLst>
</file>

<file path=ppt/tags/tag240.xml><?xml version="1.0" encoding="utf-8"?>
<p:tagLst xmlns:a="http://schemas.openxmlformats.org/drawingml/2006/main" xmlns:r="http://schemas.openxmlformats.org/officeDocument/2006/relationships" xmlns:p="http://schemas.openxmlformats.org/presentationml/2006/main">
  <p:tag name="AS_UNIQUEID" val="1296"/>
</p:tagLst>
</file>

<file path=ppt/tags/tag241.xml><?xml version="1.0" encoding="utf-8"?>
<p:tagLst xmlns:a="http://schemas.openxmlformats.org/drawingml/2006/main" xmlns:r="http://schemas.openxmlformats.org/officeDocument/2006/relationships" xmlns:p="http://schemas.openxmlformats.org/presentationml/2006/main">
  <p:tag name="AS_UNIQUEID" val="1297"/>
</p:tagLst>
</file>

<file path=ppt/tags/tag242.xml><?xml version="1.0" encoding="utf-8"?>
<p:tagLst xmlns:a="http://schemas.openxmlformats.org/drawingml/2006/main" xmlns:r="http://schemas.openxmlformats.org/officeDocument/2006/relationships" xmlns:p="http://schemas.openxmlformats.org/presentationml/2006/main">
  <p:tag name="AS_UNIQUEID" val="1298"/>
</p:tagLst>
</file>

<file path=ppt/tags/tag243.xml><?xml version="1.0" encoding="utf-8"?>
<p:tagLst xmlns:a="http://schemas.openxmlformats.org/drawingml/2006/main" xmlns:r="http://schemas.openxmlformats.org/officeDocument/2006/relationships" xmlns:p="http://schemas.openxmlformats.org/presentationml/2006/main">
  <p:tag name="AS_UNIQUEID" val="1299"/>
</p:tagLst>
</file>

<file path=ppt/tags/tag244.xml><?xml version="1.0" encoding="utf-8"?>
<p:tagLst xmlns:a="http://schemas.openxmlformats.org/drawingml/2006/main" xmlns:r="http://schemas.openxmlformats.org/officeDocument/2006/relationships" xmlns:p="http://schemas.openxmlformats.org/presentationml/2006/main">
  <p:tag name="AS_UNIQUEID" val="1300"/>
</p:tagLst>
</file>

<file path=ppt/tags/tag245.xml><?xml version="1.0" encoding="utf-8"?>
<p:tagLst xmlns:a="http://schemas.openxmlformats.org/drawingml/2006/main" xmlns:r="http://schemas.openxmlformats.org/officeDocument/2006/relationships" xmlns:p="http://schemas.openxmlformats.org/presentationml/2006/main">
  <p:tag name="AS_UNIQUEID" val="1301"/>
</p:tagLst>
</file>

<file path=ppt/tags/tag246.xml><?xml version="1.0" encoding="utf-8"?>
<p:tagLst xmlns:a="http://schemas.openxmlformats.org/drawingml/2006/main" xmlns:r="http://schemas.openxmlformats.org/officeDocument/2006/relationships" xmlns:p="http://schemas.openxmlformats.org/presentationml/2006/main">
  <p:tag name="AS_UNIQUEID" val="1302"/>
</p:tagLst>
</file>

<file path=ppt/tags/tag247.xml><?xml version="1.0" encoding="utf-8"?>
<p:tagLst xmlns:a="http://schemas.openxmlformats.org/drawingml/2006/main" xmlns:r="http://schemas.openxmlformats.org/officeDocument/2006/relationships" xmlns:p="http://schemas.openxmlformats.org/presentationml/2006/main">
  <p:tag name="AS_UNIQUEID" val="1303"/>
</p:tagLst>
</file>

<file path=ppt/tags/tag248.xml><?xml version="1.0" encoding="utf-8"?>
<p:tagLst xmlns:a="http://schemas.openxmlformats.org/drawingml/2006/main" xmlns:r="http://schemas.openxmlformats.org/officeDocument/2006/relationships" xmlns:p="http://schemas.openxmlformats.org/presentationml/2006/main">
  <p:tag name="AS_UNIQUEID" val="1304"/>
</p:tagLst>
</file>

<file path=ppt/tags/tag249.xml><?xml version="1.0" encoding="utf-8"?>
<p:tagLst xmlns:a="http://schemas.openxmlformats.org/drawingml/2006/main" xmlns:r="http://schemas.openxmlformats.org/officeDocument/2006/relationships" xmlns:p="http://schemas.openxmlformats.org/presentationml/2006/main">
  <p:tag name="AS_UNIQUEID" val="1305"/>
</p:tagLst>
</file>

<file path=ppt/tags/tag250.xml><?xml version="1.0" encoding="utf-8"?>
<p:tagLst xmlns:a="http://schemas.openxmlformats.org/drawingml/2006/main" xmlns:r="http://schemas.openxmlformats.org/officeDocument/2006/relationships" xmlns:p="http://schemas.openxmlformats.org/presentationml/2006/main">
  <p:tag name="AS_UNIQUEID" val="2737"/>
</p:tagLst>
</file>

<file path=ppt/tags/tag251.xml><?xml version="1.0" encoding="utf-8"?>
<p:tagLst xmlns:a="http://schemas.openxmlformats.org/drawingml/2006/main" xmlns:r="http://schemas.openxmlformats.org/officeDocument/2006/relationships" xmlns:p="http://schemas.openxmlformats.org/presentationml/2006/main">
  <p:tag name="AS_UNIQUEID" val="2740"/>
  <p:tag name="KSO_WM_BEAUTIFY_FLAG" val="#wm#"/>
  <p:tag name="KSO_WM_UNIT_INDEX" val="2"/>
  <p:tag name="KSO_WM_UNIT_TYPE" val="d"/>
</p:tagLst>
</file>

<file path=ppt/tags/tag252.xml><?xml version="1.0" encoding="utf-8"?>
<p:tagLst xmlns:a="http://schemas.openxmlformats.org/drawingml/2006/main" xmlns:r="http://schemas.openxmlformats.org/officeDocument/2006/relationships" xmlns:p="http://schemas.openxmlformats.org/presentationml/2006/main">
  <p:tag name="AS_UNIQUEID" val="2738"/>
</p:tagLst>
</file>

<file path=ppt/tags/tag253.xml><?xml version="1.0" encoding="utf-8"?>
<p:tagLst xmlns:a="http://schemas.openxmlformats.org/drawingml/2006/main" xmlns:r="http://schemas.openxmlformats.org/officeDocument/2006/relationships" xmlns:p="http://schemas.openxmlformats.org/presentationml/2006/main">
  <p:tag name="AS_UNIQUEID" val="2739"/>
  <p:tag name="KSO_WM_BEAUTIFY_FLAG" val="#wm#"/>
  <p:tag name="KSO_WM_UNIT_INDEX" val="1"/>
  <p:tag name="KSO_WM_UNIT_SUBTYPE" val="a"/>
  <p:tag name="KSO_WM_UNIT_TEXT_SUBTYPE" val="a"/>
  <p:tag name="KSO_WM_UNIT_TYPE" val="f"/>
</p:tagLst>
</file>

<file path=ppt/tags/tag271.xml><?xml version="1.0" encoding="utf-8"?>
<p:tagLst xmlns:p="http://schemas.openxmlformats.org/presentationml/2006/main">
  <p:tag name="AS_UNIQUEID" val="2684"/>
</p:tagLst>
</file>

<file path=ppt/tags/tag274.xml><?xml version="1.0" encoding="utf-8"?>
<p:tagLst xmlns:p="http://schemas.openxmlformats.org/presentationml/2006/main">
  <p:tag name="AS_UNIQUEID" val="2686"/>
</p:tagLst>
</file>

<file path=ppt/tags/tag276.xml><?xml version="1.0" encoding="utf-8"?>
<p:tagLst xmlns:p="http://schemas.openxmlformats.org/presentationml/2006/main">
  <p:tag name="AS_UNIQUEID" val="2688"/>
</p:tagLst>
</file>

<file path=ppt/tags/tag401.xml><?xml version="1.0" encoding="utf-8"?>
<p:tagLst xmlns:p="http://schemas.openxmlformats.org/presentationml/2006/main">
  <p:tag name="AS_UNIQUEID" val="2743"/>
</p:tagLst>
</file>

<file path=ppt/tags/tag403.xml><?xml version="1.0" encoding="utf-8"?>
<p:tagLst xmlns:p="http://schemas.openxmlformats.org/presentationml/2006/main">
  <p:tag name="AS_UNIQUEID" val="2745"/>
</p:tagLst>
</file>

<file path=ppt/tags/tag2440.xml><?xml version="1.0" encoding="utf-8"?>
<p:tagLst xmlns:p="http://schemas.openxmlformats.org/presentationml/2006/main">
  <p:tag name="AS_UNIQUEID" val="2682"/>
</p:tagLst>
</file>

<file path=ppt/theme/theme1.xml><?xml version="1.0" encoding="utf-8"?>
<a:theme xmlns:a="http://schemas.openxmlformats.org/drawingml/2006/main" name="Office 主题​​">
  <a:themeElements>
    <a:clrScheme name="00000419-1">
      <a:dk1>
        <a:srgbClr val="333333"/>
      </a:dk1>
      <a:lt1>
        <a:srgbClr val="FFFFFF"/>
      </a:lt1>
      <a:dk2>
        <a:srgbClr val="102544"/>
      </a:dk2>
      <a:lt2>
        <a:srgbClr val="EFF4FB"/>
      </a:lt2>
      <a:accent1>
        <a:srgbClr val="749FDE"/>
      </a:accent1>
      <a:accent2>
        <a:srgbClr val="2E69C0"/>
      </a:accent2>
      <a:accent3>
        <a:srgbClr val="7486DE"/>
      </a:accent3>
      <a:accent4>
        <a:srgbClr val="7C74DE"/>
      </a:accent4>
      <a:accent5>
        <a:srgbClr val="9574DE"/>
      </a:accent5>
      <a:accent6>
        <a:srgbClr val="AE74DE"/>
      </a:accent6>
      <a:hlink>
        <a:srgbClr val="304FFE"/>
      </a:hlink>
      <a:folHlink>
        <a:srgbClr val="492067"/>
      </a:folHlink>
    </a:clrScheme>
    <a:fontScheme name="02-微软雅黑唯一标准">
      <a:majorFont>
        <a:latin typeface="微软雅黑"/>
        <a:ea typeface="微软雅黑"/>
        <a:cs typeface="Arial"/>
      </a:majorFont>
      <a:minorFont>
        <a:latin typeface="微软雅黑"/>
        <a:ea typeface="微软雅黑"/>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normAutofit/>
      </a:bodyPr>
      <a:lstStyle>
        <a:defPPr>
          <a:lnSpc>
            <a:spcPct val="140000"/>
          </a:lnSpc>
          <a:defRPr lang="zh-CN" altLang="en-US" sz="2400" kern="100" dirty="0">
            <a:effectLst/>
            <a:latin typeface="+mn-ea"/>
            <a:cs typeface="江城圆体 400W" panose="020B0500000000000000"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715</Words>
  <Application>Microsoft Office PowerPoint</Application>
  <PresentationFormat>宽屏</PresentationFormat>
  <Paragraphs>102</Paragraphs>
  <Slides>13</Slides>
  <Notes>2</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13</vt:i4>
      </vt:variant>
    </vt:vector>
  </HeadingPairs>
  <TitlesOfParts>
    <vt:vector size="21" baseType="lpstr">
      <vt:lpstr>楷体</vt:lpstr>
      <vt:lpstr>宋体</vt:lpstr>
      <vt:lpstr>微软雅黑</vt:lpstr>
      <vt:lpstr>Arial</vt:lpstr>
      <vt:lpstr>Calibri</vt:lpstr>
      <vt:lpstr>Cambria Math</vt:lpstr>
      <vt:lpstr>Times New Roman</vt:lpstr>
      <vt:lpstr>Office 主题​​</vt:lpstr>
      <vt:lpstr>星轨探微</vt:lpstr>
      <vt:lpstr>目录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学科网</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星轨探微</dc:title>
  <dc:creator>rbm.xkw.com</dc:creator>
  <cp:lastModifiedBy>延玮 任</cp:lastModifiedBy>
  <cp:revision>6</cp:revision>
  <cp:lastPrinted>2025-03-07T15:58:00Z</cp:lastPrinted>
  <dcterms:created xsi:type="dcterms:W3CDTF">2025-03-07T15:58:00Z</dcterms:created>
  <dcterms:modified xsi:type="dcterms:W3CDTF">2026-04-05T12:13:01Z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lbum">
    <vt:lpwstr>rbm.xkw.com</vt:lpwstr>
  </property>
  <property fmtid="{D5CDD505-2E9C-101B-9397-08002B2CF9AE}" pid="3" name="author">
    <vt:lpwstr>rbm.xkw.com</vt:lpwstr>
  </property>
  <property fmtid="{D5CDD505-2E9C-101B-9397-08002B2CF9AE}" pid="4" name="company">
    <vt:lpwstr>学科网</vt:lpwstr>
  </property>
  <property fmtid="{D5CDD505-2E9C-101B-9397-08002B2CF9AE}" pid="5" name="copyright">
    <vt:lpwstr>学科网版权所有</vt:lpwstr>
  </property>
  <property fmtid="{D5CDD505-2E9C-101B-9397-08002B2CF9AE}" pid="6" name="KSOProductBuildVer">
    <vt:lpwstr>2052-12.1.0.25225</vt:lpwstr>
  </property>
  <property fmtid="{D5CDD505-2E9C-101B-9397-08002B2CF9AE}" pid="7" name="ICV">
    <vt:lpwstr>52151847480740D0935E9CA5DBAC5CD7_12</vt:lpwstr>
  </property>
</Properties>
</file>