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4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59" r:id="rId6"/>
    <p:sldId id="260" r:id="rId7"/>
    <p:sldId id="261" r:id="rId8"/>
    <p:sldId id="262" r:id="rId9"/>
    <p:sldId id="263" r:id="rId10"/>
    <p:sldId id="264" r:id="rId11"/>
    <p:sldId id="265" r:id="rId12"/>
    <p:sldId id="267" r:id="rId13"/>
    <p:sldId id="274" r:id="rId14"/>
    <p:sldId id="275" r:id="rId15"/>
    <p:sldId id="272" r:id="rId16"/>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6" userDrawn="1">
          <p15:clr>
            <a:srgbClr val="A4A3A4"/>
          </p15:clr>
        </p15:guide>
        <p15:guide id="2" pos="38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xkb1.com" initials="" lastIdx="0" clrIdx="0"/>
  <p:cmAuthor id="1" name="Administrator" initials="A" lastIdx="0" clrIdx="0"/>
  <p:cmAuthor id="2" name="作者" initials="作" lastIdx="0" clrIdx="1"/>
  <p:cmAuthor id="3" name="dao4" initials="d"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5" d="100"/>
          <a:sy n="95" d="100"/>
        </p:scale>
        <p:origin x="639" y="79"/>
      </p:cViewPr>
      <p:guideLst>
        <p:guide orient="horz" pos="2246"/>
        <p:guide pos="382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259.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1"/>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2"/>
            </p:custDataLst>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custDataLst>
              <p:tags r:id="rId3"/>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4"/>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custDataLst>
              <p:tags r:id="rId5"/>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6"/>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txBox="1">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3849D3E0-124D-4DFF-AE99-4EA4CC201DB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txBox="1">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10"/>
            <p:custDataLst>
              <p:tags r:id="rId5"/>
            </p:custDataLst>
          </p:nvPr>
        </p:nvSpPr>
        <p:spPr/>
        <p:txBody>
          <a:bodyPr/>
          <a:lstStyle/>
          <a:p>
            <a:fld id="{3849D3E0-124D-4DFF-AE99-4EA4CC201D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microsoft.com/office/2007/relationships/hdphoto" Target="../media/image2.wdp"/><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image" Target="../media/image3.jpeg"/><Relationship Id="rId10" Type="http://schemas.openxmlformats.org/officeDocument/2006/relationships/tags" Target="../tags/tag80.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0">
                <a:schemeClr val="bg1"/>
              </a:gs>
              <a:gs pos="100000">
                <a:schemeClr val="bg2">
                  <a:lumMod val="90000"/>
                </a:schemeClr>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custDataLst>
              <p:tags r:id="rId3"/>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pic>
        <p:nvPicPr>
          <p:cNvPr id="9" name="图片 8"/>
          <p:cNvPicPr>
            <a:picLocks noChangeAspect="1"/>
          </p:cNvPicPr>
          <p:nvPr userDrawn="1">
            <p:custDataLst>
              <p:tags r:id="rId4"/>
            </p:custDataLst>
          </p:nvPr>
        </p:nvPicPr>
        <p:blipFill>
          <a:blip r:embed="rId5">
            <a:extLst>
              <a:ext uri="{BEBA8EAE-BF5A-486C-A8C5-ECC9F3942E4B}">
                <a14:imgProps xmlns:a14="http://schemas.microsoft.com/office/drawing/2010/main">
                  <a14:imgLayer r:embed="rId6">
                    <a14:imgEffect>
                      <a14:brightnessContrast bright="15000" contrast="10000"/>
                    </a14:imgEffect>
                    <a14:imgEffect>
                      <a14:saturation sat="120000"/>
                    </a14:imgEffect>
                  </a14:imgLayer>
                </a14:imgProps>
              </a:ext>
              <a:ext uri="{28A0092B-C50C-407E-A947-70E740481C1C}">
                <a14:useLocalDpi xmlns:a14="http://schemas.microsoft.com/office/drawing/2010/main" val="0"/>
              </a:ext>
            </a:extLst>
          </a:blip>
          <a:stretch>
            <a:fillRect/>
          </a:stretch>
        </p:blipFill>
        <p:spPr>
          <a:xfrm>
            <a:off x="7220633" y="0"/>
            <a:ext cx="4971367" cy="4971368"/>
          </a:xfrm>
          <a:custGeom>
            <a:avLst/>
            <a:gdLst>
              <a:gd name="connsiteX0" fmla="*/ 0 w 4455198"/>
              <a:gd name="connsiteY0" fmla="*/ 0 h 4455198"/>
              <a:gd name="connsiteX1" fmla="*/ 2227599 w 4455198"/>
              <a:gd name="connsiteY1" fmla="*/ 0 h 4455198"/>
              <a:gd name="connsiteX2" fmla="*/ 4455198 w 4455198"/>
              <a:gd name="connsiteY2" fmla="*/ 2227599 h 4455198"/>
              <a:gd name="connsiteX3" fmla="*/ 4455198 w 4455198"/>
              <a:gd name="connsiteY3" fmla="*/ 4455198 h 4455198"/>
              <a:gd name="connsiteX4" fmla="*/ 0 w 4455198"/>
              <a:gd name="connsiteY4" fmla="*/ 0 h 4455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5198" h="4455198">
                <a:moveTo>
                  <a:pt x="0" y="0"/>
                </a:moveTo>
                <a:lnTo>
                  <a:pt x="2227599" y="0"/>
                </a:lnTo>
                <a:cubicBezTo>
                  <a:pt x="2227599" y="1230269"/>
                  <a:pt x="3224929" y="2227599"/>
                  <a:pt x="4455198" y="2227599"/>
                </a:cubicBezTo>
                <a:lnTo>
                  <a:pt x="4455198" y="4455198"/>
                </a:lnTo>
                <a:cubicBezTo>
                  <a:pt x="1994660" y="4455198"/>
                  <a:pt x="0" y="2460538"/>
                  <a:pt x="0" y="0"/>
                </a:cubicBezTo>
                <a:close/>
              </a:path>
            </a:pathLst>
          </a:custGeom>
        </p:spPr>
      </p:pic>
      <p:sp>
        <p:nvSpPr>
          <p:cNvPr id="11" name="任意多边形: 形状 10"/>
          <p:cNvSpPr/>
          <p:nvPr userDrawn="1">
            <p:custDataLst>
              <p:tags r:id="rId7"/>
            </p:custDataLst>
          </p:nvPr>
        </p:nvSpPr>
        <p:spPr>
          <a:xfrm flipH="1" flipV="1">
            <a:off x="6426266" y="0"/>
            <a:ext cx="5765734" cy="5776914"/>
          </a:xfrm>
          <a:custGeom>
            <a:avLst/>
            <a:gdLst>
              <a:gd name="connsiteX0" fmla="*/ 0 w 3976914"/>
              <a:gd name="connsiteY0" fmla="*/ 0 h 3984625"/>
              <a:gd name="connsiteX1" fmla="*/ 3976914 w 3976914"/>
              <a:gd name="connsiteY1" fmla="*/ 3976914 h 3984625"/>
              <a:gd name="connsiteX2" fmla="*/ 3976719 w 3976914"/>
              <a:gd name="connsiteY2" fmla="*/ 3984625 h 3984625"/>
              <a:gd name="connsiteX3" fmla="*/ 2582139 w 3976914"/>
              <a:gd name="connsiteY3" fmla="*/ 3984625 h 3984625"/>
              <a:gd name="connsiteX4" fmla="*/ 2582528 w 3976914"/>
              <a:gd name="connsiteY4" fmla="*/ 3976914 h 3984625"/>
              <a:gd name="connsiteX5" fmla="*/ 0 w 3976914"/>
              <a:gd name="connsiteY5" fmla="*/ 1394386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76913" h="3984625">
                <a:moveTo>
                  <a:pt x="0" y="0"/>
                </a:moveTo>
                <a:cubicBezTo>
                  <a:pt x="2196389" y="0"/>
                  <a:pt x="3976914" y="1780525"/>
                  <a:pt x="3976914" y="3976914"/>
                </a:cubicBezTo>
                <a:lnTo>
                  <a:pt x="3976719" y="3984625"/>
                </a:lnTo>
                <a:lnTo>
                  <a:pt x="2582139" y="3984625"/>
                </a:lnTo>
                <a:lnTo>
                  <a:pt x="2582528" y="3976914"/>
                </a:lnTo>
                <a:cubicBezTo>
                  <a:pt x="2582528" y="2550623"/>
                  <a:pt x="1426291" y="1394386"/>
                  <a:pt x="0" y="1394386"/>
                </a:cubicBezTo>
                <a:close/>
              </a:path>
            </a:pathLst>
          </a:custGeom>
          <a:gradFill flip="none" rotWithShape="1">
            <a:gsLst>
              <a:gs pos="0">
                <a:schemeClr val="accent1">
                  <a:alpha val="70000"/>
                </a:schemeClr>
              </a:gs>
              <a:gs pos="100000">
                <a:schemeClr val="accent1">
                  <a:alpha val="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2" name="任意多边形: 形状 11"/>
          <p:cNvSpPr/>
          <p:nvPr userDrawn="1">
            <p:custDataLst>
              <p:tags r:id="rId8"/>
            </p:custDataLst>
          </p:nvPr>
        </p:nvSpPr>
        <p:spPr>
          <a:xfrm flipH="1" flipV="1">
            <a:off x="10150846" y="0"/>
            <a:ext cx="2041154" cy="2041154"/>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任意多边形: 形状 12"/>
          <p:cNvSpPr/>
          <p:nvPr userDrawn="1">
            <p:custDataLst>
              <p:tags r:id="rId9"/>
            </p:custDataLst>
          </p:nvPr>
        </p:nvSpPr>
        <p:spPr>
          <a:xfrm>
            <a:off x="7933082" y="5776912"/>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2200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userDrawn="1">
            <p:custDataLst>
              <p:tags r:id="rId10"/>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6" name="直接连接符 15"/>
          <p:cNvCxnSpPr/>
          <p:nvPr userDrawn="1">
            <p:custDataLst>
              <p:tags r:id="rId11"/>
            </p:custDataLst>
          </p:nvPr>
        </p:nvCxnSpPr>
        <p:spPr>
          <a:xfrm>
            <a:off x="1067581" y="863874"/>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12"/>
            </p:custDataLst>
          </p:nvPr>
        </p:nvCxnSpPr>
        <p:spPr>
          <a:xfrm>
            <a:off x="1067581" y="920961"/>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custDataLst>
              <p:tags r:id="rId13"/>
            </p:custDataLst>
          </p:nvPr>
        </p:nvCxnSpPr>
        <p:spPr>
          <a:xfrm>
            <a:off x="1067581" y="978048"/>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ctrTitle"/>
            <p:custDataLst>
              <p:tags r:id="rId14"/>
            </p:custDataLst>
          </p:nvPr>
        </p:nvSpPr>
        <p:spPr>
          <a:xfrm>
            <a:off x="1067581" y="1615544"/>
            <a:ext cx="5646700" cy="2086340"/>
          </a:xfrm>
        </p:spPr>
        <p:txBody>
          <a:bodyPr wrap="square" anchor="b">
            <a:normAutofit/>
          </a:bodyPr>
          <a:lstStyle>
            <a:lvl1pPr algn="l">
              <a:lnSpc>
                <a:spcPct val="100000"/>
              </a:lnSpc>
              <a:defRPr sz="6000"/>
            </a:lvl1pPr>
          </a:lstStyle>
          <a:p>
            <a:r>
              <a:rPr lang="zh-CN" altLang="en-US"/>
              <a:t>单击此处编辑母版标题样式</a:t>
            </a:r>
            <a:endParaRPr lang="zh-CN" altLang="en-US"/>
          </a:p>
        </p:txBody>
      </p:sp>
      <p:sp>
        <p:nvSpPr>
          <p:cNvPr id="3" name="副标题 2"/>
          <p:cNvSpPr>
            <a:spLocks noGrp="1"/>
          </p:cNvSpPr>
          <p:nvPr userDrawn="1">
            <p:ph type="subTitle" idx="1" hasCustomPrompt="1"/>
            <p:custDataLst>
              <p:tags r:id="rId15"/>
            </p:custDataLst>
          </p:nvPr>
        </p:nvSpPr>
        <p:spPr>
          <a:xfrm>
            <a:off x="1067581" y="3845884"/>
            <a:ext cx="5646700" cy="972000"/>
          </a:xfrm>
        </p:spPr>
        <p:txBody>
          <a:bodyPr wrap="square">
            <a:norm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单击此处编辑副标题</a:t>
            </a:r>
            <a:endParaRPr lang="zh-CN" altLang="en-US"/>
          </a:p>
        </p:txBody>
      </p:sp>
      <p:sp>
        <p:nvSpPr>
          <p:cNvPr id="4" name="日期占位符 3"/>
          <p:cNvSpPr>
            <a:spLocks noGrp="1"/>
          </p:cNvSpPr>
          <p:nvPr userDrawn="1">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7"/>
            </p:custDataLst>
          </p:nvPr>
        </p:nvSpPr>
        <p:spPr/>
        <p:txBody>
          <a:bodyPr>
            <a:normAutofit/>
          </a:bodyPr>
          <a:lstStyle/>
          <a:p>
            <a:endParaRPr lang="zh-CN" altLang="en-US"/>
          </a:p>
        </p:txBody>
      </p:sp>
      <p:sp>
        <p:nvSpPr>
          <p:cNvPr id="6" name="灯片编号占位符 5"/>
          <p:cNvSpPr>
            <a:spLocks noGrp="1"/>
          </p:cNvSpPr>
          <p:nvPr userDrawn="1">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9"/>
            </p:custDataLst>
          </p:nvPr>
        </p:nvSpPr>
        <p:spPr>
          <a:xfrm>
            <a:off x="1365140" y="678700"/>
            <a:ext cx="2880000" cy="504000"/>
          </a:xfrm>
        </p:spPr>
        <p:txBody>
          <a:bodyPr wrap="square" anchor="ctr">
            <a:normAutofit/>
          </a:bodyPr>
          <a:lstStyle>
            <a:lvl1pPr marL="0" indent="0">
              <a:lnSpc>
                <a:spcPct val="100000"/>
              </a:lnSpc>
              <a:buNone/>
              <a:defRPr sz="1600">
                <a:solidFill>
                  <a:schemeClr val="tx1">
                    <a:lumMod val="60000"/>
                    <a:lumOff val="40000"/>
                  </a:schemeClr>
                </a:solidFill>
              </a:defRPr>
            </a:lvl1pPr>
          </a:lstStyle>
          <a:p>
            <a:pPr lvl="0"/>
            <a:r>
              <a:rPr lang="zh-CN" altLang="en-US"/>
              <a:t>公司名</a:t>
            </a:r>
            <a:endParaRPr lang="zh-CN" altLang="en-US"/>
          </a:p>
        </p:txBody>
      </p:sp>
      <p:sp>
        <p:nvSpPr>
          <p:cNvPr id="24" name="署名占位符 10"/>
          <p:cNvSpPr>
            <a:spLocks noGrp="1"/>
          </p:cNvSpPr>
          <p:nvPr userDrawn="1">
            <p:ph type="body" sz="quarter" idx="17" hasCustomPrompt="1"/>
            <p:custDataLst>
              <p:tags r:id="rId20"/>
            </p:custDataLst>
          </p:nvPr>
        </p:nvSpPr>
        <p:spPr>
          <a:xfrm>
            <a:off x="1067581" y="5254864"/>
            <a:ext cx="2880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600">
                <a:solidFill>
                  <a:srgbClr val="FFFFFF"/>
                </a:solidFill>
              </a:defRPr>
            </a:lvl1pPr>
          </a:lstStyle>
          <a:p>
            <a:pPr lvl="0"/>
            <a:r>
              <a:rPr lang="zh-CN" altLang="en-US"/>
              <a:t>署名</a:t>
            </a:r>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a:t>单击此处编辑母版标题样式</a:t>
            </a:r>
            <a:endParaRPr lang="zh-CN" altLang="en-US"/>
          </a:p>
        </p:txBody>
      </p:sp>
      <p:sp>
        <p:nvSpPr>
          <p:cNvPr id="3" name="内容占位符 2"/>
          <p:cNvSpPr>
            <a:spLocks noGrp="1"/>
          </p:cNvSpPr>
          <p:nvPr>
            <p:ph idx="1"/>
            <p:custDataLst>
              <p:tags r:id="rId3"/>
            </p:custDataLst>
          </p:nvPr>
        </p:nvSpPr>
        <p:spPr/>
        <p:txBody>
          <a:bodyPr wrap="square">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gradFill flip="none" rotWithShape="1">
            <a:gsLst>
              <a:gs pos="0">
                <a:schemeClr val="bg2">
                  <a:lumMod val="90000"/>
                </a:schemeClr>
              </a:gs>
              <a:gs pos="100000">
                <a:schemeClr val="bg2"/>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userDrawn="1">
            <p:custDataLst>
              <p:tags r:id="rId3"/>
            </p:custDataLst>
          </p:nvPr>
        </p:nvSpPr>
        <p:spPr>
          <a:xfrm flipH="1" flipV="1">
            <a:off x="8483599" y="0"/>
            <a:ext cx="3708400" cy="1118044"/>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0">
                <a:schemeClr val="accent1">
                  <a:lumMod val="60000"/>
                  <a:lumOff val="40000"/>
                </a:schemeClr>
              </a:gs>
              <a:gs pos="100000">
                <a:schemeClr val="accent1">
                  <a:lumMod val="20000"/>
                  <a:lumOff val="80000"/>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p:cNvSpPr/>
          <p:nvPr userDrawn="1">
            <p:custDataLst>
              <p:tags r:id="rId4"/>
            </p:custDataLst>
          </p:nvPr>
        </p:nvSpPr>
        <p:spPr>
          <a:xfrm flipH="1" flipV="1">
            <a:off x="9431652" y="739775"/>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5"/>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椭圆 10"/>
          <p:cNvSpPr/>
          <p:nvPr userDrawn="1">
            <p:custDataLst>
              <p:tags r:id="rId6"/>
            </p:custDataLst>
          </p:nvPr>
        </p:nvSpPr>
        <p:spPr>
          <a:xfrm>
            <a:off x="8483598" y="802733"/>
            <a:ext cx="482602" cy="482602"/>
          </a:xfrm>
          <a:prstGeom prst="ellipse">
            <a:avLst/>
          </a:prstGeom>
          <a:gradFill flip="none" rotWithShape="1">
            <a:gsLst>
              <a:gs pos="0">
                <a:schemeClr val="accent1">
                  <a:lumMod val="40000"/>
                  <a:lumOff val="60000"/>
                </a:schemeClr>
              </a:gs>
              <a:gs pos="100000">
                <a:schemeClr val="accent1">
                  <a:lumMod val="20000"/>
                  <a:lumOff val="80000"/>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7"/>
            </p:custDataLst>
          </p:nvPr>
        </p:nvSpPr>
        <p:spPr>
          <a:xfrm>
            <a:off x="1055687" y="503490"/>
            <a:ext cx="1687513" cy="1081088"/>
          </a:xfrm>
        </p:spPr>
        <p:txBody>
          <a:bodyPr wrap="square" anchor="b">
            <a:normAutofit/>
          </a:bodyPr>
          <a:lstStyle>
            <a:lvl1pPr>
              <a:defRPr sz="5400"/>
            </a:lvl1pPr>
          </a:lstStyle>
          <a:p>
            <a:r>
              <a:rPr lang="zh-CN" altLang="en-US"/>
              <a:t>标题</a:t>
            </a:r>
            <a:endParaRPr lang="zh-CN" altLang="en-US"/>
          </a:p>
        </p:txBody>
      </p:sp>
      <p:sp>
        <p:nvSpPr>
          <p:cNvPr id="7"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9"/>
            </p:custDataLst>
          </p:nvPr>
        </p:nvSpPr>
        <p:spPr/>
        <p:txBody>
          <a:bodyPr/>
          <a:lstStyle/>
          <a:p>
            <a:endParaRPr lang="zh-CN" altLang="en-US"/>
          </a:p>
        </p:txBody>
      </p:sp>
      <p:sp>
        <p:nvSpPr>
          <p:cNvPr id="9" name="灯片编号占位符 5"/>
          <p:cNvSpPr>
            <a:spLocks noGrp="1"/>
          </p:cNvSpPr>
          <p:nvPr>
            <p:ph type="sldNum" sz="quarter" idx="12"/>
            <p:custDataLst>
              <p:tags r:id="rId10"/>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userDrawn="1">
            <p:custDataLst>
              <p:tags r:id="rId3"/>
            </p:custDataLst>
          </p:nvPr>
        </p:nvSpPr>
        <p:spPr>
          <a:xfrm>
            <a:off x="7933082" y="5776913"/>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userDrawn="1">
            <p:custDataLst>
              <p:tags r:id="rId4"/>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userDrawn="1">
            <p:custDataLst>
              <p:tags r:id="rId5"/>
            </p:custDataLst>
          </p:nvPr>
        </p:nvSpPr>
        <p:spPr>
          <a:xfrm flipH="1" flipV="1">
            <a:off x="6415314" y="0"/>
            <a:ext cx="5776686" cy="5776686"/>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任意多边形: 形状 12"/>
          <p:cNvSpPr/>
          <p:nvPr userDrawn="1">
            <p:custDataLst>
              <p:tags r:id="rId6"/>
            </p:custDataLst>
          </p:nvPr>
        </p:nvSpPr>
        <p:spPr>
          <a:xfrm>
            <a:off x="1" y="5194298"/>
            <a:ext cx="1663700" cy="1663702"/>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 name="标题 1"/>
          <p:cNvSpPr>
            <a:spLocks noGrp="1"/>
          </p:cNvSpPr>
          <p:nvPr>
            <p:ph type="title"/>
            <p:custDataLst>
              <p:tags r:id="rId7"/>
            </p:custDataLst>
          </p:nvPr>
        </p:nvSpPr>
        <p:spPr>
          <a:xfrm>
            <a:off x="1526400" y="3625730"/>
            <a:ext cx="5903100" cy="1790041"/>
          </a:xfrm>
        </p:spPr>
        <p:txBody>
          <a:bodyPr wrap="square" anchor="t" anchorCtr="0">
            <a:normAutofit/>
          </a:bodyPr>
          <a:lstStyle>
            <a:lvl1pPr algn="l">
              <a:defRPr sz="5400"/>
            </a:lvl1pPr>
          </a:lstStyle>
          <a:p>
            <a:r>
              <a:rPr lang="zh-CN" altLang="en-US"/>
              <a:t>单击此处编辑母版标题样式</a:t>
            </a:r>
            <a:endParaRPr lang="zh-CN" altLang="en-US"/>
          </a:p>
        </p:txBody>
      </p:sp>
      <p:sp>
        <p:nvSpPr>
          <p:cNvPr id="8" name="节编号 3"/>
          <p:cNvSpPr>
            <a:spLocks noGrp="1"/>
          </p:cNvSpPr>
          <p:nvPr>
            <p:ph type="body" sz="quarter" idx="13" hasCustomPrompt="1"/>
            <p:custDataLst>
              <p:tags r:id="rId8"/>
            </p:custDataLst>
          </p:nvPr>
        </p:nvSpPr>
        <p:spPr>
          <a:xfrm>
            <a:off x="1524000" y="1859048"/>
            <a:ext cx="5903100" cy="1663702"/>
          </a:xfrm>
        </p:spPr>
        <p:txBody>
          <a:bodyPr wrap="none" anchor="b" anchorCtr="0">
            <a:normAutofit/>
          </a:bodyPr>
          <a:lstStyle>
            <a:lvl1pPr marL="0" indent="0" algn="l">
              <a:buNone/>
              <a:defRPr sz="7200" b="1">
                <a:solidFill>
                  <a:schemeClr val="accent1"/>
                </a:solidFill>
              </a:defRPr>
            </a:lvl1pPr>
          </a:lstStyle>
          <a:p>
            <a:pPr lvl="0"/>
            <a:r>
              <a:rPr lang="zh-CN" altLang="en-US"/>
              <a:t>节编号</a:t>
            </a:r>
            <a:endParaRPr lang="zh-CN" altLang="en-US"/>
          </a:p>
        </p:txBody>
      </p:sp>
      <p:sp>
        <p:nvSpPr>
          <p:cNvPr id="4" name="日期占位符 4"/>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0"/>
            </p:custDataLst>
          </p:nvPr>
        </p:nvSpPr>
        <p:spPr/>
        <p:txBody>
          <a:bodyPr/>
          <a:lstStyle/>
          <a:p>
            <a:endParaRPr lang="zh-CN" altLang="en-US"/>
          </a:p>
        </p:txBody>
      </p:sp>
      <p:sp>
        <p:nvSpPr>
          <p:cNvPr id="6" name="灯片编号占位符 6"/>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a:lvl1p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wrap="square" lIns="0" tIns="0" rIns="0" bIns="0" rtlCol="0" anchor="b">
            <a:normAutofit/>
          </a:bodyPr>
          <a:lstStyle>
            <a:lvl1pPr>
              <a:defRPr lang="zh-CN" altLang="en-US"/>
            </a:lvl1p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单击此处编辑母版标题样式</a:t>
            </a:r>
            <a:endParaRPr lang="zh-CN" altLang="en-US"/>
          </a:p>
        </p:txBody>
      </p:sp>
      <p:sp>
        <p:nvSpPr>
          <p:cNvPr id="4" name="内容占位符 3"/>
          <p:cNvSpPr>
            <a:spLocks noGrp="1"/>
          </p:cNvSpPr>
          <p:nvPr>
            <p:ph sz="half" idx="2"/>
            <p:custDataLst>
              <p:tags r:id="rId4"/>
            </p:custDataLst>
          </p:nvPr>
        </p:nvSpPr>
        <p:spPr>
          <a:xfrm>
            <a:off x="695960" y="1875099"/>
            <a:ext cx="5323840" cy="4300276"/>
          </a:xfrm>
        </p:spPr>
        <p:txBody>
          <a:bodyPr wrap="square">
            <a:normAutofit/>
          </a:bodyPr>
          <a:lstStyle>
            <a:lvl1pPr>
              <a:defRPr sz="2200"/>
            </a:lvl1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单击此处编辑母版标题样式</a:t>
            </a:r>
            <a:endParaRPr lang="zh-CN" altLang="en-US"/>
          </a:p>
        </p:txBody>
      </p:sp>
      <p:sp>
        <p:nvSpPr>
          <p:cNvPr id="6" name="内容占位符 5"/>
          <p:cNvSpPr>
            <a:spLocks noGrp="1"/>
          </p:cNvSpPr>
          <p:nvPr>
            <p:ph sz="quarter" idx="4"/>
            <p:custDataLst>
              <p:tags r:id="rId6"/>
            </p:custDataLst>
          </p:nvPr>
        </p:nvSpPr>
        <p:spPr>
          <a:xfrm>
            <a:off x="6172200" y="1875099"/>
            <a:ext cx="5323840" cy="4300276"/>
          </a:xfrm>
        </p:spPr>
        <p:txBody>
          <a:bodyPr wrap="square">
            <a:normAutofit/>
          </a:bodyPr>
          <a:lstStyle>
            <a:lvl1pPr>
              <a:defRPr sz="2200"/>
            </a:lvl1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wrap="square">
            <a:normAutofit/>
          </a:bodyPr>
          <a:lstStyle/>
          <a:p>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a:t>单击此处编辑副标题</a:t>
            </a:r>
            <a:endParaRPr lang="zh-CN" altLang="en-US"/>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0">
                <a:schemeClr val="bg1"/>
              </a:gs>
              <a:gs pos="100000">
                <a:schemeClr val="bg2">
                  <a:lumMod val="90000"/>
                </a:schemeClr>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custDataLst>
              <p:tags r:id="rId3"/>
            </p:custDataLst>
          </p:nvPr>
        </p:nvSpPr>
        <p:spPr>
          <a:xfrm>
            <a:off x="7933082" y="5776912"/>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2200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9"/>
          <p:cNvSpPr/>
          <p:nvPr userDrawn="1">
            <p:custDataLst>
              <p:tags r:id="rId4"/>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5"/>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cxnSp>
        <p:nvCxnSpPr>
          <p:cNvPr id="13" name="直接连接符 12"/>
          <p:cNvCxnSpPr/>
          <p:nvPr userDrawn="1">
            <p:custDataLst>
              <p:tags r:id="rId6"/>
            </p:custDataLst>
          </p:nvPr>
        </p:nvCxnSpPr>
        <p:spPr>
          <a:xfrm>
            <a:off x="1067581" y="863874"/>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7"/>
            </p:custDataLst>
          </p:nvPr>
        </p:nvCxnSpPr>
        <p:spPr>
          <a:xfrm>
            <a:off x="1067581" y="920961"/>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8"/>
            </p:custDataLst>
          </p:nvPr>
        </p:nvCxnSpPr>
        <p:spPr>
          <a:xfrm>
            <a:off x="1067581" y="978048"/>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userDrawn="1">
            <p:custDataLst>
              <p:tags r:id="rId9"/>
            </p:custDataLst>
          </p:nvPr>
        </p:nvSpPr>
        <p:spPr>
          <a:xfrm flipH="1" flipV="1">
            <a:off x="10150845" y="0"/>
            <a:ext cx="2041155" cy="2041155"/>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pic>
        <p:nvPicPr>
          <p:cNvPr id="17" name="图片 16"/>
          <p:cNvPicPr>
            <a:picLocks noChangeAspect="1"/>
          </p:cNvPicPr>
          <p:nvPr userDrawn="1">
            <p:custDataLst>
              <p:tags r:id="rId10"/>
            </p:custDataLst>
          </p:nvPr>
        </p:nvPicPr>
        <p:blipFill>
          <a:blip r:embed="rId11">
            <a:extLst>
              <a:ext uri="{28A0092B-C50C-407E-A947-70E740481C1C}">
                <a14:useLocalDpi xmlns:a14="http://schemas.microsoft.com/office/drawing/2010/main" val="0"/>
              </a:ext>
            </a:extLst>
          </a:blip>
          <a:stretch>
            <a:fillRect/>
          </a:stretch>
        </p:blipFill>
        <p:spPr>
          <a:xfrm>
            <a:off x="7220633" y="2"/>
            <a:ext cx="4971367" cy="4971368"/>
          </a:xfrm>
          <a:custGeom>
            <a:avLst/>
            <a:gdLst>
              <a:gd name="connsiteX0" fmla="*/ 0 w 4723034"/>
              <a:gd name="connsiteY0" fmla="*/ 0 h 4723035"/>
              <a:gd name="connsiteX1" fmla="*/ 2361517 w 4723034"/>
              <a:gd name="connsiteY1" fmla="*/ 0 h 4723035"/>
              <a:gd name="connsiteX2" fmla="*/ 4723034 w 4723034"/>
              <a:gd name="connsiteY2" fmla="*/ 2361518 h 4723035"/>
              <a:gd name="connsiteX3" fmla="*/ 4723034 w 4723034"/>
              <a:gd name="connsiteY3" fmla="*/ 4723035 h 4723035"/>
              <a:gd name="connsiteX4" fmla="*/ 0 w 4723034"/>
              <a:gd name="connsiteY4" fmla="*/ 0 h 4723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3034" h="4723035">
                <a:moveTo>
                  <a:pt x="0" y="0"/>
                </a:moveTo>
                <a:lnTo>
                  <a:pt x="2361517" y="0"/>
                </a:lnTo>
                <a:cubicBezTo>
                  <a:pt x="2361517" y="1304230"/>
                  <a:pt x="3418804" y="2361518"/>
                  <a:pt x="4723034" y="2361518"/>
                </a:cubicBezTo>
                <a:lnTo>
                  <a:pt x="4723034" y="4723035"/>
                </a:lnTo>
                <a:cubicBezTo>
                  <a:pt x="2114574" y="4723035"/>
                  <a:pt x="0" y="2608460"/>
                  <a:pt x="0" y="0"/>
                </a:cubicBezTo>
                <a:close/>
              </a:path>
            </a:pathLst>
          </a:custGeom>
        </p:spPr>
      </p:pic>
      <p:sp>
        <p:nvSpPr>
          <p:cNvPr id="19" name="任意多边形: 形状 18"/>
          <p:cNvSpPr/>
          <p:nvPr userDrawn="1">
            <p:custDataLst>
              <p:tags r:id="rId12"/>
            </p:custDataLst>
          </p:nvPr>
        </p:nvSpPr>
        <p:spPr>
          <a:xfrm flipH="1" flipV="1">
            <a:off x="6426267" y="0"/>
            <a:ext cx="5765733" cy="5776914"/>
          </a:xfrm>
          <a:custGeom>
            <a:avLst/>
            <a:gdLst>
              <a:gd name="connsiteX0" fmla="*/ 0 w 3976914"/>
              <a:gd name="connsiteY0" fmla="*/ 0 h 3984625"/>
              <a:gd name="connsiteX1" fmla="*/ 3976914 w 3976914"/>
              <a:gd name="connsiteY1" fmla="*/ 3976914 h 3984625"/>
              <a:gd name="connsiteX2" fmla="*/ 3976719 w 3976914"/>
              <a:gd name="connsiteY2" fmla="*/ 3984625 h 3984625"/>
              <a:gd name="connsiteX3" fmla="*/ 2582139 w 3976914"/>
              <a:gd name="connsiteY3" fmla="*/ 3984625 h 3984625"/>
              <a:gd name="connsiteX4" fmla="*/ 2582528 w 3976914"/>
              <a:gd name="connsiteY4" fmla="*/ 3976914 h 3984625"/>
              <a:gd name="connsiteX5" fmla="*/ 0 w 3976914"/>
              <a:gd name="connsiteY5" fmla="*/ 1394386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76913" h="3984625">
                <a:moveTo>
                  <a:pt x="0" y="0"/>
                </a:moveTo>
                <a:cubicBezTo>
                  <a:pt x="2196389" y="0"/>
                  <a:pt x="3976914" y="1780525"/>
                  <a:pt x="3976914" y="3976914"/>
                </a:cubicBezTo>
                <a:lnTo>
                  <a:pt x="3976719" y="3984625"/>
                </a:lnTo>
                <a:lnTo>
                  <a:pt x="2582139" y="3984625"/>
                </a:lnTo>
                <a:lnTo>
                  <a:pt x="2582528" y="3976914"/>
                </a:lnTo>
                <a:cubicBezTo>
                  <a:pt x="2582528" y="2550623"/>
                  <a:pt x="1426291" y="1394386"/>
                  <a:pt x="0" y="1394386"/>
                </a:cubicBezTo>
                <a:close/>
              </a:path>
            </a:pathLst>
          </a:custGeom>
          <a:gradFill flip="none" rotWithShape="1">
            <a:gsLst>
              <a:gs pos="0">
                <a:schemeClr val="accent1">
                  <a:alpha val="70000"/>
                </a:schemeClr>
              </a:gs>
              <a:gs pos="100000">
                <a:schemeClr val="accent1">
                  <a:alpha val="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 name="标题 1"/>
          <p:cNvSpPr>
            <a:spLocks noGrp="1"/>
          </p:cNvSpPr>
          <p:nvPr userDrawn="1">
            <p:ph type="ctrTitle"/>
            <p:custDataLst>
              <p:tags r:id="rId13"/>
            </p:custDataLst>
          </p:nvPr>
        </p:nvSpPr>
        <p:spPr>
          <a:xfrm>
            <a:off x="1067581" y="1438875"/>
            <a:ext cx="5841220" cy="2090350"/>
          </a:xfrm>
        </p:spPr>
        <p:txBody>
          <a:bodyPr wrap="square" anchor="b">
            <a:normAutofit/>
          </a:bodyPr>
          <a:lstStyle>
            <a:lvl1pPr algn="l">
              <a:lnSpc>
                <a:spcPct val="100000"/>
              </a:lnSpc>
              <a:defRPr sz="6000"/>
            </a:lvl1pPr>
          </a:lstStyle>
          <a:p>
            <a:r>
              <a:rPr lang="zh-CN" altLang="en-US"/>
              <a:t>单击此处编辑母版标题样式</a:t>
            </a:r>
            <a:endParaRPr lang="zh-CN" altLang="en-US"/>
          </a:p>
        </p:txBody>
      </p:sp>
      <p:sp>
        <p:nvSpPr>
          <p:cNvPr id="3" name="副标题 2"/>
          <p:cNvSpPr>
            <a:spLocks noGrp="1"/>
          </p:cNvSpPr>
          <p:nvPr userDrawn="1">
            <p:ph type="subTitle" idx="1" hasCustomPrompt="1"/>
            <p:custDataLst>
              <p:tags r:id="rId14"/>
            </p:custDataLst>
          </p:nvPr>
        </p:nvSpPr>
        <p:spPr>
          <a:xfrm>
            <a:off x="1067581" y="3673225"/>
            <a:ext cx="5841220" cy="972000"/>
          </a:xfrm>
        </p:spPr>
        <p:txBody>
          <a:bodyPr wrap="square">
            <a:normAutofit/>
          </a:bodyPr>
          <a:lstStyle>
            <a:lvl1pPr marL="0" indent="0" algn="l">
              <a:lnSpc>
                <a:spcPct val="100000"/>
              </a:lnSpc>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单击此处编辑副标题</a:t>
            </a:r>
            <a:endParaRPr lang="zh-CN" altLang="en-US"/>
          </a:p>
        </p:txBody>
      </p:sp>
      <p:sp>
        <p:nvSpPr>
          <p:cNvPr id="4" name="日期占位符 3"/>
          <p:cNvSpPr>
            <a:spLocks noGrp="1"/>
          </p:cNvSpPr>
          <p:nvPr userDrawn="1">
            <p:ph type="dt" sz="half" idx="10"/>
            <p:custDataLst>
              <p:tags r:id="rId1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6"/>
            </p:custDataLst>
          </p:nvPr>
        </p:nvSpPr>
        <p:spPr/>
        <p:txBody>
          <a:bodyPr/>
          <a:lstStyle/>
          <a:p>
            <a:endParaRPr lang="zh-CN" altLang="en-US"/>
          </a:p>
        </p:txBody>
      </p:sp>
      <p:sp>
        <p:nvSpPr>
          <p:cNvPr id="6" name="灯片编号占位符 5"/>
          <p:cNvSpPr>
            <a:spLocks noGrp="1"/>
          </p:cNvSpPr>
          <p:nvPr userDrawn="1">
            <p:ph type="sldNum" sz="quarter" idx="12"/>
            <p:custDataLst>
              <p:tags r:id="rId1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8"/>
            </p:custDataLst>
          </p:nvPr>
        </p:nvSpPr>
        <p:spPr>
          <a:xfrm>
            <a:off x="1446737" y="666000"/>
            <a:ext cx="2880000" cy="504000"/>
          </a:xfrm>
        </p:spPr>
        <p:txBody>
          <a:bodyPr wrap="square" anchor="ctr">
            <a:normAutofit/>
          </a:bodyPr>
          <a:lstStyle>
            <a:lvl1pPr marL="0" indent="0">
              <a:lnSpc>
                <a:spcPct val="100000"/>
              </a:lnSpc>
              <a:buNone/>
              <a:defRPr sz="1600">
                <a:solidFill>
                  <a:schemeClr val="tx1">
                    <a:lumMod val="60000"/>
                    <a:lumOff val="40000"/>
                  </a:schemeClr>
                </a:solidFill>
              </a:defRPr>
            </a:lvl1pPr>
          </a:lstStyle>
          <a:p>
            <a:pPr lvl="0"/>
            <a:r>
              <a:rPr lang="zh-CN" altLang="en-US"/>
              <a:t>公司名</a:t>
            </a:r>
            <a:endParaRPr lang="zh-CN" altLang="en-US"/>
          </a:p>
        </p:txBody>
      </p:sp>
      <p:sp>
        <p:nvSpPr>
          <p:cNvPr id="24" name="署名占位符 10"/>
          <p:cNvSpPr>
            <a:spLocks noGrp="1"/>
          </p:cNvSpPr>
          <p:nvPr userDrawn="1">
            <p:ph type="body" sz="quarter" idx="17" hasCustomPrompt="1"/>
            <p:custDataLst>
              <p:tags r:id="rId19"/>
            </p:custDataLst>
          </p:nvPr>
        </p:nvSpPr>
        <p:spPr>
          <a:xfrm>
            <a:off x="1067581" y="5258398"/>
            <a:ext cx="2880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600">
                <a:solidFill>
                  <a:srgbClr val="FFFFFF"/>
                </a:solidFill>
              </a:defRPr>
            </a:lvl1pPr>
          </a:lstStyle>
          <a:p>
            <a:pPr lvl="0"/>
            <a:r>
              <a:rPr lang="zh-CN" altLang="en-US"/>
              <a:t>署名</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image" Target="file:///D:\qq&#25991;&#20214;\712321467\Image\C2C\Image2\%7b75232B38-A165-1FB7-499C-2E1C792CACB5%7d.png" TargetMode="External"/><Relationship Id="rId22" Type="http://schemas.openxmlformats.org/officeDocument/2006/relationships/image" Target="../media/image4.png"/><Relationship Id="rId21" Type="http://schemas.openxmlformats.org/officeDocument/2006/relationships/tags" Target="../tags/tag98.xml"/><Relationship Id="rId20" Type="http://schemas.openxmlformats.org/officeDocument/2006/relationships/tags" Target="../tags/tag97.xml"/><Relationship Id="rId2" Type="http://schemas.openxmlformats.org/officeDocument/2006/relationships/slideLayout" Target="../slideLayouts/slideLayout2.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gradFill flip="none" rotWithShape="1">
            <a:gsLst>
              <a:gs pos="0">
                <a:schemeClr val="bg1"/>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custDataLst>
              <p:tags r:id="rId13"/>
            </p:custDataLst>
          </p:nvPr>
        </p:nvSpPr>
        <p:spPr>
          <a:xfrm>
            <a:off x="10941050" y="6104029"/>
            <a:ext cx="1250950" cy="753971"/>
          </a:xfrm>
          <a:custGeom>
            <a:avLst/>
            <a:gdLst>
              <a:gd name="connsiteX0" fmla="*/ 1250950 w 1250950"/>
              <a:gd name="connsiteY0" fmla="*/ 0 h 753971"/>
              <a:gd name="connsiteX1" fmla="*/ 1250950 w 1250950"/>
              <a:gd name="connsiteY1" fmla="*/ 753971 h 753971"/>
              <a:gd name="connsiteX2" fmla="*/ 0 w 1250950"/>
              <a:gd name="connsiteY2" fmla="*/ 753971 h 753971"/>
              <a:gd name="connsiteX3" fmla="*/ 4704 w 1250950"/>
              <a:gd name="connsiteY3" fmla="*/ 744208 h 753971"/>
              <a:gd name="connsiteX4" fmla="*/ 1056691 w 1250950"/>
              <a:gd name="connsiteY4" fmla="*/ 13476 h 753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950" h="753971">
                <a:moveTo>
                  <a:pt x="1250950" y="0"/>
                </a:moveTo>
                <a:lnTo>
                  <a:pt x="1250950" y="753971"/>
                </a:lnTo>
                <a:lnTo>
                  <a:pt x="0" y="753971"/>
                </a:lnTo>
                <a:lnTo>
                  <a:pt x="4704" y="744208"/>
                </a:lnTo>
                <a:cubicBezTo>
                  <a:pt x="215501" y="356165"/>
                  <a:pt x="601588" y="77164"/>
                  <a:pt x="1056691" y="13476"/>
                </a:cubicBezTo>
                <a:close/>
              </a:path>
            </a:pathLst>
          </a:custGeom>
          <a:gradFill flip="none" rotWithShape="1">
            <a:gsLst>
              <a:gs pos="0">
                <a:schemeClr val="accent1">
                  <a:lumMod val="40000"/>
                  <a:lumOff val="6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14"/>
            </p:custDataLst>
          </p:nvPr>
        </p:nvSpPr>
        <p:spPr>
          <a:xfrm>
            <a:off x="10941050" y="6350351"/>
            <a:ext cx="1034820" cy="261325"/>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1" name="KSO_TEMPLATE" hidden="1"/>
          <p:cNvSpPr/>
          <p:nvPr userDrawn="1">
            <p:custDataLst>
              <p:tags r:id="rId20"/>
            </p:custDataLst>
          </p:nvPr>
        </p:nvSpPr>
        <p:spPr>
          <a:xfrm flipH="1">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073743875" descr="学科网 zxxk.com"/>
          <p:cNvPicPr>
            <a:picLocks noChangeAspect="1"/>
          </p:cNvPicPr>
          <p:nvPr>
            <p:custDataLst>
              <p:tags r:id="rId21"/>
            </p:custDataLst>
          </p:nvPr>
        </p:nvPicPr>
        <p:blipFill>
          <a:blip r:embed="rId22" r:link="rId23"/>
          <a:stretch>
            <a:fillRect/>
          </a:stretch>
        </p:blipFill>
        <p:spPr>
          <a:xfrm>
            <a:off x="838200" y="365125"/>
            <a:ext cx="9525" cy="9525"/>
          </a:xfrm>
          <a:prstGeom prst="rect">
            <a:avLst/>
          </a:prstGeom>
          <a:noFill/>
          <a:ln>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ct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ct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ct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ct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2.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image" Target="../media/image6.svg"/><Relationship Id="rId26" Type="http://schemas.openxmlformats.org/officeDocument/2006/relationships/notesSlide" Target="../notesSlides/notesSlide1.xml"/><Relationship Id="rId25" Type="http://schemas.openxmlformats.org/officeDocument/2006/relationships/slideLayout" Target="../slideLayouts/slideLayout3.xml"/><Relationship Id="rId24" Type="http://schemas.openxmlformats.org/officeDocument/2006/relationships/tags" Target="../tags/tag123.xml"/><Relationship Id="rId23" Type="http://schemas.openxmlformats.org/officeDocument/2006/relationships/tags" Target="../tags/tag122.xml"/><Relationship Id="rId22" Type="http://schemas.openxmlformats.org/officeDocument/2006/relationships/tags" Target="../tags/tag121.xml"/><Relationship Id="rId21" Type="http://schemas.openxmlformats.org/officeDocument/2006/relationships/tags" Target="../tags/tag120.xml"/><Relationship Id="rId20" Type="http://schemas.openxmlformats.org/officeDocument/2006/relationships/tags" Target="../tags/tag119.xml"/><Relationship Id="rId2" Type="http://schemas.openxmlformats.org/officeDocument/2006/relationships/image" Target="../media/image5.png"/><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2.xml"/></Relationships>
</file>

<file path=ppt/slides/_rels/slide3.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2" Type="http://schemas.openxmlformats.org/officeDocument/2006/relationships/notesSlide" Target="../notesSlides/notesSlide2.xml"/><Relationship Id="rId11" Type="http://schemas.openxmlformats.org/officeDocument/2006/relationships/slideLayout" Target="../slideLayouts/slideLayout8.xml"/><Relationship Id="rId10" Type="http://schemas.openxmlformats.org/officeDocument/2006/relationships/tags" Target="../tags/tag133.xml"/><Relationship Id="rId1" Type="http://schemas.openxmlformats.org/officeDocument/2006/relationships/tags" Target="../tags/tag127.xml"/></Relationships>
</file>

<file path=ppt/slides/_rels/slide4.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tags" Target="../tags/tag140.xml"/><Relationship Id="rId3" Type="http://schemas.openxmlformats.org/officeDocument/2006/relationships/tags" Target="../tags/tag139.xml"/><Relationship Id="rId20" Type="http://schemas.openxmlformats.org/officeDocument/2006/relationships/slideLayout" Target="../slideLayouts/slideLayout8.xml"/><Relationship Id="rId2" Type="http://schemas.openxmlformats.org/officeDocument/2006/relationships/tags" Target="../tags/tag138.xml"/><Relationship Id="rId19" Type="http://schemas.openxmlformats.org/officeDocument/2006/relationships/tags" Target="../tags/tag148.xml"/><Relationship Id="rId18" Type="http://schemas.openxmlformats.org/officeDocument/2006/relationships/image" Target="../media/image9.png"/><Relationship Id="rId17" Type="http://schemas.openxmlformats.org/officeDocument/2006/relationships/tags" Target="../tags/tag147.xml"/><Relationship Id="rId16" Type="http://schemas.openxmlformats.org/officeDocument/2006/relationships/image" Target="../media/image15.png"/><Relationship Id="rId15" Type="http://schemas.openxmlformats.org/officeDocument/2006/relationships/tags" Target="../tags/tag146.xml"/><Relationship Id="rId14" Type="http://schemas.openxmlformats.org/officeDocument/2006/relationships/tags" Target="../tags/tag145.xml"/><Relationship Id="rId13" Type="http://schemas.openxmlformats.org/officeDocument/2006/relationships/image" Target="../media/image14.png"/><Relationship Id="rId12" Type="http://schemas.openxmlformats.org/officeDocument/2006/relationships/tags" Target="../tags/tag144.xml"/><Relationship Id="rId11" Type="http://schemas.openxmlformats.org/officeDocument/2006/relationships/image" Target="../media/image13.jpeg"/><Relationship Id="rId10" Type="http://schemas.openxmlformats.org/officeDocument/2006/relationships/tags" Target="../tags/tag143.xml"/><Relationship Id="rId1" Type="http://schemas.openxmlformats.org/officeDocument/2006/relationships/tags" Target="../tags/tag137.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image" Target="../media/image9.png"/><Relationship Id="rId4" Type="http://schemas.openxmlformats.org/officeDocument/2006/relationships/tags" Target="../tags/tag151.xml"/><Relationship Id="rId3" Type="http://schemas.openxmlformats.org/officeDocument/2006/relationships/image" Target="../media/image15.png"/><Relationship Id="rId2" Type="http://schemas.openxmlformats.org/officeDocument/2006/relationships/tags" Target="../tags/tag150.xml"/><Relationship Id="rId1" Type="http://schemas.openxmlformats.org/officeDocument/2006/relationships/tags" Target="../tags/tag149.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image" Target="../media/image9.png"/><Relationship Id="rId4" Type="http://schemas.openxmlformats.org/officeDocument/2006/relationships/tags" Target="../tags/tag157.xml"/><Relationship Id="rId3" Type="http://schemas.openxmlformats.org/officeDocument/2006/relationships/image" Target="../media/image15.png"/><Relationship Id="rId2" Type="http://schemas.openxmlformats.org/officeDocument/2006/relationships/tags" Target="../tags/tag156.xml"/><Relationship Id="rId1" Type="http://schemas.openxmlformats.org/officeDocument/2006/relationships/tags" Target="../tags/tag155.xml"/></Relationships>
</file>

<file path=ppt/slides/_rels/slide7.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tags" Target="../tags/tag163.xml"/><Relationship Id="rId3" Type="http://schemas.openxmlformats.org/officeDocument/2006/relationships/image" Target="../media/image15.png"/><Relationship Id="rId21" Type="http://schemas.openxmlformats.org/officeDocument/2006/relationships/slideLayout" Target="../slideLayouts/slideLayout8.xml"/><Relationship Id="rId20" Type="http://schemas.openxmlformats.org/officeDocument/2006/relationships/tags" Target="../tags/tag173.xml"/><Relationship Id="rId2" Type="http://schemas.openxmlformats.org/officeDocument/2006/relationships/tags" Target="../tags/tag162.xml"/><Relationship Id="rId19" Type="http://schemas.openxmlformats.org/officeDocument/2006/relationships/tags" Target="../tags/tag172.xml"/><Relationship Id="rId18" Type="http://schemas.openxmlformats.org/officeDocument/2006/relationships/image" Target="../media/image20.png"/><Relationship Id="rId17" Type="http://schemas.openxmlformats.org/officeDocument/2006/relationships/tags" Target="../tags/tag171.xml"/><Relationship Id="rId16" Type="http://schemas.openxmlformats.org/officeDocument/2006/relationships/tags" Target="../tags/tag170.xml"/><Relationship Id="rId15" Type="http://schemas.openxmlformats.org/officeDocument/2006/relationships/tags" Target="../tags/tag169.xml"/><Relationship Id="rId14" Type="http://schemas.openxmlformats.org/officeDocument/2006/relationships/tags" Target="../tags/tag168.xml"/><Relationship Id="rId13" Type="http://schemas.openxmlformats.org/officeDocument/2006/relationships/tags" Target="../tags/tag167.xml"/><Relationship Id="rId12" Type="http://schemas.openxmlformats.org/officeDocument/2006/relationships/image" Target="../media/image19.png"/><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61.xml"/></Relationships>
</file>

<file path=ppt/slides/_rels/slide8.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tags" Target="../tags/tag178.xml"/><Relationship Id="rId7" Type="http://schemas.openxmlformats.org/officeDocument/2006/relationships/image" Target="../media/image21.png"/><Relationship Id="rId6" Type="http://schemas.openxmlformats.org/officeDocument/2006/relationships/tags" Target="../tags/tag177.xml"/><Relationship Id="rId5" Type="http://schemas.openxmlformats.org/officeDocument/2006/relationships/image" Target="../media/image9.png"/><Relationship Id="rId4" Type="http://schemas.openxmlformats.org/officeDocument/2006/relationships/tags" Target="../tags/tag176.xml"/><Relationship Id="rId3" Type="http://schemas.openxmlformats.org/officeDocument/2006/relationships/image" Target="../media/image15.png"/><Relationship Id="rId2" Type="http://schemas.openxmlformats.org/officeDocument/2006/relationships/tags" Target="../tags/tag175.xml"/><Relationship Id="rId19" Type="http://schemas.openxmlformats.org/officeDocument/2006/relationships/slideLayout" Target="../slideLayouts/slideLayout8.xml"/><Relationship Id="rId18" Type="http://schemas.openxmlformats.org/officeDocument/2006/relationships/tags" Target="../tags/tag181.xml"/><Relationship Id="rId17" Type="http://schemas.openxmlformats.org/officeDocument/2006/relationships/image" Target="../media/image28.png"/><Relationship Id="rId16" Type="http://schemas.openxmlformats.org/officeDocument/2006/relationships/image" Target="../media/image27.png"/><Relationship Id="rId15" Type="http://schemas.openxmlformats.org/officeDocument/2006/relationships/image" Target="../media/image26.png"/><Relationship Id="rId14" Type="http://schemas.openxmlformats.org/officeDocument/2006/relationships/tags" Target="../tags/tag180.xml"/><Relationship Id="rId13" Type="http://schemas.openxmlformats.org/officeDocument/2006/relationships/image" Target="../media/image25.png"/><Relationship Id="rId12" Type="http://schemas.openxmlformats.org/officeDocument/2006/relationships/tags" Target="../tags/tag179.xml"/><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tags" Target="../tags/tag174.xml"/></Relationships>
</file>

<file path=ppt/slides/_rels/slide9.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image" Target="../media/image9.png"/><Relationship Id="rId4" Type="http://schemas.openxmlformats.org/officeDocument/2006/relationships/tags" Target="../tags/tag184.xml"/><Relationship Id="rId3" Type="http://schemas.openxmlformats.org/officeDocument/2006/relationships/image" Target="../media/image15.png"/><Relationship Id="rId25" Type="http://schemas.openxmlformats.org/officeDocument/2006/relationships/slideLayout" Target="../slideLayouts/slideLayout8.xml"/><Relationship Id="rId24" Type="http://schemas.openxmlformats.org/officeDocument/2006/relationships/tags" Target="../tags/tag197.xml"/><Relationship Id="rId23" Type="http://schemas.openxmlformats.org/officeDocument/2006/relationships/image" Target="../media/image34.png"/><Relationship Id="rId22" Type="http://schemas.openxmlformats.org/officeDocument/2006/relationships/tags" Target="../tags/tag196.xml"/><Relationship Id="rId21" Type="http://schemas.openxmlformats.org/officeDocument/2006/relationships/tags" Target="../tags/tag195.xml"/><Relationship Id="rId20" Type="http://schemas.openxmlformats.org/officeDocument/2006/relationships/image" Target="../media/image33.png"/><Relationship Id="rId2" Type="http://schemas.openxmlformats.org/officeDocument/2006/relationships/tags" Target="../tags/tag183.xml"/><Relationship Id="rId19" Type="http://schemas.openxmlformats.org/officeDocument/2006/relationships/tags" Target="../tags/tag194.xml"/><Relationship Id="rId18" Type="http://schemas.openxmlformats.org/officeDocument/2006/relationships/tags" Target="../tags/tag193.xml"/><Relationship Id="rId17" Type="http://schemas.openxmlformats.org/officeDocument/2006/relationships/tags" Target="../tags/tag192.xml"/><Relationship Id="rId16" Type="http://schemas.openxmlformats.org/officeDocument/2006/relationships/image" Target="../media/image32.png"/><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tags" Target="../tags/tag189.xml"/><Relationship Id="rId12" Type="http://schemas.openxmlformats.org/officeDocument/2006/relationships/tags" Target="../tags/tag188.xml"/><Relationship Id="rId11" Type="http://schemas.openxmlformats.org/officeDocument/2006/relationships/tags" Target="../tags/tag187.xml"/><Relationship Id="rId10" Type="http://schemas.openxmlformats.org/officeDocument/2006/relationships/image" Target="../media/image31.png"/><Relationship Id="rId1" Type="http://schemas.openxmlformats.org/officeDocument/2006/relationships/tags" Target="../tags/tag182.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image" Target="../media/image9.png"/><Relationship Id="rId4" Type="http://schemas.openxmlformats.org/officeDocument/2006/relationships/tags" Target="../tags/tag200.xml"/><Relationship Id="rId3" Type="http://schemas.openxmlformats.org/officeDocument/2006/relationships/image" Target="../media/image15.png"/><Relationship Id="rId2" Type="http://schemas.openxmlformats.org/officeDocument/2006/relationships/tags" Target="../tags/tag199.xml"/><Relationship Id="rId1" Type="http://schemas.openxmlformats.org/officeDocument/2006/relationships/tags" Target="../tags/tag198.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image" Target="../media/image9.png"/><Relationship Id="rId4" Type="http://schemas.openxmlformats.org/officeDocument/2006/relationships/tags" Target="../tags/tag206.xml"/><Relationship Id="rId3" Type="http://schemas.openxmlformats.org/officeDocument/2006/relationships/image" Target="../media/image15.png"/><Relationship Id="rId2" Type="http://schemas.openxmlformats.org/officeDocument/2006/relationships/tags" Target="../tags/tag205.xml"/><Relationship Id="rId1" Type="http://schemas.openxmlformats.org/officeDocument/2006/relationships/tags" Target="../tags/tag204.xml"/></Relationships>
</file>

<file path=ppt/slides/_rels/slide12.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9.png"/><Relationship Id="rId4" Type="http://schemas.openxmlformats.org/officeDocument/2006/relationships/tags" Target="../tags/tag211.xml"/><Relationship Id="rId3" Type="http://schemas.openxmlformats.org/officeDocument/2006/relationships/image" Target="../media/image15.png"/><Relationship Id="rId2" Type="http://schemas.openxmlformats.org/officeDocument/2006/relationships/tags" Target="../tags/tag210.xml"/><Relationship Id="rId18" Type="http://schemas.openxmlformats.org/officeDocument/2006/relationships/slideLayout" Target="../slideLayouts/slideLayout8.xml"/><Relationship Id="rId17" Type="http://schemas.openxmlformats.org/officeDocument/2006/relationships/tags" Target="../tags/tag217.xml"/><Relationship Id="rId16" Type="http://schemas.openxmlformats.org/officeDocument/2006/relationships/image" Target="../media/image40.png"/><Relationship Id="rId15" Type="http://schemas.openxmlformats.org/officeDocument/2006/relationships/image" Target="../media/image39.png"/><Relationship Id="rId14" Type="http://schemas.openxmlformats.org/officeDocument/2006/relationships/image" Target="../media/image38.png"/><Relationship Id="rId13" Type="http://schemas.openxmlformats.org/officeDocument/2006/relationships/image" Target="../media/image37.png"/><Relationship Id="rId12" Type="http://schemas.openxmlformats.org/officeDocument/2006/relationships/tags" Target="../tags/tag216.xml"/><Relationship Id="rId11" Type="http://schemas.openxmlformats.org/officeDocument/2006/relationships/tags" Target="../tags/tag215.xml"/><Relationship Id="rId10" Type="http://schemas.openxmlformats.org/officeDocument/2006/relationships/tags" Target="../tags/tag214.xml"/><Relationship Id="rId1" Type="http://schemas.openxmlformats.org/officeDocument/2006/relationships/tags" Target="../tags/tag209.xml"/></Relationships>
</file>

<file path=ppt/slides/_rels/slide13.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image" Target="../media/image9.png"/><Relationship Id="rId44" Type="http://schemas.openxmlformats.org/officeDocument/2006/relationships/slideLayout" Target="../slideLayouts/slideLayout8.xml"/><Relationship Id="rId43" Type="http://schemas.openxmlformats.org/officeDocument/2006/relationships/tags" Target="../tags/tag252.xml"/><Relationship Id="rId42" Type="http://schemas.openxmlformats.org/officeDocument/2006/relationships/image" Target="../media/image46.png"/><Relationship Id="rId41" Type="http://schemas.openxmlformats.org/officeDocument/2006/relationships/tags" Target="../tags/tag251.xml"/><Relationship Id="rId40" Type="http://schemas.openxmlformats.org/officeDocument/2006/relationships/tags" Target="../tags/tag250.xml"/><Relationship Id="rId4" Type="http://schemas.openxmlformats.org/officeDocument/2006/relationships/tags" Target="../tags/tag220.xml"/><Relationship Id="rId39" Type="http://schemas.openxmlformats.org/officeDocument/2006/relationships/image" Target="../media/image45.png"/><Relationship Id="rId38" Type="http://schemas.openxmlformats.org/officeDocument/2006/relationships/tags" Target="../tags/tag249.xml"/><Relationship Id="rId37" Type="http://schemas.openxmlformats.org/officeDocument/2006/relationships/tags" Target="../tags/tag248.xml"/><Relationship Id="rId36" Type="http://schemas.openxmlformats.org/officeDocument/2006/relationships/image" Target="../media/image44.png"/><Relationship Id="rId35" Type="http://schemas.openxmlformats.org/officeDocument/2006/relationships/image" Target="../media/image43.png"/><Relationship Id="rId34" Type="http://schemas.openxmlformats.org/officeDocument/2006/relationships/tags" Target="../tags/tag247.xml"/><Relationship Id="rId33" Type="http://schemas.openxmlformats.org/officeDocument/2006/relationships/tags" Target="../tags/tag246.xml"/><Relationship Id="rId32" Type="http://schemas.openxmlformats.org/officeDocument/2006/relationships/tags" Target="../tags/tag245.xml"/><Relationship Id="rId31" Type="http://schemas.openxmlformats.org/officeDocument/2006/relationships/tags" Target="../tags/tag244.xml"/><Relationship Id="rId30" Type="http://schemas.openxmlformats.org/officeDocument/2006/relationships/tags" Target="../tags/tag243.xml"/><Relationship Id="rId3" Type="http://schemas.openxmlformats.org/officeDocument/2006/relationships/image" Target="../media/image15.png"/><Relationship Id="rId29" Type="http://schemas.openxmlformats.org/officeDocument/2006/relationships/tags" Target="../tags/tag242.xml"/><Relationship Id="rId28" Type="http://schemas.openxmlformats.org/officeDocument/2006/relationships/tags" Target="../tags/tag241.xml"/><Relationship Id="rId27" Type="http://schemas.openxmlformats.org/officeDocument/2006/relationships/tags" Target="../tags/tag240.xml"/><Relationship Id="rId26" Type="http://schemas.openxmlformats.org/officeDocument/2006/relationships/tags" Target="../tags/tag239.xml"/><Relationship Id="rId25" Type="http://schemas.openxmlformats.org/officeDocument/2006/relationships/tags" Target="../tags/tag238.xml"/><Relationship Id="rId24" Type="http://schemas.openxmlformats.org/officeDocument/2006/relationships/tags" Target="../tags/tag237.xml"/><Relationship Id="rId23" Type="http://schemas.openxmlformats.org/officeDocument/2006/relationships/tags" Target="../tags/tag236.xml"/><Relationship Id="rId22" Type="http://schemas.openxmlformats.org/officeDocument/2006/relationships/tags" Target="../tags/tag235.xml"/><Relationship Id="rId21" Type="http://schemas.openxmlformats.org/officeDocument/2006/relationships/tags" Target="../tags/tag234.xml"/><Relationship Id="rId20" Type="http://schemas.openxmlformats.org/officeDocument/2006/relationships/tags" Target="../tags/tag233.xml"/><Relationship Id="rId2" Type="http://schemas.openxmlformats.org/officeDocument/2006/relationships/tags" Target="../tags/tag219.xml"/><Relationship Id="rId19" Type="http://schemas.openxmlformats.org/officeDocument/2006/relationships/tags" Target="../tags/tag232.xml"/><Relationship Id="rId18" Type="http://schemas.openxmlformats.org/officeDocument/2006/relationships/tags" Target="../tags/tag231.xml"/><Relationship Id="rId17" Type="http://schemas.openxmlformats.org/officeDocument/2006/relationships/tags" Target="../tags/tag230.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image" Target="../media/image42.svg"/><Relationship Id="rId11" Type="http://schemas.openxmlformats.org/officeDocument/2006/relationships/image" Target="../media/image41.png"/><Relationship Id="rId10" Type="http://schemas.openxmlformats.org/officeDocument/2006/relationships/tags" Target="../tags/tag225.xml"/><Relationship Id="rId1" Type="http://schemas.openxmlformats.org/officeDocument/2006/relationships/tags" Target="../tags/tag2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p:cNvSpPr>
            <a:spLocks noGrp="1"/>
          </p:cNvSpPr>
          <p:nvPr>
            <p:ph type="subTitle" idx="1"/>
            <p:custDataLst>
              <p:tags r:id="rId1"/>
            </p:custDataLst>
          </p:nvPr>
        </p:nvSpPr>
        <p:spPr/>
        <p:txBody>
          <a:bodyPr/>
          <a:lstStyle/>
          <a:p>
            <a:r>
              <a:rPr lang="zh-CN" altLang="en-US" sz="3600" b="1">
                <a:solidFill>
                  <a:srgbClr val="002060"/>
                </a:solidFill>
              </a:rPr>
              <a:t>专题：多星模型问题</a:t>
            </a:r>
            <a:endParaRPr lang="zh-CN" altLang="en-US" sz="3600" b="1">
              <a:solidFill>
                <a:srgbClr val="002060"/>
              </a:solidFill>
            </a:endParaRPr>
          </a:p>
        </p:txBody>
      </p:sp>
      <p:sp>
        <p:nvSpPr>
          <p:cNvPr id="7" name="标题"/>
          <p:cNvSpPr>
            <a:spLocks noGrp="1"/>
          </p:cNvSpPr>
          <p:nvPr>
            <p:ph type="ctrTitle"/>
            <p:custDataLst>
              <p:tags r:id="rId2"/>
            </p:custDataLst>
          </p:nvPr>
        </p:nvSpPr>
        <p:spPr>
          <a:xfrm>
            <a:off x="1096645" y="2319020"/>
            <a:ext cx="3702685" cy="1109980"/>
          </a:xfrm>
        </p:spPr>
        <p:txBody>
          <a:bodyPr>
            <a:noAutofit/>
          </a:bodyPr>
          <a:lstStyle/>
          <a:p>
            <a:pPr marL="0" indent="0" algn="l">
              <a:lnSpc>
                <a:spcPct val="100000"/>
              </a:lnSpc>
              <a:spcBef>
                <a:spcPct val="0"/>
              </a:spcBef>
              <a:spcAft>
                <a:spcPct val="0"/>
              </a:spcAft>
              <a:buSzTx/>
            </a:pPr>
            <a:r>
              <a:rPr lang="zh-CN" altLang="en-US" sz="6600">
                <a:sym typeface="+mn-ea"/>
              </a:rPr>
              <a:t>星轨探微</a:t>
            </a:r>
            <a:endParaRPr lang="zh-CN" altLang="en-US" sz="6600">
              <a:sym typeface="+mn-ea"/>
            </a:endParaRPr>
          </a:p>
        </p:txBody>
      </p:sp>
    </p:spTree>
    <p:custDataLst>
      <p:tags r:id="rId3"/>
    </p:custDataLst>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381440" y="999940"/>
            <a:ext cx="1429120" cy="1429120"/>
          </a:xfrm>
          <a:prstGeom prst="rect">
            <a:avLst/>
          </a:prstGeom>
        </p:spPr>
      </p:pic>
      <p:sp>
        <p:nvSpPr>
          <p:cNvPr id="16" name="标题"/>
          <p:cNvSpPr>
            <a:spLocks noGrp="1"/>
          </p:cNvSpPr>
          <p:nvPr>
            <p:ph type="title"/>
            <p:custDataLst>
              <p:tags r:id="rId4"/>
            </p:custDataLst>
          </p:nvPr>
        </p:nvSpPr>
        <p:spPr/>
        <p:txBody>
          <a:bodyPr/>
          <a:lstStyle/>
          <a:p>
            <a:pPr marL="0" indent="0" algn="l">
              <a:lnSpc>
                <a:spcPct val="100000"/>
              </a:lnSpc>
              <a:spcBef>
                <a:spcPct val="0"/>
              </a:spcBef>
              <a:spcAft>
                <a:spcPct val="0"/>
              </a:spcAft>
              <a:buSzTx/>
            </a:pPr>
            <a:r>
              <a:rPr lang="zh-CN" altLang="en-US"/>
              <a:t>目录</a:t>
            </a:r>
            <a:endParaRPr lang="zh-CN" altLang="en-US"/>
          </a:p>
        </p:txBody>
      </p:sp>
      <p:sp>
        <p:nvSpPr>
          <p:cNvPr id="17" name="矩形: 圆角 1"/>
          <p:cNvSpPr/>
          <p:nvPr>
            <p:custDataLst>
              <p:tags r:id="rId5"/>
            </p:custDataLst>
          </p:nvPr>
        </p:nvSpPr>
        <p:spPr>
          <a:xfrm>
            <a:off x="805080" y="205025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2"/>
          <p:cNvSpPr/>
          <p:nvPr>
            <p:custDataLst>
              <p:tags r:id="rId6"/>
            </p:custDataLst>
          </p:nvPr>
        </p:nvSpPr>
        <p:spPr>
          <a:xfrm>
            <a:off x="805080" y="334796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序号"/>
          <p:cNvSpPr txBox="1"/>
          <p:nvPr>
            <p:custDataLst>
              <p:tags r:id="rId7"/>
            </p:custDataLst>
          </p:nvPr>
        </p:nvSpPr>
        <p:spPr>
          <a:xfrm>
            <a:off x="872052" y="225045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01</a:t>
            </a:r>
            <a:endParaRPr lang="en-US" sz="3200" b="1">
              <a:solidFill>
                <a:schemeClr val="accent1"/>
              </a:solidFill>
              <a:latin typeface="+mn-ea"/>
            </a:endParaRPr>
          </a:p>
        </p:txBody>
      </p:sp>
      <p:sp>
        <p:nvSpPr>
          <p:cNvPr id="21" name="项标题"/>
          <p:cNvSpPr txBox="1"/>
          <p:nvPr>
            <p:custDataLst>
              <p:tags r:id="rId8"/>
            </p:custDataLst>
          </p:nvPr>
        </p:nvSpPr>
        <p:spPr>
          <a:xfrm>
            <a:off x="2175705" y="225992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学习目标</a:t>
            </a:r>
            <a:endParaRPr lang="zh-CN" altLang="en-US" sz="2400" spc="300">
              <a:solidFill>
                <a:srgbClr val="102544"/>
              </a:solidFill>
              <a:latin typeface="+mn-ea"/>
            </a:endParaRPr>
          </a:p>
        </p:txBody>
      </p:sp>
      <p:sp>
        <p:nvSpPr>
          <p:cNvPr id="22" name="序号"/>
          <p:cNvSpPr txBox="1"/>
          <p:nvPr>
            <p:custDataLst>
              <p:tags r:id="rId9"/>
            </p:custDataLst>
          </p:nvPr>
        </p:nvSpPr>
        <p:spPr>
          <a:xfrm>
            <a:off x="872052" y="354816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02</a:t>
            </a:r>
            <a:endParaRPr lang="en-US" sz="3200" b="1">
              <a:solidFill>
                <a:schemeClr val="accent1"/>
              </a:solidFill>
              <a:latin typeface="+mn-ea"/>
            </a:endParaRPr>
          </a:p>
        </p:txBody>
      </p:sp>
      <p:sp>
        <p:nvSpPr>
          <p:cNvPr id="24" name="项标题"/>
          <p:cNvSpPr txBox="1"/>
          <p:nvPr>
            <p:custDataLst>
              <p:tags r:id="rId10"/>
            </p:custDataLst>
          </p:nvPr>
        </p:nvSpPr>
        <p:spPr>
          <a:xfrm>
            <a:off x="2175705" y="355763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新课导入</a:t>
            </a:r>
            <a:endParaRPr lang="zh-CN" altLang="en-US" sz="2400" spc="300">
              <a:solidFill>
                <a:srgbClr val="102544"/>
              </a:solidFill>
              <a:latin typeface="+mn-ea"/>
            </a:endParaRPr>
          </a:p>
        </p:txBody>
      </p:sp>
      <p:sp>
        <p:nvSpPr>
          <p:cNvPr id="25" name="矩形: 圆角 9"/>
          <p:cNvSpPr/>
          <p:nvPr>
            <p:custDataLst>
              <p:tags r:id="rId11"/>
            </p:custDataLst>
          </p:nvPr>
        </p:nvSpPr>
        <p:spPr>
          <a:xfrm>
            <a:off x="805080" y="4658953"/>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序号"/>
          <p:cNvSpPr txBox="1"/>
          <p:nvPr>
            <p:custDataLst>
              <p:tags r:id="rId12"/>
            </p:custDataLst>
          </p:nvPr>
        </p:nvSpPr>
        <p:spPr>
          <a:xfrm>
            <a:off x="872052" y="4859161"/>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03</a:t>
            </a:r>
            <a:endParaRPr lang="en-US" sz="3200" b="1">
              <a:solidFill>
                <a:schemeClr val="accent1"/>
              </a:solidFill>
              <a:latin typeface="+mn-ea"/>
            </a:endParaRPr>
          </a:p>
        </p:txBody>
      </p:sp>
      <p:sp>
        <p:nvSpPr>
          <p:cNvPr id="27" name="项标题"/>
          <p:cNvSpPr txBox="1"/>
          <p:nvPr>
            <p:custDataLst>
              <p:tags r:id="rId13"/>
            </p:custDataLst>
          </p:nvPr>
        </p:nvSpPr>
        <p:spPr>
          <a:xfrm>
            <a:off x="2175705" y="4868628"/>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新课讲解</a:t>
            </a:r>
            <a:endParaRPr lang="zh-CN" altLang="en-US" sz="2400" spc="300">
              <a:solidFill>
                <a:srgbClr val="102544"/>
              </a:solidFill>
              <a:latin typeface="+mn-ea"/>
            </a:endParaRPr>
          </a:p>
        </p:txBody>
      </p:sp>
      <p:sp>
        <p:nvSpPr>
          <p:cNvPr id="28" name="矩形: 圆角 12"/>
          <p:cNvSpPr/>
          <p:nvPr>
            <p:custDataLst>
              <p:tags r:id="rId14"/>
            </p:custDataLst>
          </p:nvPr>
        </p:nvSpPr>
        <p:spPr>
          <a:xfrm>
            <a:off x="6197568" y="205025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13"/>
          <p:cNvSpPr/>
          <p:nvPr>
            <p:custDataLst>
              <p:tags r:id="rId15"/>
            </p:custDataLst>
          </p:nvPr>
        </p:nvSpPr>
        <p:spPr>
          <a:xfrm>
            <a:off x="6197568" y="334796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序号"/>
          <p:cNvSpPr txBox="1"/>
          <p:nvPr>
            <p:custDataLst>
              <p:tags r:id="rId16"/>
            </p:custDataLst>
          </p:nvPr>
        </p:nvSpPr>
        <p:spPr>
          <a:xfrm>
            <a:off x="6264538" y="225045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04</a:t>
            </a:r>
            <a:endParaRPr lang="en-US" sz="3200" b="1">
              <a:solidFill>
                <a:schemeClr val="accent1"/>
              </a:solidFill>
              <a:latin typeface="+mn-ea"/>
            </a:endParaRPr>
          </a:p>
        </p:txBody>
      </p:sp>
      <p:sp>
        <p:nvSpPr>
          <p:cNvPr id="31" name="项标题"/>
          <p:cNvSpPr txBox="1"/>
          <p:nvPr>
            <p:custDataLst>
              <p:tags r:id="rId17"/>
            </p:custDataLst>
          </p:nvPr>
        </p:nvSpPr>
        <p:spPr>
          <a:xfrm>
            <a:off x="7568192" y="225992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经典例题</a:t>
            </a:r>
            <a:endParaRPr lang="zh-CN" altLang="en-US" sz="2400" spc="300">
              <a:solidFill>
                <a:srgbClr val="102544"/>
              </a:solidFill>
              <a:latin typeface="+mn-ea"/>
            </a:endParaRPr>
          </a:p>
        </p:txBody>
      </p:sp>
      <p:sp>
        <p:nvSpPr>
          <p:cNvPr id="32" name="序号"/>
          <p:cNvSpPr txBox="1"/>
          <p:nvPr>
            <p:custDataLst>
              <p:tags r:id="rId18"/>
            </p:custDataLst>
          </p:nvPr>
        </p:nvSpPr>
        <p:spPr>
          <a:xfrm>
            <a:off x="6264538" y="354816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05</a:t>
            </a:r>
            <a:endParaRPr lang="en-US" sz="3200" b="1">
              <a:solidFill>
                <a:schemeClr val="accent1"/>
              </a:solidFill>
              <a:latin typeface="+mn-ea"/>
            </a:endParaRPr>
          </a:p>
        </p:txBody>
      </p:sp>
      <p:sp>
        <p:nvSpPr>
          <p:cNvPr id="33" name="项标题"/>
          <p:cNvSpPr txBox="1"/>
          <p:nvPr>
            <p:custDataLst>
              <p:tags r:id="rId19"/>
            </p:custDataLst>
          </p:nvPr>
        </p:nvSpPr>
        <p:spPr>
          <a:xfrm>
            <a:off x="7568192" y="355763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三星系统</a:t>
            </a:r>
            <a:endParaRPr lang="zh-CN" altLang="en-US" sz="2400" spc="300">
              <a:solidFill>
                <a:srgbClr val="102544"/>
              </a:solidFill>
              <a:latin typeface="+mn-ea"/>
            </a:endParaRPr>
          </a:p>
        </p:txBody>
      </p:sp>
      <p:sp>
        <p:nvSpPr>
          <p:cNvPr id="34" name="矩形: 圆角 18"/>
          <p:cNvSpPr/>
          <p:nvPr>
            <p:custDataLst>
              <p:tags r:id="rId20"/>
            </p:custDataLst>
          </p:nvPr>
        </p:nvSpPr>
        <p:spPr>
          <a:xfrm>
            <a:off x="6197568" y="4658953"/>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序号"/>
          <p:cNvSpPr txBox="1"/>
          <p:nvPr>
            <p:custDataLst>
              <p:tags r:id="rId21"/>
            </p:custDataLst>
          </p:nvPr>
        </p:nvSpPr>
        <p:spPr>
          <a:xfrm>
            <a:off x="6264538" y="4859161"/>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06</a:t>
            </a:r>
            <a:endParaRPr lang="en-US" sz="3200" b="1">
              <a:solidFill>
                <a:schemeClr val="accent1"/>
              </a:solidFill>
              <a:latin typeface="+mn-ea"/>
            </a:endParaRPr>
          </a:p>
        </p:txBody>
      </p:sp>
      <p:sp>
        <p:nvSpPr>
          <p:cNvPr id="60" name="项标题"/>
          <p:cNvSpPr txBox="1"/>
          <p:nvPr>
            <p:custDataLst>
              <p:tags r:id="rId22"/>
            </p:custDataLst>
          </p:nvPr>
        </p:nvSpPr>
        <p:spPr>
          <a:xfrm>
            <a:off x="7568192" y="4868628"/>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本课小结</a:t>
            </a:r>
            <a:endParaRPr lang="zh-CN" altLang="en-US" sz="2400" spc="300">
              <a:solidFill>
                <a:srgbClr val="102544"/>
              </a:solidFill>
              <a:latin typeface="+mn-ea"/>
            </a:endParaRPr>
          </a:p>
        </p:txBody>
      </p:sp>
      <p:sp>
        <p:nvSpPr>
          <p:cNvPr id="23" name="任意多边形: 形状 22"/>
          <p:cNvSpPr/>
          <p:nvPr>
            <p:custDataLst>
              <p:tags r:id="rId23"/>
            </p:custDataLst>
          </p:nvPr>
        </p:nvSpPr>
        <p:spPr>
          <a:xfrm>
            <a:off x="2868409" y="875551"/>
            <a:ext cx="4206307" cy="595854"/>
          </a:xfrm>
          <a:custGeom>
            <a:avLst/>
            <a:gdLst/>
            <a:ahLst/>
            <a:cxnLst/>
            <a:rect l="l" t="t" r="r" b="b"/>
            <a:pathLst>
              <a:path w="4207743" h="596057">
                <a:moveTo>
                  <a:pt x="789087" y="106412"/>
                </a:moveTo>
                <a:cubicBezTo>
                  <a:pt x="740966" y="106412"/>
                  <a:pt x="703076" y="124272"/>
                  <a:pt x="675419" y="159991"/>
                </a:cubicBezTo>
                <a:cubicBezTo>
                  <a:pt x="647762" y="195709"/>
                  <a:pt x="633933" y="241970"/>
                  <a:pt x="633933" y="298773"/>
                </a:cubicBezTo>
                <a:cubicBezTo>
                  <a:pt x="633933" y="354831"/>
                  <a:pt x="647452" y="400658"/>
                  <a:pt x="674489" y="436253"/>
                </a:cubicBezTo>
                <a:cubicBezTo>
                  <a:pt x="701526" y="471848"/>
                  <a:pt x="738609" y="489645"/>
                  <a:pt x="785738" y="489645"/>
                </a:cubicBezTo>
                <a:cubicBezTo>
                  <a:pt x="833859" y="489645"/>
                  <a:pt x="871314" y="472592"/>
                  <a:pt x="898103" y="438485"/>
                </a:cubicBezTo>
                <a:cubicBezTo>
                  <a:pt x="924892" y="404379"/>
                  <a:pt x="938287" y="358552"/>
                  <a:pt x="938287" y="301005"/>
                </a:cubicBezTo>
                <a:cubicBezTo>
                  <a:pt x="938287" y="240978"/>
                  <a:pt x="925264" y="193539"/>
                  <a:pt x="899220" y="158688"/>
                </a:cubicBezTo>
                <a:cubicBezTo>
                  <a:pt x="873175" y="123838"/>
                  <a:pt x="836464" y="106412"/>
                  <a:pt x="789087" y="106412"/>
                </a:cubicBezTo>
                <a:close/>
                <a:moveTo>
                  <a:pt x="3315891" y="9674"/>
                </a:moveTo>
                <a:lnTo>
                  <a:pt x="3767584" y="9674"/>
                </a:lnTo>
                <a:lnTo>
                  <a:pt x="3767584" y="110133"/>
                </a:lnTo>
                <a:lnTo>
                  <a:pt x="3603129" y="110133"/>
                </a:lnTo>
                <a:lnTo>
                  <a:pt x="3603129" y="586011"/>
                </a:lnTo>
                <a:lnTo>
                  <a:pt x="3479974" y="586011"/>
                </a:lnTo>
                <a:lnTo>
                  <a:pt x="3479974" y="110133"/>
                </a:lnTo>
                <a:lnTo>
                  <a:pt x="3315891" y="110133"/>
                </a:lnTo>
                <a:close/>
                <a:moveTo>
                  <a:pt x="2722141" y="9674"/>
                </a:moveTo>
                <a:lnTo>
                  <a:pt x="2856086" y="9674"/>
                </a:lnTo>
                <a:lnTo>
                  <a:pt x="3091235" y="372071"/>
                </a:lnTo>
                <a:cubicBezTo>
                  <a:pt x="3106861" y="396131"/>
                  <a:pt x="3116411" y="411386"/>
                  <a:pt x="3119884" y="417835"/>
                </a:cubicBezTo>
                <a:lnTo>
                  <a:pt x="3121744" y="417835"/>
                </a:lnTo>
                <a:cubicBezTo>
                  <a:pt x="3119264" y="403945"/>
                  <a:pt x="3118024" y="377404"/>
                  <a:pt x="3118024" y="338212"/>
                </a:cubicBezTo>
                <a:lnTo>
                  <a:pt x="3118024" y="9674"/>
                </a:lnTo>
                <a:lnTo>
                  <a:pt x="3234482" y="9674"/>
                </a:lnTo>
                <a:lnTo>
                  <a:pt x="3234482" y="586011"/>
                </a:lnTo>
                <a:lnTo>
                  <a:pt x="3108722" y="586011"/>
                </a:lnTo>
                <a:lnTo>
                  <a:pt x="2864644" y="213197"/>
                </a:lnTo>
                <a:cubicBezTo>
                  <a:pt x="2851993" y="193849"/>
                  <a:pt x="2842815" y="178222"/>
                  <a:pt x="2837110" y="166316"/>
                </a:cubicBezTo>
                <a:lnTo>
                  <a:pt x="2835250" y="166316"/>
                </a:lnTo>
                <a:cubicBezTo>
                  <a:pt x="2837483" y="186160"/>
                  <a:pt x="2838599" y="216793"/>
                  <a:pt x="2838599" y="258217"/>
                </a:cubicBezTo>
                <a:lnTo>
                  <a:pt x="2838599" y="586011"/>
                </a:lnTo>
                <a:lnTo>
                  <a:pt x="2722141" y="586011"/>
                </a:lnTo>
                <a:close/>
                <a:moveTo>
                  <a:pt x="2283991" y="9674"/>
                </a:moveTo>
                <a:lnTo>
                  <a:pt x="2611785" y="9674"/>
                </a:lnTo>
                <a:lnTo>
                  <a:pt x="2611785" y="110133"/>
                </a:lnTo>
                <a:lnTo>
                  <a:pt x="2406774" y="110133"/>
                </a:lnTo>
                <a:lnTo>
                  <a:pt x="2406774" y="245939"/>
                </a:lnTo>
                <a:lnTo>
                  <a:pt x="2597274" y="245939"/>
                </a:lnTo>
                <a:lnTo>
                  <a:pt x="2597274" y="346026"/>
                </a:lnTo>
                <a:lnTo>
                  <a:pt x="2406774" y="346026"/>
                </a:lnTo>
                <a:lnTo>
                  <a:pt x="2406774" y="485552"/>
                </a:lnTo>
                <a:lnTo>
                  <a:pt x="2625179" y="485552"/>
                </a:lnTo>
                <a:lnTo>
                  <a:pt x="2625179" y="586011"/>
                </a:lnTo>
                <a:lnTo>
                  <a:pt x="2283991" y="586011"/>
                </a:lnTo>
                <a:close/>
                <a:moveTo>
                  <a:pt x="1753791" y="9674"/>
                </a:moveTo>
                <a:lnTo>
                  <a:pt x="2205484" y="9674"/>
                </a:lnTo>
                <a:lnTo>
                  <a:pt x="2205484" y="110133"/>
                </a:lnTo>
                <a:lnTo>
                  <a:pt x="2041029" y="110133"/>
                </a:lnTo>
                <a:lnTo>
                  <a:pt x="2041029" y="586011"/>
                </a:lnTo>
                <a:lnTo>
                  <a:pt x="1917874" y="586011"/>
                </a:lnTo>
                <a:lnTo>
                  <a:pt x="1917874" y="110133"/>
                </a:lnTo>
                <a:lnTo>
                  <a:pt x="1753791" y="110133"/>
                </a:lnTo>
                <a:close/>
                <a:moveTo>
                  <a:pt x="1160041" y="9674"/>
                </a:moveTo>
                <a:lnTo>
                  <a:pt x="1293986" y="9674"/>
                </a:lnTo>
                <a:lnTo>
                  <a:pt x="1529135" y="372071"/>
                </a:lnTo>
                <a:cubicBezTo>
                  <a:pt x="1544762" y="396131"/>
                  <a:pt x="1554312" y="411386"/>
                  <a:pt x="1557784" y="417835"/>
                </a:cubicBezTo>
                <a:lnTo>
                  <a:pt x="1559644" y="417835"/>
                </a:lnTo>
                <a:cubicBezTo>
                  <a:pt x="1557164" y="403945"/>
                  <a:pt x="1555924" y="377404"/>
                  <a:pt x="1555924" y="338212"/>
                </a:cubicBezTo>
                <a:lnTo>
                  <a:pt x="1555924" y="9674"/>
                </a:lnTo>
                <a:lnTo>
                  <a:pt x="1672382" y="9674"/>
                </a:lnTo>
                <a:lnTo>
                  <a:pt x="1672382" y="586011"/>
                </a:lnTo>
                <a:lnTo>
                  <a:pt x="1546622" y="586011"/>
                </a:lnTo>
                <a:lnTo>
                  <a:pt x="1302544" y="213197"/>
                </a:lnTo>
                <a:cubicBezTo>
                  <a:pt x="1289893" y="193849"/>
                  <a:pt x="1280716" y="178222"/>
                  <a:pt x="1275011" y="166316"/>
                </a:cubicBezTo>
                <a:lnTo>
                  <a:pt x="1273150" y="166316"/>
                </a:lnTo>
                <a:cubicBezTo>
                  <a:pt x="1275383" y="186160"/>
                  <a:pt x="1276499" y="216793"/>
                  <a:pt x="1276499" y="258217"/>
                </a:cubicBezTo>
                <a:lnTo>
                  <a:pt x="1276499" y="586011"/>
                </a:lnTo>
                <a:lnTo>
                  <a:pt x="1160041" y="586011"/>
                </a:lnTo>
                <a:close/>
                <a:moveTo>
                  <a:pt x="4040684" y="0"/>
                </a:moveTo>
                <a:cubicBezTo>
                  <a:pt x="4096990" y="0"/>
                  <a:pt x="4144243" y="7318"/>
                  <a:pt x="4182442" y="21952"/>
                </a:cubicBezTo>
                <a:lnTo>
                  <a:pt x="4182442" y="137294"/>
                </a:lnTo>
                <a:cubicBezTo>
                  <a:pt x="4143747" y="111001"/>
                  <a:pt x="4098478" y="97855"/>
                  <a:pt x="4046637" y="97855"/>
                </a:cubicBezTo>
                <a:cubicBezTo>
                  <a:pt x="4016375" y="97855"/>
                  <a:pt x="3992191" y="103374"/>
                  <a:pt x="3974083" y="114412"/>
                </a:cubicBezTo>
                <a:cubicBezTo>
                  <a:pt x="3955975" y="125450"/>
                  <a:pt x="3946922" y="140271"/>
                  <a:pt x="3946922" y="158874"/>
                </a:cubicBezTo>
                <a:cubicBezTo>
                  <a:pt x="3946922" y="173757"/>
                  <a:pt x="3953123" y="187462"/>
                  <a:pt x="3965525" y="199988"/>
                </a:cubicBezTo>
                <a:cubicBezTo>
                  <a:pt x="3977927" y="212514"/>
                  <a:pt x="4008562" y="229444"/>
                  <a:pt x="4057427" y="250776"/>
                </a:cubicBezTo>
                <a:cubicBezTo>
                  <a:pt x="4114726" y="275332"/>
                  <a:pt x="4154103" y="301253"/>
                  <a:pt x="4175559" y="328538"/>
                </a:cubicBezTo>
                <a:cubicBezTo>
                  <a:pt x="4197015" y="355824"/>
                  <a:pt x="4207743" y="388318"/>
                  <a:pt x="4207743" y="426021"/>
                </a:cubicBezTo>
                <a:cubicBezTo>
                  <a:pt x="4207743" y="481335"/>
                  <a:pt x="4188147" y="523503"/>
                  <a:pt x="4148956" y="552525"/>
                </a:cubicBezTo>
                <a:cubicBezTo>
                  <a:pt x="4109765" y="581546"/>
                  <a:pt x="4054078" y="596057"/>
                  <a:pt x="3981896" y="596057"/>
                </a:cubicBezTo>
                <a:cubicBezTo>
                  <a:pt x="3915916" y="596057"/>
                  <a:pt x="3861842" y="585391"/>
                  <a:pt x="3819674" y="564059"/>
                </a:cubicBezTo>
                <a:lnTo>
                  <a:pt x="3819674" y="440904"/>
                </a:lnTo>
                <a:cubicBezTo>
                  <a:pt x="3866059" y="479351"/>
                  <a:pt x="3918768" y="498575"/>
                  <a:pt x="3977804" y="498575"/>
                </a:cubicBezTo>
                <a:cubicBezTo>
                  <a:pt x="4011290" y="498575"/>
                  <a:pt x="4036467" y="492808"/>
                  <a:pt x="4053334" y="481273"/>
                </a:cubicBezTo>
                <a:cubicBezTo>
                  <a:pt x="4070201" y="469739"/>
                  <a:pt x="4078635" y="454918"/>
                  <a:pt x="4078635" y="436811"/>
                </a:cubicBezTo>
                <a:cubicBezTo>
                  <a:pt x="4078635" y="421184"/>
                  <a:pt x="4071937" y="406425"/>
                  <a:pt x="4058543" y="392535"/>
                </a:cubicBezTo>
                <a:cubicBezTo>
                  <a:pt x="4045148" y="378644"/>
                  <a:pt x="4009802" y="359792"/>
                  <a:pt x="3952503" y="335980"/>
                </a:cubicBezTo>
                <a:cubicBezTo>
                  <a:pt x="3862462" y="297781"/>
                  <a:pt x="3817441" y="242218"/>
                  <a:pt x="3817441" y="169292"/>
                </a:cubicBezTo>
                <a:cubicBezTo>
                  <a:pt x="3817441" y="115714"/>
                  <a:pt x="3837843" y="74104"/>
                  <a:pt x="3878647" y="44463"/>
                </a:cubicBezTo>
                <a:cubicBezTo>
                  <a:pt x="3919451" y="14821"/>
                  <a:pt x="3973463" y="0"/>
                  <a:pt x="4040684" y="0"/>
                </a:cubicBezTo>
                <a:close/>
                <a:moveTo>
                  <a:pt x="792807" y="0"/>
                </a:moveTo>
                <a:cubicBezTo>
                  <a:pt x="875159" y="0"/>
                  <a:pt x="941450" y="27409"/>
                  <a:pt x="991679" y="82228"/>
                </a:cubicBezTo>
                <a:cubicBezTo>
                  <a:pt x="1041909" y="137046"/>
                  <a:pt x="1067023" y="207492"/>
                  <a:pt x="1067023" y="293564"/>
                </a:cubicBezTo>
                <a:cubicBezTo>
                  <a:pt x="1067023" y="383357"/>
                  <a:pt x="1040916" y="456221"/>
                  <a:pt x="988702" y="512155"/>
                </a:cubicBezTo>
                <a:cubicBezTo>
                  <a:pt x="936489" y="568090"/>
                  <a:pt x="868090" y="596057"/>
                  <a:pt x="783506" y="596057"/>
                </a:cubicBezTo>
                <a:cubicBezTo>
                  <a:pt x="700906" y="596057"/>
                  <a:pt x="633809" y="568958"/>
                  <a:pt x="582216" y="514760"/>
                </a:cubicBezTo>
                <a:cubicBezTo>
                  <a:pt x="530622" y="460561"/>
                  <a:pt x="504825" y="390798"/>
                  <a:pt x="504825" y="305470"/>
                </a:cubicBezTo>
                <a:cubicBezTo>
                  <a:pt x="504825" y="215181"/>
                  <a:pt x="531180" y="141697"/>
                  <a:pt x="583890" y="85018"/>
                </a:cubicBezTo>
                <a:cubicBezTo>
                  <a:pt x="636600" y="28340"/>
                  <a:pt x="706239" y="0"/>
                  <a:pt x="792807" y="0"/>
                </a:cubicBezTo>
                <a:close/>
                <a:moveTo>
                  <a:pt x="305842" y="0"/>
                </a:moveTo>
                <a:cubicBezTo>
                  <a:pt x="362148" y="0"/>
                  <a:pt x="409277" y="7318"/>
                  <a:pt x="447228" y="21952"/>
                </a:cubicBezTo>
                <a:lnTo>
                  <a:pt x="447228" y="140643"/>
                </a:lnTo>
                <a:cubicBezTo>
                  <a:pt x="408285" y="117823"/>
                  <a:pt x="364133" y="106412"/>
                  <a:pt x="314771" y="106412"/>
                </a:cubicBezTo>
                <a:cubicBezTo>
                  <a:pt x="258465" y="106412"/>
                  <a:pt x="213444" y="124396"/>
                  <a:pt x="179710" y="160363"/>
                </a:cubicBezTo>
                <a:cubicBezTo>
                  <a:pt x="145976" y="196329"/>
                  <a:pt x="129108" y="243334"/>
                  <a:pt x="129108" y="301377"/>
                </a:cubicBezTo>
                <a:cubicBezTo>
                  <a:pt x="129108" y="357932"/>
                  <a:pt x="145107" y="403449"/>
                  <a:pt x="177105" y="437927"/>
                </a:cubicBezTo>
                <a:cubicBezTo>
                  <a:pt x="209104" y="472406"/>
                  <a:pt x="252388" y="489645"/>
                  <a:pt x="306958" y="489645"/>
                </a:cubicBezTo>
                <a:cubicBezTo>
                  <a:pt x="358304" y="489645"/>
                  <a:pt x="405061" y="477243"/>
                  <a:pt x="447228" y="452438"/>
                </a:cubicBezTo>
                <a:lnTo>
                  <a:pt x="447228" y="565175"/>
                </a:lnTo>
                <a:cubicBezTo>
                  <a:pt x="405309" y="585763"/>
                  <a:pt x="350614" y="596057"/>
                  <a:pt x="283145" y="596057"/>
                </a:cubicBezTo>
                <a:cubicBezTo>
                  <a:pt x="196329" y="596057"/>
                  <a:pt x="127434" y="570074"/>
                  <a:pt x="76460" y="518108"/>
                </a:cubicBezTo>
                <a:cubicBezTo>
                  <a:pt x="25487" y="466142"/>
                  <a:pt x="0" y="396875"/>
                  <a:pt x="0" y="310307"/>
                </a:cubicBezTo>
                <a:cubicBezTo>
                  <a:pt x="0" y="219274"/>
                  <a:pt x="28463" y="144798"/>
                  <a:pt x="85390" y="86879"/>
                </a:cubicBezTo>
                <a:cubicBezTo>
                  <a:pt x="142317" y="28960"/>
                  <a:pt x="215801" y="0"/>
                  <a:pt x="305842" y="0"/>
                </a:cubicBezTo>
                <a:close/>
              </a:path>
            </a:pathLst>
          </a:custGeom>
          <a:solidFill>
            <a:schemeClr val="accent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24"/>
    </p:custDataLst>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422303" y="531205"/>
            <a:ext cx="7518596" cy="758868"/>
            <a:chOff x="2320698" y="560331"/>
            <a:chExt cx="7519988" cy="759009"/>
          </a:xfrm>
        </p:grpSpPr>
        <p:sp>
          <p:nvSpPr>
            <p:cNvPr id="11" name="矩形 10"/>
            <p:cNvSpPr/>
            <p:nvPr>
              <p:custDataLst>
                <p:tags r:id="rId2"/>
              </p:custDataLst>
            </p:nvPr>
          </p:nvSpPr>
          <p:spPr>
            <a:xfrm flipH="1" flipV="1">
              <a:off x="2320698" y="1273621"/>
              <a:ext cx="7519988"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3"/>
              </p:custDataLst>
            </p:nvPr>
          </p:nvSpPr>
          <p:spPr>
            <a:xfrm>
              <a:off x="5235507" y="560331"/>
              <a:ext cx="1690370" cy="535940"/>
            </a:xfrm>
            <a:prstGeom prst="rect">
              <a:avLst/>
            </a:prstGeom>
            <a:noFill/>
            <a:ln w="9525">
              <a:noFill/>
              <a:miter/>
            </a:ln>
          </p:spPr>
          <p:txBody>
            <a:bodyPr wrap="square" lIns="91414" tIns="45707" rIns="91414" bIns="45707">
              <a:normAutofit fontScale="97500"/>
            </a:bodyPr>
            <a:lstStyle/>
            <a:p>
              <a:pPr lvl="0" algn="l" eaLnBrk="1" hangingPunct="1">
                <a:buNone/>
              </a:pPr>
              <a:r>
                <a:rPr lang="zh-CN" altLang="en-US" sz="2900" b="1">
                  <a:solidFill>
                    <a:schemeClr val="tx1"/>
                  </a:solidFill>
                  <a:latin typeface="+mj-lt"/>
                  <a:ea typeface="+mj-ea"/>
                  <a:sym typeface="+mn-ea"/>
                </a:rPr>
                <a:t>学习目标</a:t>
              </a:r>
              <a:endParaRPr lang="zh-CN" altLang="en-US" sz="2900" b="1">
                <a:solidFill>
                  <a:schemeClr val="tx1"/>
                </a:solidFill>
                <a:latin typeface="+mj-lt"/>
                <a:ea typeface="+mj-ea"/>
                <a:sym typeface="+mn-ea"/>
              </a:endParaRPr>
            </a:p>
          </p:txBody>
        </p:sp>
      </p:grpSp>
      <p:pic>
        <p:nvPicPr>
          <p:cNvPr id="12" name="图片 11"/>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923006" y="375850"/>
            <a:ext cx="914231" cy="914231"/>
          </a:xfrm>
          <a:prstGeom prst="rect">
            <a:avLst/>
          </a:prstGeom>
        </p:spPr>
      </p:pic>
      <p:sp>
        <p:nvSpPr>
          <p:cNvPr id="2" name="矩形 1"/>
          <p:cNvSpPr/>
          <p:nvPr>
            <p:custDataLst>
              <p:tags r:id="rId7"/>
            </p:custDataLst>
          </p:nvPr>
        </p:nvSpPr>
        <p:spPr>
          <a:xfrm>
            <a:off x="428625" y="1637665"/>
            <a:ext cx="9249410" cy="3641090"/>
          </a:xfrm>
          <a:prstGeom prst="rect">
            <a:avLst/>
          </a:prstGeom>
          <a:ln w="28575" cmpd="sng">
            <a:gradFill>
              <a:gsLst>
                <a:gs pos="0">
                  <a:schemeClr val="accent4">
                    <a:alpha val="100000"/>
                  </a:schemeClr>
                </a:gs>
                <a:gs pos="0">
                  <a:schemeClr val="accent1"/>
                </a:gs>
                <a:gs pos="36000">
                  <a:schemeClr val="accent2"/>
                </a:gs>
                <a:gs pos="61000">
                  <a:schemeClr val="accent1">
                    <a:lumMod val="85000"/>
                    <a:lumOff val="15000"/>
                    <a:alpha val="85000"/>
                  </a:schemeClr>
                </a:gs>
                <a:gs pos="90000">
                  <a:schemeClr val="accent2"/>
                </a:gs>
              </a:gsLst>
              <a:lin ang="5400000" scaled="1"/>
            </a:gradFill>
            <a:prstDash val="sysDash"/>
          </a:ln>
        </p:spPr>
        <p:txBody>
          <a:bodyPr wrap="square">
            <a:normAutofit fontScale="90000"/>
          </a:bodyPr>
          <a:lstStyle/>
          <a:p>
            <a:pPr indent="0" algn="l" fontAlgn="auto">
              <a:lnSpc>
                <a:spcPct val="150000"/>
              </a:lnSpc>
            </a:pPr>
            <a:r>
              <a:rPr lang="en-US" altLang="zh-CN" sz="2800" b="1" err="1">
                <a:solidFill>
                  <a:schemeClr val="tx1"/>
                </a:solidFill>
                <a:cs typeface="微软雅黑" panose="020B0503020204020204" charset="-122"/>
                <a:sym typeface="+mn-ea"/>
              </a:rPr>
              <a:t>1.理解</a:t>
            </a:r>
            <a:r>
              <a:rPr lang="en-US" altLang="zh-CN" sz="2800" b="1" err="1">
                <a:solidFill>
                  <a:srgbClr val="FF0000"/>
                </a:solidFill>
                <a:cs typeface="微软雅黑" panose="020B0503020204020204" charset="-122"/>
                <a:sym typeface="+mn-ea"/>
              </a:rPr>
              <a:t>双星系统的概念</a:t>
            </a:r>
            <a:r>
              <a:rPr lang="en-US" altLang="zh-CN" sz="2800" b="1" err="1">
                <a:solidFill>
                  <a:schemeClr val="tx1"/>
                </a:solidFill>
                <a:cs typeface="微软雅黑" panose="020B0503020204020204" charset="-122"/>
                <a:sym typeface="+mn-ea"/>
              </a:rPr>
              <a:t>，能准确描述双星系统的基本特征，包括两颗恒星的运动特点、相互作用力关系。</a:t>
            </a:r>
            <a:endParaRPr lang="en-US" altLang="zh-CN" sz="2800" b="1" err="1">
              <a:solidFill>
                <a:schemeClr val="tx1"/>
              </a:solidFill>
              <a:cs typeface="微软雅黑" panose="020B0503020204020204" charset="-122"/>
              <a:sym typeface="+mn-ea"/>
            </a:endParaRPr>
          </a:p>
          <a:p>
            <a:pPr indent="0" algn="l" fontAlgn="auto">
              <a:lnSpc>
                <a:spcPct val="150000"/>
              </a:lnSpc>
            </a:pPr>
            <a:r>
              <a:rPr lang="en-US" altLang="zh-CN" sz="2800" b="1" err="1">
                <a:solidFill>
                  <a:schemeClr val="tx1"/>
                </a:solidFill>
                <a:cs typeface="微软雅黑" panose="020B0503020204020204" charset="-122"/>
                <a:sym typeface="+mn-ea"/>
              </a:rPr>
              <a:t>2.</a:t>
            </a:r>
            <a:r>
              <a:rPr lang="zh-CN" altLang="en-US" sz="2800" b="1" err="1">
                <a:solidFill>
                  <a:schemeClr val="tx1"/>
                </a:solidFill>
                <a:cs typeface="微软雅黑" panose="020B0503020204020204" charset="-122"/>
                <a:sym typeface="+mn-ea"/>
              </a:rPr>
              <a:t>掌握</a:t>
            </a:r>
            <a:r>
              <a:rPr lang="zh-CN" altLang="en-US" sz="2800" b="1" err="1">
                <a:solidFill>
                  <a:srgbClr val="FF0000"/>
                </a:solidFill>
                <a:cs typeface="微软雅黑" panose="020B0503020204020204" charset="-122"/>
                <a:sym typeface="+mn-ea"/>
              </a:rPr>
              <a:t>双星系统的特点及运动规律</a:t>
            </a:r>
            <a:r>
              <a:rPr lang="zh-CN" altLang="en-US" sz="2800" b="1" err="1">
                <a:solidFill>
                  <a:schemeClr val="tx1"/>
                </a:solidFill>
                <a:cs typeface="微软雅黑" panose="020B0503020204020204" charset="-122"/>
                <a:sym typeface="+mn-ea"/>
              </a:rPr>
              <a:t>，能够运用万有引力定律和牛顿运动定律分析和计算双星系统的相关物理量，如半径之比等。</a:t>
            </a:r>
            <a:endParaRPr lang="zh-CN" altLang="en-US" sz="2800" b="1" err="1">
              <a:solidFill>
                <a:schemeClr val="tx1"/>
              </a:solidFill>
              <a:cs typeface="微软雅黑" panose="020B0503020204020204" charset="-122"/>
              <a:sym typeface="+mn-ea"/>
            </a:endParaRPr>
          </a:p>
          <a:p>
            <a:pPr indent="0" algn="l" fontAlgn="auto">
              <a:lnSpc>
                <a:spcPct val="150000"/>
              </a:lnSpc>
            </a:pPr>
            <a:r>
              <a:rPr lang="en-US" altLang="zh-CN" sz="2800" b="1">
                <a:solidFill>
                  <a:schemeClr val="tx1"/>
                </a:solidFill>
                <a:cs typeface="微软雅黑" panose="020B0503020204020204" charset="-122"/>
                <a:sym typeface="+mn-ea"/>
              </a:rPr>
              <a:t>3.</a:t>
            </a:r>
            <a:r>
              <a:rPr lang="en-US" altLang="zh-CN" sz="2800" b="1" err="1">
                <a:cs typeface="微软雅黑" panose="020B0503020204020204" charset="-122"/>
                <a:sym typeface="+mn-ea"/>
              </a:rPr>
              <a:t>理解</a:t>
            </a:r>
            <a:r>
              <a:rPr lang="zh-CN" altLang="en-US" sz="2800" b="1" err="1">
                <a:solidFill>
                  <a:srgbClr val="FF0000"/>
                </a:solidFill>
                <a:cs typeface="微软雅黑" panose="020B0503020204020204" charset="-122"/>
                <a:sym typeface="+mn-ea"/>
              </a:rPr>
              <a:t>三</a:t>
            </a:r>
            <a:r>
              <a:rPr lang="en-US" altLang="zh-CN" sz="2800" b="1" err="1">
                <a:solidFill>
                  <a:srgbClr val="FF0000"/>
                </a:solidFill>
                <a:cs typeface="微软雅黑" panose="020B0503020204020204" charset="-122"/>
                <a:sym typeface="+mn-ea"/>
              </a:rPr>
              <a:t>星系统的概念</a:t>
            </a:r>
            <a:r>
              <a:rPr lang="en-US" altLang="zh-CN" sz="2800" b="1" err="1">
                <a:cs typeface="微软雅黑" panose="020B0503020204020204" charset="-122"/>
                <a:sym typeface="+mn-ea"/>
              </a:rPr>
              <a:t>，能</a:t>
            </a:r>
            <a:r>
              <a:rPr lang="zh-CN" altLang="en-US" sz="2800" b="1" err="1">
                <a:cs typeface="微软雅黑" panose="020B0503020204020204" charset="-122"/>
                <a:sym typeface="+mn-ea"/>
              </a:rPr>
              <a:t>够理解不规则的三星问题，并能对特殊的三星问题进行分析计算</a:t>
            </a:r>
            <a:r>
              <a:rPr lang="en-US" altLang="zh-CN" sz="2800" b="1" err="1">
                <a:cs typeface="微软雅黑" panose="020B0503020204020204" charset="-122"/>
                <a:sym typeface="+mn-ea"/>
              </a:rPr>
              <a:t>。</a:t>
            </a:r>
            <a:endParaRPr lang="en-US" altLang="zh-CN" sz="2800" b="1">
              <a:solidFill>
                <a:schemeClr val="tx1"/>
              </a:solidFill>
              <a:cs typeface="微软雅黑" panose="020B0503020204020204" charset="-122"/>
              <a:sym typeface="+mn-ea"/>
            </a:endParaRPr>
          </a:p>
        </p:txBody>
      </p:sp>
      <p:pic>
        <p:nvPicPr>
          <p:cNvPr id="58" name="图片 57"/>
          <p:cNvPicPr>
            <a:picLocks noChangeAspect="1"/>
          </p:cNvPicPr>
          <p:nvPr>
            <p:custDataLst>
              <p:tags r:id="rId8"/>
            </p:custDataLst>
          </p:nvPr>
        </p:nvPicPr>
        <p:blipFill>
          <a:blip r:embed="rId9"/>
          <a:stretch>
            <a:fillRect/>
          </a:stretch>
        </p:blipFill>
        <p:spPr>
          <a:xfrm>
            <a:off x="119380" y="5755005"/>
            <a:ext cx="914400" cy="914400"/>
          </a:xfrm>
          <a:prstGeom prst="rect">
            <a:avLst/>
          </a:prstGeom>
        </p:spPr>
      </p:pic>
    </p:spTree>
    <p:custDataLst>
      <p:tags r:id="rId10"/>
    </p:custDataLst>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2322349" y="531205"/>
            <a:ext cx="7518596" cy="758868"/>
            <a:chOff x="2320698" y="560331"/>
            <a:chExt cx="7519988" cy="759009"/>
          </a:xfrm>
        </p:grpSpPr>
        <p:sp>
          <p:nvSpPr>
            <p:cNvPr id="11" name="矩形 10"/>
            <p:cNvSpPr/>
            <p:nvPr>
              <p:custDataLst>
                <p:tags r:id="rId2"/>
              </p:custDataLst>
            </p:nvPr>
          </p:nvSpPr>
          <p:spPr>
            <a:xfrm flipH="1" flipV="1">
              <a:off x="2320698" y="1273621"/>
              <a:ext cx="751998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3"/>
              </p:custDataLst>
            </p:nvPr>
          </p:nvSpPr>
          <p:spPr>
            <a:xfrm>
              <a:off x="5267643" y="560331"/>
              <a:ext cx="1662430" cy="535940"/>
            </a:xfrm>
            <a:prstGeom prst="rect">
              <a:avLst/>
            </a:prstGeom>
            <a:noFill/>
            <a:ln w="9525">
              <a:noFill/>
              <a:miter/>
            </a:ln>
          </p:spPr>
          <p:txBody>
            <a:bodyPr wrap="square" lIns="91414" tIns="45707" rIns="91414" bIns="45707">
              <a:normAutofit fontScale="97500"/>
            </a:bodyPr>
            <a:lstStyle/>
            <a:p>
              <a:pPr lvl="0" eaLnBrk="1" hangingPunct="1">
                <a:buNone/>
              </a:pPr>
              <a:r>
                <a:rPr lang="zh-CN" altLang="en-US" sz="2900" b="1">
                  <a:solidFill>
                    <a:schemeClr val="tx1"/>
                  </a:solidFill>
                  <a:sym typeface="Arial" panose="020B0604020202020204" pitchFamily="34" charset="0"/>
                </a:rPr>
                <a:t>新课导入</a:t>
              </a:r>
              <a:endParaRPr lang="zh-CN" altLang="en-US" sz="2900" b="1">
                <a:solidFill>
                  <a:schemeClr val="tx1"/>
                </a:solidFill>
                <a:sym typeface="Arial" panose="020B0604020202020204" pitchFamily="34" charset="0"/>
              </a:endParaRPr>
            </a:p>
          </p:txBody>
        </p:sp>
      </p:grpSp>
      <p:pic>
        <p:nvPicPr>
          <p:cNvPr id="13" name="图片 12"/>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3820264" y="375850"/>
            <a:ext cx="914231" cy="914231"/>
          </a:xfrm>
          <a:prstGeom prst="rect">
            <a:avLst/>
          </a:prstGeom>
        </p:spPr>
      </p:pic>
      <p:sp>
        <p:nvSpPr>
          <p:cNvPr id="36866" name="文本框 40963"/>
          <p:cNvSpPr txBox="1"/>
          <p:nvPr>
            <p:custDataLst>
              <p:tags r:id="rId7"/>
            </p:custDataLst>
          </p:nvPr>
        </p:nvSpPr>
        <p:spPr>
          <a:xfrm>
            <a:off x="279400" y="1468120"/>
            <a:ext cx="6400800" cy="1323340"/>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lnSpc>
                <a:spcPct val="150000"/>
              </a:lnSpc>
            </a:pPr>
            <a:r>
              <a:rPr lang="en-US" altLang="zh-CN" sz="2665" b="1" spc="0">
                <a:latin typeface="宋体" panose="02010600030101010101" pitchFamily="2" charset="-122"/>
                <a:ea typeface="宋体" panose="02010600030101010101" pitchFamily="2" charset="-122"/>
              </a:rPr>
              <a:t>  </a:t>
            </a:r>
            <a:r>
              <a:rPr lang="zh-CN" altLang="en-US" sz="2665" b="1" spc="0">
                <a:latin typeface="宋体" panose="02010600030101010101" pitchFamily="2" charset="-122"/>
                <a:ea typeface="宋体" panose="02010600030101010101" pitchFamily="2" charset="-122"/>
              </a:rPr>
              <a:t>宇宙中，有两颗星在一起组成了稳定旋转系统，它们又是如何运动的呢？</a:t>
            </a:r>
            <a:endParaRPr lang="en-US" altLang="zh-CN" sz="2665" b="1" spc="0">
              <a:latin typeface="宋体" panose="02010600030101010101" pitchFamily="2" charset="-122"/>
              <a:ea typeface="宋体" panose="02010600030101010101" pitchFamily="2" charset="-122"/>
            </a:endParaRPr>
          </a:p>
        </p:txBody>
      </p:sp>
      <p:pic>
        <p:nvPicPr>
          <p:cNvPr id="36870" name="图片 14"/>
          <p:cNvPicPr>
            <a:picLocks noChangeAspect="1"/>
          </p:cNvPicPr>
          <p:nvPr>
            <p:custDataLst>
              <p:tags r:id="rId8"/>
            </p:custDataLst>
          </p:nvPr>
        </p:nvPicPr>
        <p:blipFill>
          <a:blip r:embed="rId9"/>
          <a:stretch>
            <a:fillRect/>
          </a:stretch>
        </p:blipFill>
        <p:spPr>
          <a:xfrm>
            <a:off x="446405" y="3901440"/>
            <a:ext cx="3441065" cy="1953260"/>
          </a:xfrm>
          <a:prstGeom prst="rect">
            <a:avLst/>
          </a:prstGeom>
          <a:noFill/>
          <a:ln>
            <a:noFill/>
            <a:miter lim="800000"/>
            <a:headEnd/>
            <a:tailEnd/>
          </a:ln>
        </p:spPr>
      </p:pic>
      <p:pic>
        <p:nvPicPr>
          <p:cNvPr id="36871" name="图片 8"/>
          <p:cNvPicPr>
            <a:picLocks noChangeAspect="1"/>
          </p:cNvPicPr>
          <p:nvPr>
            <p:custDataLst>
              <p:tags r:id="rId10"/>
            </p:custDataLst>
          </p:nvPr>
        </p:nvPicPr>
        <p:blipFill>
          <a:blip r:embed="rId11"/>
          <a:stretch>
            <a:fillRect/>
          </a:stretch>
        </p:blipFill>
        <p:spPr>
          <a:xfrm>
            <a:off x="4162425" y="3822700"/>
            <a:ext cx="3277235" cy="2032000"/>
          </a:xfrm>
          <a:prstGeom prst="rect">
            <a:avLst/>
          </a:prstGeom>
          <a:noFill/>
          <a:ln>
            <a:noFill/>
            <a:miter lim="800000"/>
            <a:headEnd/>
            <a:tailEnd/>
          </a:ln>
        </p:spPr>
      </p:pic>
      <p:pic>
        <p:nvPicPr>
          <p:cNvPr id="36872" name="图片 9"/>
          <p:cNvPicPr>
            <a:picLocks noChangeAspect="1"/>
          </p:cNvPicPr>
          <p:nvPr>
            <p:custDataLst>
              <p:tags r:id="rId12"/>
            </p:custDataLst>
          </p:nvPr>
        </p:nvPicPr>
        <p:blipFill>
          <a:blip r:embed="rId13"/>
          <a:stretch>
            <a:fillRect/>
          </a:stretch>
        </p:blipFill>
        <p:spPr>
          <a:xfrm>
            <a:off x="6699885" y="1468120"/>
            <a:ext cx="4271010" cy="2073275"/>
          </a:xfrm>
          <a:prstGeom prst="rect">
            <a:avLst/>
          </a:prstGeom>
          <a:noFill/>
          <a:ln>
            <a:noFill/>
            <a:miter lim="800000"/>
            <a:headEnd/>
            <a:tailEnd/>
          </a:ln>
        </p:spPr>
      </p:pic>
      <p:sp>
        <p:nvSpPr>
          <p:cNvPr id="2" name="圆角矩形 1"/>
          <p:cNvSpPr/>
          <p:nvPr>
            <p:custDataLst>
              <p:tags r:id="rId14"/>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15"/>
            </p:custDataLst>
          </p:nvPr>
        </p:nvPicPr>
        <p:blipFill>
          <a:blip r:embed="rId16"/>
          <a:stretch>
            <a:fillRect/>
          </a:stretch>
        </p:blipFill>
        <p:spPr>
          <a:xfrm>
            <a:off x="10970895" y="5640070"/>
            <a:ext cx="1219200" cy="1219200"/>
          </a:xfrm>
          <a:prstGeom prst="rect">
            <a:avLst/>
          </a:prstGeom>
        </p:spPr>
      </p:pic>
      <p:pic>
        <p:nvPicPr>
          <p:cNvPr id="58" name="图片 57"/>
          <p:cNvPicPr>
            <a:picLocks noChangeAspect="1"/>
          </p:cNvPicPr>
          <p:nvPr>
            <p:custDataLst>
              <p:tags r:id="rId17"/>
            </p:custDataLst>
          </p:nvPr>
        </p:nvPicPr>
        <p:blipFill>
          <a:blip r:embed="rId18"/>
          <a:stretch>
            <a:fillRect/>
          </a:stretch>
        </p:blipFill>
        <p:spPr>
          <a:xfrm>
            <a:off x="0" y="5854700"/>
            <a:ext cx="914400" cy="914400"/>
          </a:xfrm>
          <a:prstGeom prst="rect">
            <a:avLst/>
          </a:prstGeom>
        </p:spPr>
      </p:pic>
    </p:spTree>
    <p:custDataLst>
      <p:tags r:id="rId19"/>
    </p:custData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sp>
        <p:nvSpPr>
          <p:cNvPr id="42" name="文本框 41"/>
          <p:cNvSpPr txBox="1"/>
          <p:nvPr>
            <p:custDataLst>
              <p:tags r:id="rId6"/>
            </p:custDataLst>
          </p:nvPr>
        </p:nvSpPr>
        <p:spPr>
          <a:xfrm>
            <a:off x="5314950" y="1450975"/>
            <a:ext cx="3570605" cy="4138930"/>
          </a:xfrm>
          <a:prstGeom prst="rect">
            <a:avLst/>
          </a:prstGeom>
          <a:noFill/>
          <a:ln w="50800">
            <a:solidFill>
              <a:schemeClr val="accent3">
                <a:lumMod val="75000"/>
              </a:schemeClr>
            </a:solidFill>
          </a:ln>
        </p:spPr>
        <p:txBody>
          <a:bodyPr wrap="square">
            <a:noAutofit/>
          </a:bodyPr>
          <a:lstStyle/>
          <a:p>
            <a:pPr>
              <a:lnSpc>
                <a:spcPct val="150000"/>
              </a:lnSpc>
            </a:pPr>
            <a:r>
              <a:rPr lang="zh-CN" altLang="en-US" sz="2400"/>
              <a:t>     </a:t>
            </a:r>
            <a:r>
              <a:rPr lang="en-US" altLang="zh-CN" sz="2400"/>
              <a:t> </a:t>
            </a:r>
            <a:r>
              <a:rPr lang="zh-CN" altLang="en-US" sz="2400" b="1">
                <a:solidFill>
                  <a:srgbClr val="00B0F0"/>
                </a:solidFill>
              </a:rPr>
              <a:t>宇宙中两个靠得比较近的天体，不考虑其他天体的引力作用，只在彼此间的万有引力作用下绕其连线上的某固定点做匀速圆周运动，称为“双星”模型。</a:t>
            </a:r>
            <a:endParaRPr lang="zh-CN" altLang="en-US" sz="2400"/>
          </a:p>
          <a:p>
            <a:pPr>
              <a:lnSpc>
                <a:spcPct val="150000"/>
              </a:lnSpc>
            </a:pPr>
            <a:endParaRPr lang="zh-CN" altLang="en-US" sz="2400"/>
          </a:p>
        </p:txBody>
      </p:sp>
      <p:sp>
        <p:nvSpPr>
          <p:cNvPr id="9" name="TextBox 12"/>
          <p:cNvSpPr txBox="1"/>
          <p:nvPr>
            <p:custDataLst>
              <p:tags r:id="rId7"/>
            </p:custDataLst>
          </p:nvPr>
        </p:nvSpPr>
        <p:spPr>
          <a:xfrm>
            <a:off x="777128" y="599575"/>
            <a:ext cx="6664908" cy="634896"/>
          </a:xfrm>
          <a:prstGeom prst="rect">
            <a:avLst/>
          </a:prstGeom>
          <a:noFill/>
        </p:spPr>
        <p:txBody>
          <a:bodyPr wrap="square" lIns="109727" tIns="54863" rIns="109727" bIns="54863" rtlCol="0">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4472C4">
                    <a:lumMod val="50000"/>
                  </a:srgbClr>
                </a:solidFill>
                <a:effectLst/>
                <a:uLnTx/>
                <a:uFillTx/>
                <a:latin typeface="微软雅黑" panose="020B0503020204020204" charset="-122"/>
                <a:ea typeface="微软雅黑" panose="020B0503020204020204" charset="-122"/>
                <a:cs typeface="+mn-ea"/>
                <a:sym typeface="+mn-lt"/>
              </a:rPr>
              <a:t>一、双星模型</a:t>
            </a:r>
            <a:endParaRPr kumimoji="0" lang="zh-CN" altLang="en-US" sz="3600" b="1" i="0" u="none" strike="noStrike" kern="1200" cap="none" spc="0" normalizeH="0" baseline="0" noProof="0">
              <a:ln>
                <a:noFill/>
              </a:ln>
              <a:solidFill>
                <a:srgbClr val="4472C4">
                  <a:lumMod val="50000"/>
                </a:srgbClr>
              </a:solidFill>
              <a:effectLst/>
              <a:uLnTx/>
              <a:uFillTx/>
              <a:latin typeface="微软雅黑" panose="020B0503020204020204" charset="-122"/>
              <a:ea typeface="微软雅黑" panose="020B0503020204020204" charset="-122"/>
              <a:cs typeface="+mn-ea"/>
              <a:sym typeface="+mn-lt"/>
            </a:endParaRPr>
          </a:p>
        </p:txBody>
      </p:sp>
    </p:spTree>
    <p:custDataLst>
      <p:tags r:id="rId8"/>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sp>
        <p:nvSpPr>
          <p:cNvPr id="28" name="文本框 27"/>
          <p:cNvSpPr txBox="1"/>
          <p:nvPr>
            <p:custDataLst>
              <p:tags r:id="rId6"/>
            </p:custDataLst>
          </p:nvPr>
        </p:nvSpPr>
        <p:spPr>
          <a:xfrm>
            <a:off x="789940" y="547370"/>
            <a:ext cx="5282565"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1.双星系统</a:t>
            </a:r>
            <a:r>
              <a:rPr lang="zh-CN" altLang="en-US" sz="3200" b="1">
                <a:solidFill>
                  <a:schemeClr val="accent6">
                    <a:lumMod val="75000"/>
                  </a:schemeClr>
                </a:solidFill>
                <a:latin typeface="+mn-ea"/>
                <a:sym typeface="+mn-ea"/>
              </a:rPr>
              <a:t>特点</a:t>
            </a:r>
            <a:endParaRPr kumimoji="0" lang="zh-CN" altLang="en-US" sz="3200" b="1" i="0" u="none" strike="noStrike" kern="1200" cap="none" spc="0" normalizeH="0" baseline="0">
              <a:solidFill>
                <a:schemeClr val="accent6">
                  <a:lumMod val="75000"/>
                </a:schemeClr>
              </a:solidFill>
              <a:latin typeface="+mn-ea"/>
              <a:cs typeface="+mn-cs"/>
            </a:endParaRPr>
          </a:p>
        </p:txBody>
      </p:sp>
      <p:sp>
        <p:nvSpPr>
          <p:cNvPr id="37890" name="文本占位符 5121"/>
          <p:cNvSpPr>
            <a:spLocks noGrp="1"/>
          </p:cNvSpPr>
          <p:nvPr>
            <p:custDataLst>
              <p:tags r:id="rId7"/>
            </p:custDataLst>
          </p:nvPr>
        </p:nvSpPr>
        <p:spPr>
          <a:xfrm>
            <a:off x="873443" y="1067435"/>
            <a:ext cx="6392862" cy="5272088"/>
          </a:xfrm>
          <a:prstGeom prst="rect">
            <a:avLst/>
          </a:prstGeom>
          <a:noFill/>
          <a:ln>
            <a:noFill/>
            <a:miter lim="800000"/>
          </a:ln>
        </p:spPr>
        <p:txBody>
          <a:bodyPr vert="horz" wrap="square" lIns="91440" tIns="45720" rIns="91440" bIns="45720" numCol="1" anchor="t" anchorCtr="0" compatLnSpc="1">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1</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sz="2660" b="1">
                <a:solidFill>
                  <a:srgbClr val="191919"/>
                </a:solidFill>
                <a:latin typeface="宋体" panose="02010600030101010101" pitchFamily="2" charset="-122"/>
                <a:ea typeface="宋体" panose="02010600030101010101" pitchFamily="2" charset="-122"/>
                <a:sym typeface="+mn-ea"/>
              </a:rPr>
              <a:t>两恒星之间万有引力分别提供了两恒星的向心力，即两颗恒星受到的</a:t>
            </a:r>
            <a:r>
              <a:rPr lang="en-US" sz="2660" b="1">
                <a:solidFill>
                  <a:srgbClr val="00B0F0"/>
                </a:solidFill>
                <a:latin typeface="宋体" panose="02010600030101010101" pitchFamily="2" charset="-122"/>
                <a:ea typeface="宋体" panose="02010600030101010101" pitchFamily="2" charset="-122"/>
                <a:sym typeface="+mn-ea"/>
              </a:rPr>
              <a:t>向心力</a:t>
            </a:r>
            <a:r>
              <a:rPr lang="en-US" altLang="zh-CN" sz="2660" b="1">
                <a:solidFill>
                  <a:srgbClr val="FF0000"/>
                </a:solidFill>
                <a:latin typeface="宋体" panose="02010600030101010101" pitchFamily="2" charset="-122"/>
                <a:ea typeface="宋体" panose="02010600030101010101" pitchFamily="2" charset="-122"/>
                <a:sym typeface="+mn-ea"/>
              </a:rPr>
              <a:t>Fn</a:t>
            </a:r>
            <a:r>
              <a:rPr lang="en-US" sz="2660" b="1">
                <a:solidFill>
                  <a:srgbClr val="00B0F0"/>
                </a:solidFill>
                <a:latin typeface="宋体" panose="02010600030101010101" pitchFamily="2" charset="-122"/>
                <a:ea typeface="宋体" panose="02010600030101010101" pitchFamily="2" charset="-122"/>
                <a:sym typeface="+mn-ea"/>
              </a:rPr>
              <a:t>大小相等；</a:t>
            </a:r>
            <a:endParaRPr lang="en-US" altLang="en-US" sz="2600" b="1">
              <a:solidFill>
                <a:srgbClr val="00B0F0"/>
              </a:solidFill>
              <a:latin typeface="宋体" panose="02010600030101010101" pitchFamily="2" charset="-122"/>
              <a:ea typeface="宋体" panose="02010600030101010101" pitchFamily="2" charset="-122"/>
            </a:endParaRPr>
          </a:p>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2</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sz="2660" b="1">
                <a:solidFill>
                  <a:srgbClr val="191919"/>
                </a:solidFill>
                <a:latin typeface="宋体" panose="02010600030101010101" pitchFamily="2" charset="-122"/>
                <a:ea typeface="宋体" panose="02010600030101010101" pitchFamily="2" charset="-122"/>
                <a:sym typeface="+mn-ea"/>
              </a:rPr>
              <a:t>两颗恒星均绕共同的中心做</a:t>
            </a:r>
            <a:r>
              <a:rPr lang="en-US" sz="2660" b="1">
                <a:solidFill>
                  <a:srgbClr val="00B0F0"/>
                </a:solidFill>
                <a:latin typeface="宋体" panose="02010600030101010101" pitchFamily="2" charset="-122"/>
                <a:ea typeface="宋体" panose="02010600030101010101" pitchFamily="2" charset="-122"/>
                <a:sym typeface="+mn-ea"/>
              </a:rPr>
              <a:t>匀速圆周运动，</a:t>
            </a:r>
            <a:r>
              <a:rPr lang="en-US" sz="2660" b="1">
                <a:solidFill>
                  <a:schemeClr val="tx1"/>
                </a:solidFill>
                <a:latin typeface="宋体" panose="02010600030101010101" pitchFamily="2" charset="-122"/>
                <a:ea typeface="宋体" panose="02010600030101010101" pitchFamily="2" charset="-122"/>
                <a:sym typeface="+mn-ea"/>
              </a:rPr>
              <a:t>轨道半径</a:t>
            </a:r>
            <a:r>
              <a:rPr sz="2660" b="1">
                <a:solidFill>
                  <a:schemeClr val="tx1"/>
                </a:solidFill>
                <a:latin typeface="宋体" panose="02010600030101010101" pitchFamily="2" charset="-122"/>
                <a:ea typeface="宋体" panose="02010600030101010101" pitchFamily="2" charset="-122"/>
                <a:sym typeface="+mn-ea"/>
              </a:rPr>
              <a:t>r</a:t>
            </a:r>
            <a:r>
              <a:rPr sz="2660" b="1" baseline="-25000">
                <a:solidFill>
                  <a:schemeClr val="tx1"/>
                </a:solidFill>
                <a:latin typeface="宋体" panose="02010600030101010101" pitchFamily="2" charset="-122"/>
                <a:ea typeface="宋体" panose="02010600030101010101" pitchFamily="2" charset="-122"/>
                <a:sym typeface="+mn-ea"/>
              </a:rPr>
              <a:t>1</a:t>
            </a:r>
            <a:r>
              <a:rPr sz="2660" b="1">
                <a:solidFill>
                  <a:schemeClr val="tx1"/>
                </a:solidFill>
                <a:latin typeface="宋体" panose="02010600030101010101" pitchFamily="2" charset="-122"/>
                <a:ea typeface="宋体" panose="02010600030101010101" pitchFamily="2" charset="-122"/>
                <a:sym typeface="+mn-ea"/>
              </a:rPr>
              <a:t>、r</a:t>
            </a:r>
            <a:r>
              <a:rPr sz="2660" b="1" baseline="-25000">
                <a:solidFill>
                  <a:schemeClr val="tx1"/>
                </a:solidFill>
                <a:latin typeface="宋体" panose="02010600030101010101" pitchFamily="2" charset="-122"/>
                <a:ea typeface="宋体" panose="02010600030101010101" pitchFamily="2" charset="-122"/>
                <a:sym typeface="+mn-ea"/>
              </a:rPr>
              <a:t>2</a:t>
            </a:r>
            <a:r>
              <a:rPr lang="en-US" sz="2660" b="1">
                <a:solidFill>
                  <a:schemeClr val="tx1"/>
                </a:solidFill>
                <a:latin typeface="宋体" panose="02010600030101010101" pitchFamily="2" charset="-122"/>
                <a:ea typeface="宋体" panose="02010600030101010101" pitchFamily="2" charset="-122"/>
                <a:sym typeface="+mn-ea"/>
              </a:rPr>
              <a:t>与两</a:t>
            </a:r>
            <a:r>
              <a:rPr sz="2660" b="1">
                <a:solidFill>
                  <a:srgbClr val="191919"/>
                </a:solidFill>
                <a:latin typeface="宋体" panose="02010600030101010101" pitchFamily="2" charset="-122"/>
                <a:ea typeface="宋体" panose="02010600030101010101" pitchFamily="2" charset="-122"/>
                <a:sym typeface="+mn-ea"/>
              </a:rPr>
              <a:t>恒星</a:t>
            </a:r>
            <a:r>
              <a:rPr lang="en-US" sz="2660" b="1">
                <a:solidFill>
                  <a:schemeClr val="tx1"/>
                </a:solidFill>
                <a:latin typeface="宋体" panose="02010600030101010101" pitchFamily="2" charset="-122"/>
                <a:ea typeface="宋体" panose="02010600030101010101" pitchFamily="2" charset="-122"/>
                <a:sym typeface="+mn-ea"/>
              </a:rPr>
              <a:t>间距离</a:t>
            </a:r>
            <a:r>
              <a:rPr sz="2660" b="1">
                <a:solidFill>
                  <a:schemeClr val="tx1"/>
                </a:solidFill>
                <a:latin typeface="宋体" panose="02010600030101010101" pitchFamily="2" charset="-122"/>
                <a:ea typeface="宋体" panose="02010600030101010101" pitchFamily="2" charset="-122"/>
                <a:sym typeface="+mn-ea"/>
              </a:rPr>
              <a:t>L的</a:t>
            </a:r>
            <a:r>
              <a:rPr lang="en-US" sz="2660" b="1">
                <a:solidFill>
                  <a:schemeClr val="tx1"/>
                </a:solidFill>
                <a:latin typeface="宋体" panose="02010600030101010101" pitchFamily="2" charset="-122"/>
                <a:ea typeface="宋体" panose="02010600030101010101" pitchFamily="2" charset="-122"/>
                <a:sym typeface="+mn-ea"/>
              </a:rPr>
              <a:t>关系为</a:t>
            </a:r>
            <a:r>
              <a:rPr lang="en-US" sz="2660" b="1">
                <a:solidFill>
                  <a:srgbClr val="00B0F0"/>
                </a:solidFill>
                <a:latin typeface="宋体" panose="02010600030101010101" pitchFamily="2" charset="-122"/>
                <a:ea typeface="宋体" panose="02010600030101010101" pitchFamily="2" charset="-122"/>
                <a:sym typeface="+mn-ea"/>
              </a:rPr>
              <a:t>r</a:t>
            </a:r>
            <a:r>
              <a:rPr lang="en-US" sz="2660" b="1" baseline="-25000">
                <a:solidFill>
                  <a:srgbClr val="00B0F0"/>
                </a:solidFill>
                <a:latin typeface="宋体" panose="02010600030101010101" pitchFamily="2" charset="-122"/>
                <a:ea typeface="宋体" panose="02010600030101010101" pitchFamily="2" charset="-122"/>
                <a:sym typeface="+mn-ea"/>
              </a:rPr>
              <a:t>1</a:t>
            </a:r>
            <a:r>
              <a:rPr lang="en-US" sz="2660" b="1">
                <a:solidFill>
                  <a:srgbClr val="00B0F0"/>
                </a:solidFill>
                <a:latin typeface="宋体" panose="02010600030101010101" pitchFamily="2" charset="-122"/>
                <a:ea typeface="宋体" panose="02010600030101010101" pitchFamily="2" charset="-122"/>
                <a:sym typeface="+mn-ea"/>
              </a:rPr>
              <a:t>＋r</a:t>
            </a:r>
            <a:r>
              <a:rPr lang="en-US" sz="2660" b="1" baseline="-25000">
                <a:solidFill>
                  <a:srgbClr val="00B0F0"/>
                </a:solidFill>
                <a:latin typeface="宋体" panose="02010600030101010101" pitchFamily="2" charset="-122"/>
                <a:ea typeface="宋体" panose="02010600030101010101" pitchFamily="2" charset="-122"/>
                <a:sym typeface="+mn-ea"/>
              </a:rPr>
              <a:t>2</a:t>
            </a:r>
            <a:r>
              <a:rPr lang="en-US" sz="2660" b="1">
                <a:solidFill>
                  <a:srgbClr val="00B0F0"/>
                </a:solidFill>
                <a:latin typeface="宋体" panose="02010600030101010101" pitchFamily="2" charset="-122"/>
                <a:ea typeface="宋体" panose="02010600030101010101" pitchFamily="2" charset="-122"/>
                <a:sym typeface="+mn-ea"/>
              </a:rPr>
              <a:t>＝L；</a:t>
            </a:r>
            <a:endParaRPr lang="en-US" altLang="en-US" sz="2600" b="1">
              <a:solidFill>
                <a:srgbClr val="00B0F0"/>
              </a:solidFill>
              <a:latin typeface="宋体" panose="02010600030101010101" pitchFamily="2" charset="-122"/>
              <a:ea typeface="宋体" panose="02010600030101010101" pitchFamily="2" charset="-122"/>
            </a:endParaRPr>
          </a:p>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3</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altLang="en-US" sz="2665" b="1" spc="0">
                <a:solidFill>
                  <a:srgbClr val="191919"/>
                </a:solidFill>
                <a:latin typeface="宋体" panose="02010600030101010101" pitchFamily="2" charset="-122"/>
                <a:ea typeface="宋体" panose="02010600030101010101" pitchFamily="2" charset="-122"/>
              </a:rPr>
              <a:t>两颗恒星与旋转中心时刻三点共线，即</a:t>
            </a:r>
            <a:r>
              <a:rPr lang="en-US" altLang="en-US" sz="2665" b="1" spc="0">
                <a:solidFill>
                  <a:srgbClr val="00B0F0"/>
                </a:solidFill>
                <a:latin typeface="宋体" panose="02010600030101010101" pitchFamily="2" charset="-122"/>
                <a:ea typeface="宋体" panose="02010600030101010101" pitchFamily="2" charset="-122"/>
              </a:rPr>
              <a:t>两颗恒星角速度</a:t>
            </a:r>
            <a:r>
              <a:rPr lang="en-US" altLang="en-US" sz="2665" b="1" spc="0">
                <a:solidFill>
                  <a:srgbClr val="FF0000"/>
                </a:solidFill>
                <a:latin typeface="微软雅黑" panose="020B0503020204020204" charset="-122"/>
                <a:ea typeface="微软雅黑" panose="020B0503020204020204" charset="-122"/>
              </a:rPr>
              <a:t>ω</a:t>
            </a:r>
            <a:r>
              <a:rPr lang="en-US" altLang="en-US" sz="2665" b="1" spc="0">
                <a:solidFill>
                  <a:srgbClr val="00B0F0"/>
                </a:solidFill>
                <a:latin typeface="宋体" panose="02010600030101010101" pitchFamily="2" charset="-122"/>
                <a:ea typeface="宋体" panose="02010600030101010101" pitchFamily="2" charset="-122"/>
              </a:rPr>
              <a:t>相同，周期</a:t>
            </a:r>
            <a:r>
              <a:rPr lang="en-US" altLang="zh-CN" sz="2665" b="1" spc="0">
                <a:solidFill>
                  <a:srgbClr val="FF0000"/>
                </a:solidFill>
                <a:latin typeface="宋体" panose="02010600030101010101" pitchFamily="2" charset="-122"/>
                <a:ea typeface="宋体" panose="02010600030101010101" pitchFamily="2" charset="-122"/>
              </a:rPr>
              <a:t>T</a:t>
            </a:r>
            <a:r>
              <a:rPr lang="en-US" altLang="en-US" sz="2665" b="1" spc="0">
                <a:solidFill>
                  <a:srgbClr val="00B0F0"/>
                </a:solidFill>
                <a:latin typeface="宋体" panose="02010600030101010101" pitchFamily="2" charset="-122"/>
                <a:ea typeface="宋体" panose="02010600030101010101" pitchFamily="2" charset="-122"/>
              </a:rPr>
              <a:t>相同。</a:t>
            </a:r>
            <a:endParaRPr lang="en-US" altLang="en-US" sz="2600" b="1">
              <a:solidFill>
                <a:srgbClr val="00B0F0"/>
              </a:solidFill>
              <a:latin typeface="宋体" panose="02010600030101010101" pitchFamily="2" charset="-122"/>
              <a:ea typeface="宋体" panose="02010600030101010101" pitchFamily="2" charset="-122"/>
            </a:endParaRPr>
          </a:p>
        </p:txBody>
      </p:sp>
    </p:spTree>
    <p:custDataLst>
      <p:tags r:id="rId8"/>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 calcmode="lin" valueType="num">
                                      <p:cBhvr additive="base">
                                        <p:cTn id="7"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0">
                                            <p:txEl>
                                              <p:pRg st="1" end="1"/>
                                            </p:txEl>
                                          </p:spTgt>
                                        </p:tgtEl>
                                        <p:attrNameLst>
                                          <p:attrName>style.visibility</p:attrName>
                                        </p:attrNameLst>
                                      </p:cBhvr>
                                      <p:to>
                                        <p:strVal val="visible"/>
                                      </p:to>
                                    </p:set>
                                    <p:anim calcmode="lin" valueType="num">
                                      <p:cBhvr additive="base">
                                        <p:cTn id="13" dur="5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0">
                                            <p:txEl>
                                              <p:pRg st="2" end="2"/>
                                            </p:txEl>
                                          </p:spTgt>
                                        </p:tgtEl>
                                        <p:attrNameLst>
                                          <p:attrName>style.visibility</p:attrName>
                                        </p:attrNameLst>
                                      </p:cBhvr>
                                      <p:to>
                                        <p:strVal val="visible"/>
                                      </p:to>
                                    </p:set>
                                    <p:anim calcmode="lin" valueType="num">
                                      <p:cBhvr additive="base">
                                        <p:cTn id="19" dur="500" fill="hold"/>
                                        <p:tgtEl>
                                          <p:spTgt spid="3789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mc:AlternateContent xmlns:mc="http://schemas.openxmlformats.org/markup-compatibility/2006">
        <mc:Choice xmlns:a14="http://schemas.microsoft.com/office/drawing/2010/main" Requires="a14">
          <p:sp>
            <p:nvSpPr>
              <p:cNvPr id="38914" name="内容占位符 7169"/>
              <p:cNvSpPr txBox="1"/>
              <p:nvPr/>
            </p:nvSpPr>
            <p:spPr>
              <a:xfrm>
                <a:off x="5597525" y="2232025"/>
                <a:ext cx="2509838" cy="936625"/>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𝐺</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p:sp>
            <p:nvSpPr>
              <p:cNvPr id="38914" name="内容占位符 7169"/>
              <p:cNvSpPr txBox="1">
                <a:spLocks noRot="1" noChangeAspect="1" noMove="1" noResize="1" noEditPoints="1" noAdjustHandles="1" noChangeArrowheads="1" noChangeShapeType="1" noTextEdit="1"/>
              </p:cNvSpPr>
              <p:nvPr/>
            </p:nvSpPr>
            <p:spPr>
              <a:xfrm>
                <a:off x="5597525" y="2232025"/>
                <a:ext cx="2509838" cy="936625"/>
              </a:xfrm>
              <a:prstGeom prst="rect">
                <a:avLst/>
              </a:prstGeom>
              <a:blipFill rotWithShape="1">
                <a:blip r:embed="rId6"/>
                <a:stretch>
                  <a:fillRect r="13"/>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5" name="内容占位符 7170"/>
              <p:cNvSpPr txBox="1"/>
              <p:nvPr/>
            </p:nvSpPr>
            <p:spPr>
              <a:xfrm>
                <a:off x="8661400" y="2925763"/>
                <a:ext cx="2044700" cy="642937"/>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p:sp>
            <p:nvSpPr>
              <p:cNvPr id="38915" name="内容占位符 7170"/>
              <p:cNvSpPr txBox="1">
                <a:spLocks noRot="1" noChangeAspect="1" noMove="1" noResize="1" noEditPoints="1" noAdjustHandles="1" noChangeArrowheads="1" noChangeShapeType="1" noTextEdit="1"/>
              </p:cNvSpPr>
              <p:nvPr/>
            </p:nvSpPr>
            <p:spPr>
              <a:xfrm>
                <a:off x="8661400" y="2925763"/>
                <a:ext cx="2044700" cy="642937"/>
              </a:xfrm>
              <a:prstGeom prst="rect">
                <a:avLst/>
              </a:prstGeom>
              <a:blipFill rotWithShape="1">
                <a:blip r:embed="rId7"/>
                <a:stretch>
                  <a:fillRect t="-49"/>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6" name="内容占位符 7171"/>
              <p:cNvSpPr txBox="1"/>
              <p:nvPr/>
            </p:nvSpPr>
            <p:spPr>
              <a:xfrm>
                <a:off x="5684838" y="3392488"/>
                <a:ext cx="2333625" cy="842962"/>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𝐺</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p:sp>
            <p:nvSpPr>
              <p:cNvPr id="38916" name="内容占位符 7171"/>
              <p:cNvSpPr txBox="1">
                <a:spLocks noRot="1" noChangeAspect="1" noMove="1" noResize="1" noEditPoints="1" noAdjustHandles="1" noChangeArrowheads="1" noChangeShapeType="1" noTextEdit="1"/>
              </p:cNvSpPr>
              <p:nvPr/>
            </p:nvSpPr>
            <p:spPr>
              <a:xfrm>
                <a:off x="5684838" y="3392488"/>
                <a:ext cx="2333625" cy="842962"/>
              </a:xfrm>
              <a:prstGeom prst="rect">
                <a:avLst/>
              </a:prstGeom>
              <a:blipFill rotWithShape="1">
                <a:blip r:embed="rId8"/>
                <a:stretch>
                  <a:fillRect l="-14" t="-38" r="14"/>
                </a:stretch>
              </a:blipFill>
              <a:ln w="38100">
                <a:noFill/>
                <a:miter lim="800000"/>
              </a:ln>
            </p:spPr>
            <p:txBody>
              <a:bodyPr/>
              <a:lstStyle/>
              <a:p>
                <a:r>
                  <a:rPr lang="zh-CN" altLang="en-US">
                    <a:noFill/>
                  </a:rPr>
                  <a:t> </a:t>
                </a:r>
              </a:p>
            </p:txBody>
          </p:sp>
        </mc:Fallback>
      </mc:AlternateContent>
      <p:sp>
        <p:nvSpPr>
          <p:cNvPr id="38917" name="右大括号 7172"/>
          <p:cNvSpPr/>
          <p:nvPr>
            <p:custDataLst>
              <p:tags r:id="rId9"/>
            </p:custDataLst>
          </p:nvPr>
        </p:nvSpPr>
        <p:spPr>
          <a:xfrm>
            <a:off x="8235950" y="2695575"/>
            <a:ext cx="360363" cy="1149350"/>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sp>
        <p:nvSpPr>
          <p:cNvPr id="38918" name="文本框 7174"/>
          <p:cNvSpPr txBox="1"/>
          <p:nvPr>
            <p:custDataLst>
              <p:tags r:id="rId10"/>
            </p:custDataLst>
          </p:nvPr>
        </p:nvSpPr>
        <p:spPr>
          <a:xfrm>
            <a:off x="4351338" y="2454275"/>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p:sp>
        <p:nvSpPr>
          <p:cNvPr id="38919" name="文本框 7175"/>
          <p:cNvSpPr txBox="1"/>
          <p:nvPr>
            <p:custDataLst>
              <p:tags r:id="rId11"/>
            </p:custDataLst>
          </p:nvPr>
        </p:nvSpPr>
        <p:spPr>
          <a:xfrm>
            <a:off x="4351338" y="3568700"/>
            <a:ext cx="1022350" cy="50323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2</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mc:AlternateContent xmlns:mc="http://schemas.openxmlformats.org/markup-compatibility/2006">
        <mc:Choice xmlns:a14="http://schemas.microsoft.com/office/drawing/2010/main" Requires="a14">
          <p:sp>
            <p:nvSpPr>
              <p:cNvPr id="38920" name="内容占位符 7189"/>
              <p:cNvSpPr txBox="1"/>
              <p:nvPr/>
            </p:nvSpPr>
            <p:spPr>
              <a:xfrm>
                <a:off x="4494530" y="4177030"/>
                <a:ext cx="3423285" cy="741045"/>
              </a:xfrm>
              <a:prstGeom prst="rect">
                <a:avLst/>
              </a:prstGeom>
              <a:noFill/>
              <a:ln w="19050">
                <a:solidFill>
                  <a:srgbClr val="00B0F0"/>
                </a:solid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得</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𝐿</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𝐿</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p:sp>
            <p:nvSpPr>
              <p:cNvPr id="38920" name="内容占位符 7189"/>
              <p:cNvSpPr txBox="1">
                <a:spLocks noRot="1" noChangeAspect="1" noMove="1" noResize="1" noEditPoints="1" noAdjustHandles="1" noChangeArrowheads="1" noChangeShapeType="1" noTextEdit="1"/>
              </p:cNvSpPr>
              <p:nvPr/>
            </p:nvSpPr>
            <p:spPr>
              <a:xfrm>
                <a:off x="4494530" y="4177030"/>
                <a:ext cx="3423285" cy="741045"/>
              </a:xfrm>
              <a:prstGeom prst="rect">
                <a:avLst/>
              </a:prstGeom>
              <a:blipFill rotWithShape="1">
                <a:blip r:embed="rId12"/>
                <a:stretch>
                  <a:fillRect l="-278" t="-1285" r="-278" b="-1285"/>
                </a:stretch>
              </a:blipFill>
              <a:ln w="19050">
                <a:solidFill>
                  <a:srgbClr val="00B0F0"/>
                </a:solidFill>
                <a:miter lim="800000"/>
              </a:ln>
            </p:spPr>
            <p:txBody>
              <a:bodyPr/>
              <a:lstStyle/>
              <a:p>
                <a:r>
                  <a:rPr lang="zh-CN" altLang="en-US">
                    <a:noFill/>
                  </a:rPr>
                  <a:t> </a:t>
                </a:r>
              </a:p>
            </p:txBody>
          </p:sp>
        </mc:Fallback>
      </mc:AlternateContent>
      <p:sp>
        <p:nvSpPr>
          <p:cNvPr id="38921" name="文本框 7190"/>
          <p:cNvSpPr txBox="1"/>
          <p:nvPr>
            <p:custDataLst>
              <p:tags r:id="rId13"/>
            </p:custDataLst>
          </p:nvPr>
        </p:nvSpPr>
        <p:spPr>
          <a:xfrm>
            <a:off x="623888" y="954088"/>
            <a:ext cx="10944225" cy="1323340"/>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514350" lvl="0" indent="-514350" eaLnBrk="1" hangingPunct="0">
              <a:lnSpc>
                <a:spcPct val="150000"/>
              </a:lnSpc>
              <a:buFont typeface="+mj-ea"/>
              <a:buAutoNum type="circleNumDbPlain"/>
            </a:pPr>
            <a:r>
              <a:rPr lang="zh-CN" altLang="en-US" sz="2665" b="1" spc="0">
                <a:solidFill>
                  <a:schemeClr val="tx1"/>
                </a:solidFill>
                <a:latin typeface="宋体" panose="02010600030101010101" pitchFamily="2" charset="-122"/>
                <a:ea typeface="宋体" panose="02010600030101010101" pitchFamily="2" charset="-122"/>
              </a:rPr>
              <a:t>如图，双星的质量分别为m</a:t>
            </a:r>
            <a:r>
              <a:rPr lang="zh-CN" altLang="en-US"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、m</a:t>
            </a:r>
            <a:r>
              <a:rPr lang="zh-CN" altLang="en-US"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，它们之间的距离为L，</a:t>
            </a:r>
            <a:r>
              <a:rPr lang="zh-CN" altLang="en-US" sz="2665" b="1" spc="0">
                <a:solidFill>
                  <a:srgbClr val="00B0F0"/>
                </a:solidFill>
                <a:latin typeface="宋体" panose="02010600030101010101" pitchFamily="2" charset="-122"/>
                <a:ea typeface="宋体" panose="02010600030101010101" pitchFamily="2" charset="-122"/>
              </a:rPr>
              <a:t>求各自圆周运动的半径</a:t>
            </a:r>
            <a:r>
              <a:rPr lang="en-US" altLang="zh-CN" sz="2665" b="1" spc="0">
                <a:solidFill>
                  <a:srgbClr val="00B0F0"/>
                </a:solidFill>
                <a:latin typeface="宋体" panose="02010600030101010101" pitchFamily="2" charset="-122"/>
                <a:ea typeface="宋体" panose="02010600030101010101" pitchFamily="2" charset="-122"/>
              </a:rPr>
              <a:t>r</a:t>
            </a:r>
            <a:r>
              <a:rPr lang="en-US" altLang="zh-CN" sz="2665" b="1" spc="0" baseline="-25000">
                <a:solidFill>
                  <a:srgbClr val="00B0F0"/>
                </a:solidFill>
                <a:latin typeface="宋体" panose="02010600030101010101" pitchFamily="2" charset="-122"/>
                <a:ea typeface="宋体" panose="02010600030101010101" pitchFamily="2" charset="-122"/>
              </a:rPr>
              <a:t>1</a:t>
            </a:r>
            <a:r>
              <a:rPr lang="zh-CN" altLang="en-US" sz="2665" b="1" spc="0">
                <a:solidFill>
                  <a:srgbClr val="00B0F0"/>
                </a:solidFill>
                <a:latin typeface="宋体" panose="02010600030101010101" pitchFamily="2" charset="-122"/>
                <a:ea typeface="宋体" panose="02010600030101010101" pitchFamily="2" charset="-122"/>
              </a:rPr>
              <a:t>、</a:t>
            </a:r>
            <a:r>
              <a:rPr lang="en-US" altLang="zh-CN" sz="2665" b="1" spc="0">
                <a:solidFill>
                  <a:srgbClr val="00B0F0"/>
                </a:solidFill>
                <a:latin typeface="宋体" panose="02010600030101010101" pitchFamily="2" charset="-122"/>
                <a:ea typeface="宋体" panose="02010600030101010101" pitchFamily="2" charset="-122"/>
              </a:rPr>
              <a:t>r</a:t>
            </a:r>
            <a:r>
              <a:rPr lang="en-US" altLang="zh-CN" sz="2665" b="1" spc="0" baseline="-25000">
                <a:solidFill>
                  <a:srgbClr val="00B0F0"/>
                </a:solidFill>
                <a:latin typeface="宋体" panose="02010600030101010101" pitchFamily="2" charset="-122"/>
                <a:ea typeface="宋体" panose="02010600030101010101" pitchFamily="2" charset="-122"/>
              </a:rPr>
              <a:t>2</a:t>
            </a:r>
            <a:r>
              <a:rPr lang="zh-CN" altLang="en-US" sz="2665" b="1" spc="0">
                <a:solidFill>
                  <a:srgbClr val="00B0F0"/>
                </a:solidFill>
                <a:latin typeface="宋体" panose="02010600030101010101" pitchFamily="2" charset="-122"/>
                <a:ea typeface="宋体" panose="02010600030101010101" pitchFamily="2" charset="-122"/>
              </a:rPr>
              <a:t>的</a:t>
            </a:r>
            <a:r>
              <a:rPr sz="2660" b="1">
                <a:solidFill>
                  <a:srgbClr val="00B0F0"/>
                </a:solidFill>
                <a:latin typeface="宋体" panose="02010600030101010101" pitchFamily="2" charset="-122"/>
                <a:sym typeface="+mn-ea"/>
              </a:rPr>
              <a:t>比值</a:t>
            </a:r>
            <a:r>
              <a:rPr lang="zh-CN" altLang="en-US" sz="2665" b="1" spc="0">
                <a:solidFill>
                  <a:srgbClr val="00B0F0"/>
                </a:solidFill>
                <a:latin typeface="宋体" panose="02010600030101010101" pitchFamily="2" charset="-122"/>
                <a:ea typeface="宋体" panose="02010600030101010101" pitchFamily="2" charset="-122"/>
              </a:rPr>
              <a:t>及</a:t>
            </a:r>
            <a:r>
              <a:rPr lang="en-US" altLang="zh-CN" sz="2665" b="1" spc="0">
                <a:solidFill>
                  <a:srgbClr val="00B0F0"/>
                </a:solidFill>
                <a:latin typeface="宋体" panose="02010600030101010101" pitchFamily="2" charset="-122"/>
                <a:ea typeface="宋体" panose="02010600030101010101" pitchFamily="2" charset="-122"/>
                <a:sym typeface="+mn-ea"/>
              </a:rPr>
              <a:t>r</a:t>
            </a:r>
            <a:r>
              <a:rPr lang="en-US" altLang="zh-CN" sz="2665" b="1" spc="0" baseline="-25000">
                <a:solidFill>
                  <a:srgbClr val="00B0F0"/>
                </a:solidFill>
                <a:latin typeface="宋体" panose="02010600030101010101" pitchFamily="2" charset="-122"/>
                <a:ea typeface="宋体" panose="02010600030101010101" pitchFamily="2" charset="-122"/>
                <a:sym typeface="+mn-ea"/>
              </a:rPr>
              <a:t>1</a:t>
            </a:r>
            <a:r>
              <a:rPr lang="zh-CN" altLang="en-US" sz="2665" b="1" spc="0">
                <a:solidFill>
                  <a:srgbClr val="00B0F0"/>
                </a:solidFill>
                <a:latin typeface="宋体" panose="02010600030101010101" pitchFamily="2" charset="-122"/>
                <a:ea typeface="宋体" panose="02010600030101010101" pitchFamily="2" charset="-122"/>
                <a:sym typeface="+mn-ea"/>
              </a:rPr>
              <a:t>、</a:t>
            </a:r>
            <a:r>
              <a:rPr lang="en-US" altLang="zh-CN" sz="2665" b="1" spc="0">
                <a:solidFill>
                  <a:srgbClr val="00B0F0"/>
                </a:solidFill>
                <a:latin typeface="宋体" panose="02010600030101010101" pitchFamily="2" charset="-122"/>
                <a:ea typeface="宋体" panose="02010600030101010101" pitchFamily="2" charset="-122"/>
                <a:sym typeface="+mn-ea"/>
              </a:rPr>
              <a:t>r</a:t>
            </a:r>
            <a:r>
              <a:rPr lang="en-US" altLang="zh-CN" sz="2665" b="1" spc="0" baseline="-25000">
                <a:solidFill>
                  <a:srgbClr val="00B0F0"/>
                </a:solidFill>
                <a:latin typeface="宋体" panose="02010600030101010101" pitchFamily="2" charset="-122"/>
                <a:ea typeface="宋体" panose="02010600030101010101" pitchFamily="2" charset="-122"/>
                <a:sym typeface="+mn-ea"/>
              </a:rPr>
              <a:t>2</a:t>
            </a:r>
            <a:r>
              <a:rPr lang="zh-CN" altLang="en-US" sz="2665" b="1" spc="0">
                <a:solidFill>
                  <a:srgbClr val="00B0F0"/>
                </a:solidFill>
                <a:latin typeface="宋体" panose="02010600030101010101" pitchFamily="2" charset="-122"/>
                <a:ea typeface="宋体" panose="02010600030101010101" pitchFamily="2" charset="-122"/>
                <a:sym typeface="+mn-ea"/>
              </a:rPr>
              <a:t>的</a:t>
            </a:r>
            <a:r>
              <a:rPr sz="2660" b="1">
                <a:solidFill>
                  <a:srgbClr val="00B0F0"/>
                </a:solidFill>
                <a:latin typeface="宋体" panose="02010600030101010101" pitchFamily="2" charset="-122"/>
                <a:sym typeface="+mn-ea"/>
              </a:rPr>
              <a:t>大小</a:t>
            </a:r>
            <a:r>
              <a:rPr lang="zh-CN" altLang="en-US" sz="2665" b="1" spc="0">
                <a:solidFill>
                  <a:srgbClr val="00B0F0"/>
                </a:solidFill>
                <a:latin typeface="宋体" panose="02010600030101010101" pitchFamily="2" charset="-122"/>
                <a:ea typeface="宋体" panose="02010600030101010101" pitchFamily="2" charset="-122"/>
                <a:sym typeface="+mn-ea"/>
              </a:rPr>
              <a:t>。</a:t>
            </a:r>
            <a:endParaRPr lang="zh-CN" altLang="en-US" sz="2600" b="1">
              <a:solidFill>
                <a:srgbClr val="00B0F0"/>
              </a:solidFill>
              <a:latin typeface="宋体" panose="02010600030101010101" pitchFamily="2" charset="-122"/>
              <a:ea typeface="宋体" panose="02010600030101010101" pitchFamily="2" charset="-122"/>
              <a:sym typeface="+mn-ea"/>
            </a:endParaRPr>
          </a:p>
        </p:txBody>
      </p:sp>
      <p:sp>
        <p:nvSpPr>
          <p:cNvPr id="38922" name="Text Box 19"/>
          <p:cNvSpPr txBox="1"/>
          <p:nvPr>
            <p:custDataLst>
              <p:tags r:id="rId14"/>
            </p:custDataLst>
          </p:nvPr>
        </p:nvSpPr>
        <p:spPr>
          <a:xfrm>
            <a:off x="1514475" y="5756275"/>
            <a:ext cx="6790055" cy="502920"/>
          </a:xfrm>
          <a:prstGeom prst="rect">
            <a:avLst/>
          </a:prstGeom>
          <a:noFill/>
          <a:ln w="3175" cap="flat" cmpd="sng">
            <a:solidFill>
              <a:srgbClr val="00B050"/>
            </a:solidFill>
            <a:prstDash val="solid"/>
            <a:miter/>
            <a:headEnd type="none" w="med" len="med"/>
            <a:tailEnd type="none" w="med" len="med"/>
          </a:ln>
        </p:spPr>
        <p:txBody>
          <a:bodyPr wrap="square" lIns="89947" tIns="46873" rIns="89947" bIns="46873">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spcBef>
                <a:spcPct val="50000"/>
              </a:spcBef>
            </a:pPr>
            <a:r>
              <a:rPr lang="en-US" altLang="en-US" sz="2665" b="1" spc="0">
                <a:solidFill>
                  <a:srgbClr val="00B0F0"/>
                </a:solidFill>
                <a:effectLst>
                  <a:outerShdw blurRad="38100" dist="38100" dir="2700000" algn="tl">
                    <a:srgbClr val="000000">
                      <a:alpha val="43137"/>
                    </a:srgbClr>
                  </a:outerShdw>
                </a:effectLst>
                <a:latin typeface="Times New Roman" panose="02020603050405020304" charset="0"/>
                <a:ea typeface="Times New Roman" panose="02020603050405020304" charset="0"/>
              </a:rPr>
              <a:t>规律：</a:t>
            </a:r>
            <a:r>
              <a:rPr lang="en-US" altLang="en-US" sz="2665" b="1" i="1" spc="0">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rPr>
              <a:t>m </a:t>
            </a:r>
            <a:r>
              <a:rPr lang="en-US" altLang="en-US" sz="2665" b="1" spc="0">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rPr>
              <a:t>越大，旋转半径越小，离中心越近</a:t>
            </a:r>
            <a:endParaRPr lang="en-US" altLang="en-US" sz="2600" b="1">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endParaRPr>
          </a:p>
        </p:txBody>
      </p:sp>
      <p:grpSp>
        <p:nvGrpSpPr>
          <p:cNvPr id="38923" name="组合 2"/>
          <p:cNvGrpSpPr/>
          <p:nvPr>
            <p:custDataLst>
              <p:tags r:id="rId15"/>
            </p:custDataLst>
          </p:nvPr>
        </p:nvGrpSpPr>
        <p:grpSpPr>
          <a:xfrm>
            <a:off x="8659813" y="2276475"/>
            <a:ext cx="2317750" cy="1241425"/>
            <a:chOff x="10242" y="2679"/>
            <a:chExt cx="2737" cy="1466"/>
          </a:xfrm>
        </p:grpSpPr>
        <p:sp>
          <p:nvSpPr>
            <p:cNvPr id="38950" name="矩形 7188"/>
            <p:cNvSpPr/>
            <p:nvPr>
              <p:custDataLst>
                <p:tags r:id="rId16"/>
              </p:custDataLst>
            </p:nvPr>
          </p:nvSpPr>
          <p:spPr>
            <a:xfrm>
              <a:off x="10242" y="2679"/>
              <a:ext cx="2311" cy="617"/>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 </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1</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 </a:t>
              </a: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2 </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L</a:t>
              </a:r>
              <a:endPar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endParaRPr>
            </a:p>
          </p:txBody>
        </p:sp>
        <p:sp>
          <p:nvSpPr>
            <p:cNvPr id="38951" name="右大括号 7172"/>
            <p:cNvSpPr/>
            <p:nvPr>
              <p:custDataLst>
                <p:tags r:id="rId17"/>
              </p:custDataLst>
            </p:nvPr>
          </p:nvSpPr>
          <p:spPr>
            <a:xfrm>
              <a:off x="12553" y="2788"/>
              <a:ext cx="426" cy="1357"/>
            </a:xfrm>
            <a:prstGeom prst="rightBrace">
              <a:avLst>
                <a:gd name="adj1" fmla="val 26619"/>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grpSp>
      <mc:AlternateContent xmlns:mc="http://schemas.openxmlformats.org/markup-compatibility/2006">
        <mc:Choice xmlns:a14="http://schemas.microsoft.com/office/drawing/2010/main" Requires="a14">
          <p:sp>
            <p:nvSpPr>
              <p:cNvPr id="38928" name="对象 8198"/>
              <p:cNvSpPr txBox="1"/>
              <p:nvPr/>
            </p:nvSpPr>
            <p:spPr>
              <a:xfrm>
                <a:off x="6715125" y="4973320"/>
                <a:ext cx="1202690" cy="727710"/>
              </a:xfrm>
              <a:prstGeom prst="rect">
                <a:avLst/>
              </a:prstGeom>
              <a:noFill/>
              <a:ln w="19050">
                <a:solidFill>
                  <a:srgbClr val="FF0000"/>
                </a:solidFill>
                <a:miter lim="800000"/>
              </a:ln>
            </p:spPr>
            <p:txBody>
              <a:bodyPr>
                <a:normAutofit/>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p:sp>
            <p:nvSpPr>
              <p:cNvPr id="38928" name="对象 8198"/>
              <p:cNvSpPr txBox="1">
                <a:spLocks noRot="1" noChangeAspect="1" noMove="1" noResize="1" noEditPoints="1" noAdjustHandles="1" noChangeArrowheads="1" noChangeShapeType="1" noTextEdit="1"/>
              </p:cNvSpPr>
              <p:nvPr/>
            </p:nvSpPr>
            <p:spPr>
              <a:xfrm>
                <a:off x="6715125" y="4973320"/>
                <a:ext cx="1202690" cy="727710"/>
              </a:xfrm>
              <a:prstGeom prst="rect">
                <a:avLst/>
              </a:prstGeom>
              <a:blipFill rotWithShape="1">
                <a:blip r:embed="rId18"/>
                <a:stretch>
                  <a:fillRect l="-792" t="-1309" r="-792" b="-1309"/>
                </a:stretch>
              </a:blipFill>
              <a:ln w="19050">
                <a:solidFill>
                  <a:srgbClr val="FF0000"/>
                </a:solidFill>
                <a:miter lim="800000"/>
              </a:ln>
            </p:spPr>
            <p:txBody>
              <a:bodyPr/>
              <a:lstStyle/>
              <a:p>
                <a:r>
                  <a:rPr lang="zh-CN" altLang="en-US">
                    <a:noFill/>
                  </a:rPr>
                  <a:t> </a:t>
                </a:r>
              </a:p>
            </p:txBody>
          </p:sp>
        </mc:Fallback>
      </mc:AlternateContent>
      <p:sp>
        <p:nvSpPr>
          <p:cNvPr id="28" name="文本框 27"/>
          <p:cNvSpPr txBox="1"/>
          <p:nvPr>
            <p:custDataLst>
              <p:tags r:id="rId19"/>
            </p:custDataLst>
          </p:nvPr>
        </p:nvSpPr>
        <p:spPr>
          <a:xfrm>
            <a:off x="789940" y="547370"/>
            <a:ext cx="5282565" cy="583565"/>
          </a:xfrm>
          <a:prstGeom prst="rect">
            <a:avLst/>
          </a:prstGeom>
          <a:noFill/>
        </p:spPr>
        <p:txBody>
          <a:bodyPr wrap="square" rtlCol="0">
            <a:spAutoFit/>
          </a:bodyPr>
          <a:lstStyle/>
          <a:p>
            <a:pPr marL="0" marR="0" lvl="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2.双星系统规律</a:t>
            </a:r>
            <a:endParaRPr kumimoji="0" lang="zh-CN" altLang="en-US" sz="3200" b="1" i="0" u="none" strike="noStrike" kern="1200" cap="none" spc="0" normalizeH="0" baseline="0">
              <a:solidFill>
                <a:schemeClr val="accent6">
                  <a:lumMod val="75000"/>
                </a:schemeClr>
              </a:solidFill>
              <a:latin typeface="+mn-ea"/>
              <a:cs typeface="+mn-cs"/>
            </a:endParaRPr>
          </a:p>
        </p:txBody>
      </p:sp>
    </p:spTree>
    <p:custDataLst>
      <p:tags r:id="rId20"/>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914"/>
                                        </p:tgtEl>
                                        <p:attrNameLst>
                                          <p:attrName>style.visibility</p:attrName>
                                        </p:attrNameLst>
                                      </p:cBhvr>
                                      <p:to>
                                        <p:strVal val="visible"/>
                                      </p:to>
                                    </p:set>
                                    <p:anim calcmode="lin" valueType="num">
                                      <p:cBhvr additive="base">
                                        <p:cTn id="11" dur="500" fill="hold"/>
                                        <p:tgtEl>
                                          <p:spTgt spid="38914"/>
                                        </p:tgtEl>
                                        <p:attrNameLst>
                                          <p:attrName>ppt_x</p:attrName>
                                        </p:attrNameLst>
                                      </p:cBhvr>
                                      <p:tavLst>
                                        <p:tav tm="0">
                                          <p:val>
                                            <p:strVal val="#ppt_x"/>
                                          </p:val>
                                        </p:tav>
                                        <p:tav tm="100000">
                                          <p:val>
                                            <p:strVal val="#ppt_x"/>
                                          </p:val>
                                        </p:tav>
                                      </p:tavLst>
                                    </p:anim>
                                    <p:anim calcmode="lin" valueType="num">
                                      <p:cBhvr additive="base">
                                        <p:cTn id="12" dur="500" fill="hold"/>
                                        <p:tgtEl>
                                          <p:spTgt spid="389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8919"/>
                                        </p:tgtEl>
                                        <p:attrNameLst>
                                          <p:attrName>style.visibility</p:attrName>
                                        </p:attrNameLst>
                                      </p:cBhvr>
                                      <p:to>
                                        <p:strVal val="visible"/>
                                      </p:to>
                                    </p:set>
                                    <p:anim calcmode="lin" valueType="num">
                                      <p:cBhvr additive="base">
                                        <p:cTn id="17" dur="500" fill="hold"/>
                                        <p:tgtEl>
                                          <p:spTgt spid="38919"/>
                                        </p:tgtEl>
                                        <p:attrNameLst>
                                          <p:attrName>ppt_x</p:attrName>
                                        </p:attrNameLst>
                                      </p:cBhvr>
                                      <p:tavLst>
                                        <p:tav tm="0">
                                          <p:val>
                                            <p:strVal val="#ppt_x"/>
                                          </p:val>
                                        </p:tav>
                                        <p:tav tm="100000">
                                          <p:val>
                                            <p:strVal val="#ppt_x"/>
                                          </p:val>
                                        </p:tav>
                                      </p:tavLst>
                                    </p:anim>
                                    <p:anim calcmode="lin" valueType="num">
                                      <p:cBhvr additive="base">
                                        <p:cTn id="18" dur="500" fill="hold"/>
                                        <p:tgtEl>
                                          <p:spTgt spid="389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8916"/>
                                        </p:tgtEl>
                                        <p:attrNameLst>
                                          <p:attrName>style.visibility</p:attrName>
                                        </p:attrNameLst>
                                      </p:cBhvr>
                                      <p:to>
                                        <p:strVal val="visible"/>
                                      </p:to>
                                    </p:set>
                                    <p:anim calcmode="lin" valueType="num">
                                      <p:cBhvr additive="base">
                                        <p:cTn id="21" dur="500" fill="hold"/>
                                        <p:tgtEl>
                                          <p:spTgt spid="38916"/>
                                        </p:tgtEl>
                                        <p:attrNameLst>
                                          <p:attrName>ppt_x</p:attrName>
                                        </p:attrNameLst>
                                      </p:cBhvr>
                                      <p:tavLst>
                                        <p:tav tm="0">
                                          <p:val>
                                            <p:strVal val="#ppt_x"/>
                                          </p:val>
                                        </p:tav>
                                        <p:tav tm="100000">
                                          <p:val>
                                            <p:strVal val="#ppt_x"/>
                                          </p:val>
                                        </p:tav>
                                      </p:tavLst>
                                    </p:anim>
                                    <p:anim calcmode="lin" valueType="num">
                                      <p:cBhvr additive="base">
                                        <p:cTn id="22"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8917"/>
                                        </p:tgtEl>
                                        <p:attrNameLst>
                                          <p:attrName>style.visibility</p:attrName>
                                        </p:attrNameLst>
                                      </p:cBhvr>
                                      <p:to>
                                        <p:strVal val="visible"/>
                                      </p:to>
                                    </p:set>
                                    <p:anim calcmode="lin" valueType="num">
                                      <p:cBhvr additive="base">
                                        <p:cTn id="27" dur="500" fill="hold"/>
                                        <p:tgtEl>
                                          <p:spTgt spid="38917"/>
                                        </p:tgtEl>
                                        <p:attrNameLst>
                                          <p:attrName>ppt_x</p:attrName>
                                        </p:attrNameLst>
                                      </p:cBhvr>
                                      <p:tavLst>
                                        <p:tav tm="0">
                                          <p:val>
                                            <p:strVal val="#ppt_x"/>
                                          </p:val>
                                        </p:tav>
                                        <p:tav tm="100000">
                                          <p:val>
                                            <p:strVal val="#ppt_x"/>
                                          </p:val>
                                        </p:tav>
                                      </p:tavLst>
                                    </p:anim>
                                    <p:anim calcmode="lin" valueType="num">
                                      <p:cBhvr additive="base">
                                        <p:cTn id="28"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8923"/>
                                        </p:tgtEl>
                                        <p:attrNameLst>
                                          <p:attrName>style.visibility</p:attrName>
                                        </p:attrNameLst>
                                      </p:cBhvr>
                                      <p:to>
                                        <p:strVal val="visible"/>
                                      </p:to>
                                    </p:set>
                                    <p:anim calcmode="lin" valueType="num">
                                      <p:cBhvr additive="base">
                                        <p:cTn id="33" dur="500" fill="hold"/>
                                        <p:tgtEl>
                                          <p:spTgt spid="38923"/>
                                        </p:tgtEl>
                                        <p:attrNameLst>
                                          <p:attrName>ppt_x</p:attrName>
                                        </p:attrNameLst>
                                      </p:cBhvr>
                                      <p:tavLst>
                                        <p:tav tm="0">
                                          <p:val>
                                            <p:strVal val="#ppt_x"/>
                                          </p:val>
                                        </p:tav>
                                        <p:tav tm="100000">
                                          <p:val>
                                            <p:strVal val="#ppt_x"/>
                                          </p:val>
                                        </p:tav>
                                      </p:tavLst>
                                    </p:anim>
                                    <p:anim calcmode="lin" valueType="num">
                                      <p:cBhvr additive="base">
                                        <p:cTn id="34" dur="500" fill="hold"/>
                                        <p:tgtEl>
                                          <p:spTgt spid="3892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8915"/>
                                        </p:tgtEl>
                                        <p:attrNameLst>
                                          <p:attrName>style.visibility</p:attrName>
                                        </p:attrNameLst>
                                      </p:cBhvr>
                                      <p:to>
                                        <p:strVal val="visible"/>
                                      </p:to>
                                    </p:set>
                                    <p:anim calcmode="lin" valueType="num">
                                      <p:cBhvr additive="base">
                                        <p:cTn id="39" dur="500" fill="hold"/>
                                        <p:tgtEl>
                                          <p:spTgt spid="38915"/>
                                        </p:tgtEl>
                                        <p:attrNameLst>
                                          <p:attrName>ppt_x</p:attrName>
                                        </p:attrNameLst>
                                      </p:cBhvr>
                                      <p:tavLst>
                                        <p:tav tm="0">
                                          <p:val>
                                            <p:strVal val="#ppt_x"/>
                                          </p:val>
                                        </p:tav>
                                        <p:tav tm="100000">
                                          <p:val>
                                            <p:strVal val="#ppt_x"/>
                                          </p:val>
                                        </p:tav>
                                      </p:tavLst>
                                    </p:anim>
                                    <p:anim calcmode="lin" valueType="num">
                                      <p:cBhvr additive="base">
                                        <p:cTn id="40"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8920"/>
                                        </p:tgtEl>
                                        <p:attrNameLst>
                                          <p:attrName>style.visibility</p:attrName>
                                        </p:attrNameLst>
                                      </p:cBhvr>
                                      <p:to>
                                        <p:strVal val="visible"/>
                                      </p:to>
                                    </p:set>
                                    <p:anim calcmode="lin" valueType="num">
                                      <p:cBhvr additive="base">
                                        <p:cTn id="45" dur="500" fill="hold"/>
                                        <p:tgtEl>
                                          <p:spTgt spid="38920"/>
                                        </p:tgtEl>
                                        <p:attrNameLst>
                                          <p:attrName>ppt_x</p:attrName>
                                        </p:attrNameLst>
                                      </p:cBhvr>
                                      <p:tavLst>
                                        <p:tav tm="0">
                                          <p:val>
                                            <p:strVal val="#ppt_x"/>
                                          </p:val>
                                        </p:tav>
                                        <p:tav tm="100000">
                                          <p:val>
                                            <p:strVal val="#ppt_x"/>
                                          </p:val>
                                        </p:tav>
                                      </p:tavLst>
                                    </p:anim>
                                    <p:anim calcmode="lin" valueType="num">
                                      <p:cBhvr additive="base">
                                        <p:cTn id="46" dur="500" fill="hold"/>
                                        <p:tgtEl>
                                          <p:spTgt spid="389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8928"/>
                                        </p:tgtEl>
                                        <p:attrNameLst>
                                          <p:attrName>style.visibility</p:attrName>
                                        </p:attrNameLst>
                                      </p:cBhvr>
                                      <p:to>
                                        <p:strVal val="visible"/>
                                      </p:to>
                                    </p:set>
                                    <p:anim calcmode="lin" valueType="num">
                                      <p:cBhvr additive="base">
                                        <p:cTn id="49" dur="500" fill="hold"/>
                                        <p:tgtEl>
                                          <p:spTgt spid="38928"/>
                                        </p:tgtEl>
                                        <p:attrNameLst>
                                          <p:attrName>ppt_x</p:attrName>
                                        </p:attrNameLst>
                                      </p:cBhvr>
                                      <p:tavLst>
                                        <p:tav tm="0">
                                          <p:val>
                                            <p:strVal val="#ppt_x"/>
                                          </p:val>
                                        </p:tav>
                                        <p:tav tm="100000">
                                          <p:val>
                                            <p:strVal val="#ppt_x"/>
                                          </p:val>
                                        </p:tav>
                                      </p:tavLst>
                                    </p:anim>
                                    <p:anim calcmode="lin" valueType="num">
                                      <p:cBhvr additive="base">
                                        <p:cTn id="50" dur="500" fill="hold"/>
                                        <p:tgtEl>
                                          <p:spTgt spid="3892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grpId="0" nodeType="clickEffect">
                                  <p:stCondLst>
                                    <p:cond delay="0"/>
                                  </p:stCondLst>
                                  <p:childTnLst>
                                    <p:set>
                                      <p:cBhvr>
                                        <p:cTn id="54" dur="1" fill="hold">
                                          <p:stCondLst>
                                            <p:cond delay="0"/>
                                          </p:stCondLst>
                                        </p:cTn>
                                        <p:tgtEl>
                                          <p:spTgt spid="38922"/>
                                        </p:tgtEl>
                                        <p:attrNameLst>
                                          <p:attrName>style.visibility</p:attrName>
                                        </p:attrNameLst>
                                      </p:cBhvr>
                                      <p:to>
                                        <p:strVal val="visible"/>
                                      </p:to>
                                    </p:set>
                                    <p:anim calcmode="lin" valueType="num">
                                      <p:cBhvr>
                                        <p:cTn id="55" dur="500" fill="hold"/>
                                        <p:tgtEl>
                                          <p:spTgt spid="38922"/>
                                        </p:tgtEl>
                                        <p:attrNameLst>
                                          <p:attrName>ppt_w</p:attrName>
                                        </p:attrNameLst>
                                      </p:cBhvr>
                                      <p:tavLst>
                                        <p:tav tm="0">
                                          <p:val>
                                            <p:fltVal val="0"/>
                                          </p:val>
                                        </p:tav>
                                        <p:tav tm="100000">
                                          <p:val>
                                            <p:strVal val="#ppt_w"/>
                                          </p:val>
                                        </p:tav>
                                      </p:tavLst>
                                    </p:anim>
                                    <p:anim calcmode="lin" valueType="num">
                                      <p:cBhvr>
                                        <p:cTn id="56" dur="500" fill="hold"/>
                                        <p:tgtEl>
                                          <p:spTgt spid="38922"/>
                                        </p:tgtEl>
                                        <p:attrNameLst>
                                          <p:attrName>ppt_h</p:attrName>
                                        </p:attrNameLst>
                                      </p:cBhvr>
                                      <p:tavLst>
                                        <p:tav tm="0">
                                          <p:val>
                                            <p:fltVal val="0"/>
                                          </p:val>
                                        </p:tav>
                                        <p:tav tm="100000">
                                          <p:val>
                                            <p:strVal val="#ppt_h"/>
                                          </p:val>
                                        </p:tav>
                                      </p:tavLst>
                                    </p:anim>
                                    <p:anim calcmode="lin" valueType="num">
                                      <p:cBhvr>
                                        <p:cTn id="57" dur="500" fill="hold"/>
                                        <p:tgtEl>
                                          <p:spTgt spid="38922"/>
                                        </p:tgtEl>
                                        <p:attrNameLst>
                                          <p:attrName>style.rotation</p:attrName>
                                        </p:attrNameLst>
                                      </p:cBhvr>
                                      <p:tavLst>
                                        <p:tav tm="0">
                                          <p:val>
                                            <p:fltVal val="360"/>
                                          </p:val>
                                        </p:tav>
                                        <p:tav tm="100000">
                                          <p:val>
                                            <p:fltVal val="0"/>
                                          </p:val>
                                        </p:tav>
                                      </p:tavLst>
                                    </p:anim>
                                    <p:animEffect transition="in" filter="fade">
                                      <p:cBhvr>
                                        <p:cTn id="58" dur="500"/>
                                        <p:tgtEl>
                                          <p:spTgt spid="3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P spid="38918" grpId="0"/>
      <p:bldP spid="38919" grpId="0"/>
      <p:bldP spid="38922" grpId="0" bldLvl="0" animBg="1"/>
      <p:bldP spid="38914" grpId="0"/>
      <p:bldP spid="38914" grpId="1"/>
      <p:bldP spid="38916" grpId="0"/>
      <p:bldP spid="38916" grpId="1"/>
      <p:bldP spid="38920" grpId="0" animBg="1"/>
      <p:bldP spid="38920" grpId="1" animBg="1"/>
      <p:bldP spid="38928" grpId="0" animBg="1"/>
      <p:bldP spid="38928" grpId="1" animBg="1"/>
      <p:bldP spid="38915" grpId="0"/>
      <p:bldP spid="3891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sp>
        <p:nvSpPr>
          <p:cNvPr id="39943" name="文本框 7190"/>
          <p:cNvSpPr txBox="1"/>
          <p:nvPr>
            <p:custDataLst>
              <p:tags r:id="rId6"/>
            </p:custDataLst>
          </p:nvPr>
        </p:nvSpPr>
        <p:spPr>
          <a:xfrm>
            <a:off x="624205" y="596900"/>
            <a:ext cx="11252835" cy="1323340"/>
          </a:xfrm>
          <a:prstGeom prst="rect">
            <a:avLst/>
          </a:prstGeom>
          <a:noFill/>
          <a:ln w="9525">
            <a:noFill/>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514350" lvl="0" indent="-514350" eaLnBrk="1" hangingPunct="0">
              <a:lnSpc>
                <a:spcPct val="150000"/>
              </a:lnSpc>
              <a:buFont typeface="+mj-ea"/>
              <a:buAutoNum type="circleNumDbPlain" startAt="2"/>
            </a:pPr>
            <a:r>
              <a:rPr lang="zh-CN" altLang="en-US" sz="2665" b="1" spc="0">
                <a:solidFill>
                  <a:schemeClr val="tx1"/>
                </a:solidFill>
                <a:latin typeface="宋体" panose="02010600030101010101" pitchFamily="2" charset="-122"/>
                <a:ea typeface="宋体" panose="02010600030101010101" pitchFamily="2" charset="-122"/>
              </a:rPr>
              <a:t>如图，双星的质量分别为m</a:t>
            </a:r>
            <a:r>
              <a:rPr lang="zh-CN" altLang="en-US"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、m</a:t>
            </a:r>
            <a:r>
              <a:rPr lang="zh-CN" altLang="en-US"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，它们之间的距离为L，轨道半径分别为</a:t>
            </a:r>
            <a:r>
              <a:rPr lang="en-US" altLang="zh-CN" sz="2665" b="1" spc="0">
                <a:solidFill>
                  <a:schemeClr val="tx1"/>
                </a:solidFill>
                <a:latin typeface="宋体" panose="02010600030101010101" pitchFamily="2" charset="-122"/>
                <a:ea typeface="宋体" panose="02010600030101010101" pitchFamily="2" charset="-122"/>
              </a:rPr>
              <a:t>r</a:t>
            </a:r>
            <a:r>
              <a:rPr lang="en-US" altLang="zh-CN"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和</a:t>
            </a:r>
            <a:r>
              <a:rPr lang="en-US" altLang="zh-CN" sz="2665" b="1" spc="0">
                <a:solidFill>
                  <a:schemeClr val="tx1"/>
                </a:solidFill>
                <a:latin typeface="宋体" panose="02010600030101010101" pitchFamily="2" charset="-122"/>
                <a:ea typeface="宋体" panose="02010600030101010101" pitchFamily="2" charset="-122"/>
              </a:rPr>
              <a:t>r</a:t>
            </a:r>
            <a:r>
              <a:rPr lang="en-US" altLang="zh-CN"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a:t>
            </a:r>
            <a:r>
              <a:rPr lang="zh-CN" altLang="en-US" sz="2665" b="1" spc="0">
                <a:solidFill>
                  <a:srgbClr val="00B0F0"/>
                </a:solidFill>
                <a:latin typeface="宋体" panose="02010600030101010101" pitchFamily="2" charset="-122"/>
                <a:ea typeface="宋体" panose="02010600030101010101" pitchFamily="2" charset="-122"/>
              </a:rPr>
              <a:t>求</a:t>
            </a:r>
            <a:r>
              <a:rPr lang="zh-CN" altLang="en-US" sz="2665" b="1" spc="0">
                <a:solidFill>
                  <a:srgbClr val="00B0F0"/>
                </a:solidFill>
                <a:latin typeface="Times New Roman" panose="02020603050405020304" charset="0"/>
                <a:ea typeface="Times New Roman" panose="02020603050405020304" charset="0"/>
                <a:sym typeface="+mn-ea"/>
              </a:rPr>
              <a:t>它们的线速度</a:t>
            </a:r>
            <a:r>
              <a:rPr lang="zh-CN" altLang="en-US" sz="2665" b="1" i="1" spc="0">
                <a:solidFill>
                  <a:srgbClr val="00B0F0"/>
                </a:solidFill>
                <a:latin typeface="Times New Roman" panose="02020603050405020304" charset="0"/>
                <a:ea typeface="Times New Roman" panose="02020603050405020304" charset="0"/>
                <a:sym typeface="+mn-ea"/>
              </a:rPr>
              <a:t>v</a:t>
            </a:r>
            <a:r>
              <a:rPr lang="zh-CN" altLang="en-US" sz="2665" b="1" spc="0" baseline="-25000">
                <a:solidFill>
                  <a:srgbClr val="00B0F0"/>
                </a:solidFill>
                <a:latin typeface="Times New Roman" panose="02020603050405020304" charset="0"/>
                <a:ea typeface="Times New Roman" panose="02020603050405020304" charset="0"/>
                <a:sym typeface="+mn-ea"/>
              </a:rPr>
              <a:t>1</a:t>
            </a:r>
            <a:r>
              <a:rPr lang="zh-CN" altLang="en-US" sz="2665" b="1" spc="0">
                <a:solidFill>
                  <a:srgbClr val="00B0F0"/>
                </a:solidFill>
                <a:latin typeface="Times New Roman" panose="02020603050405020304" charset="0"/>
                <a:ea typeface="Times New Roman" panose="02020603050405020304" charset="0"/>
                <a:sym typeface="+mn-ea"/>
              </a:rPr>
              <a:t>、</a:t>
            </a:r>
            <a:r>
              <a:rPr lang="zh-CN" altLang="en-US" sz="2665" b="1" i="1" spc="0">
                <a:solidFill>
                  <a:srgbClr val="00B0F0"/>
                </a:solidFill>
                <a:latin typeface="Times New Roman" panose="02020603050405020304" charset="0"/>
                <a:ea typeface="Times New Roman" panose="02020603050405020304" charset="0"/>
                <a:sym typeface="+mn-ea"/>
              </a:rPr>
              <a:t>v</a:t>
            </a:r>
            <a:r>
              <a:rPr lang="zh-CN" altLang="en-US" sz="2665" b="1" spc="0" baseline="-25000">
                <a:solidFill>
                  <a:srgbClr val="00B0F0"/>
                </a:solidFill>
                <a:latin typeface="Times New Roman" panose="02020603050405020304" charset="0"/>
                <a:ea typeface="Times New Roman" panose="02020603050405020304" charset="0"/>
                <a:sym typeface="+mn-ea"/>
              </a:rPr>
              <a:t>2</a:t>
            </a:r>
            <a:r>
              <a:rPr lang="zh-CN" altLang="en-US" sz="2665" b="1" spc="0">
                <a:solidFill>
                  <a:srgbClr val="00B0F0"/>
                </a:solidFill>
                <a:latin typeface="宋体" panose="02010600030101010101" pitchFamily="2" charset="-122"/>
                <a:ea typeface="宋体" panose="02010600030101010101" pitchFamily="2" charset="-122"/>
                <a:sym typeface="+mn-ea"/>
              </a:rPr>
              <a:t>的比值，</a:t>
            </a:r>
            <a:r>
              <a:rPr sz="2665" b="1">
                <a:solidFill>
                  <a:srgbClr val="00B0F0"/>
                </a:solidFill>
                <a:latin typeface="Times New Roman" panose="02020603050405020304" charset="0"/>
                <a:ea typeface="Times New Roman" panose="02020603050405020304" charset="0"/>
                <a:sym typeface="+mn-ea"/>
              </a:rPr>
              <a:t>向心速度</a:t>
            </a:r>
            <a:r>
              <a:rPr lang="en-US" altLang="zh-CN" sz="2665" b="1">
                <a:solidFill>
                  <a:srgbClr val="00B0F0"/>
                </a:solidFill>
                <a:latin typeface="Times New Roman" panose="02020603050405020304" charset="0"/>
                <a:ea typeface="Times New Roman" panose="02020603050405020304" charset="0"/>
                <a:sym typeface="+mn-ea"/>
              </a:rPr>
              <a:t>a</a:t>
            </a:r>
            <a:r>
              <a:rPr lang="en-US" altLang="zh-CN" sz="2665" b="1" baseline="-25000">
                <a:solidFill>
                  <a:srgbClr val="00B0F0"/>
                </a:solidFill>
                <a:latin typeface="Times New Roman" panose="02020603050405020304" charset="0"/>
                <a:ea typeface="Times New Roman" panose="02020603050405020304" charset="0"/>
                <a:sym typeface="+mn-ea"/>
              </a:rPr>
              <a:t>n</a:t>
            </a:r>
            <a:r>
              <a:rPr sz="2665" b="1" baseline="-25000">
                <a:solidFill>
                  <a:srgbClr val="00B0F0"/>
                </a:solidFill>
                <a:latin typeface="Times New Roman" panose="02020603050405020304" charset="0"/>
                <a:ea typeface="Times New Roman" panose="02020603050405020304" charset="0"/>
                <a:sym typeface="+mn-ea"/>
              </a:rPr>
              <a:t>1</a:t>
            </a:r>
            <a:r>
              <a:rPr sz="2665" b="1">
                <a:solidFill>
                  <a:srgbClr val="00B0F0"/>
                </a:solidFill>
                <a:latin typeface="Times New Roman" panose="02020603050405020304" charset="0"/>
                <a:ea typeface="Times New Roman" panose="02020603050405020304" charset="0"/>
                <a:sym typeface="+mn-ea"/>
              </a:rPr>
              <a:t>、</a:t>
            </a:r>
            <a:r>
              <a:rPr lang="en-US" altLang="zh-CN" sz="2665" b="1">
                <a:solidFill>
                  <a:srgbClr val="00B0F0"/>
                </a:solidFill>
                <a:latin typeface="Times New Roman" panose="02020603050405020304" charset="0"/>
                <a:ea typeface="Times New Roman" panose="02020603050405020304" charset="0"/>
                <a:sym typeface="+mn-ea"/>
              </a:rPr>
              <a:t>a</a:t>
            </a:r>
            <a:r>
              <a:rPr lang="en-US" altLang="zh-CN" sz="2665" b="1" baseline="-25000">
                <a:solidFill>
                  <a:srgbClr val="00B0F0"/>
                </a:solidFill>
                <a:latin typeface="Times New Roman" panose="02020603050405020304" charset="0"/>
                <a:ea typeface="Times New Roman" panose="02020603050405020304" charset="0"/>
                <a:sym typeface="+mn-ea"/>
              </a:rPr>
              <a:t>n</a:t>
            </a:r>
            <a:r>
              <a:rPr sz="2665" b="1" baseline="-25000">
                <a:solidFill>
                  <a:srgbClr val="00B0F0"/>
                </a:solidFill>
                <a:latin typeface="Times New Roman" panose="02020603050405020304" charset="0"/>
                <a:ea typeface="Times New Roman" panose="02020603050405020304" charset="0"/>
                <a:sym typeface="+mn-ea"/>
              </a:rPr>
              <a:t>2</a:t>
            </a:r>
            <a:r>
              <a:rPr sz="2665" b="1">
                <a:solidFill>
                  <a:srgbClr val="00B0F0"/>
                </a:solidFill>
                <a:latin typeface="宋体" panose="02010600030101010101" pitchFamily="2" charset="-122"/>
                <a:sym typeface="+mn-ea"/>
              </a:rPr>
              <a:t>的比值</a:t>
            </a:r>
            <a:r>
              <a:rPr lang="zh-CN" altLang="en-US" sz="2665" b="1" spc="0">
                <a:solidFill>
                  <a:srgbClr val="00B0F0"/>
                </a:solidFill>
                <a:latin typeface="宋体" panose="02010600030101010101" pitchFamily="2" charset="-122"/>
                <a:ea typeface="宋体" panose="02010600030101010101" pitchFamily="2" charset="-122"/>
                <a:sym typeface="+mn-ea"/>
              </a:rPr>
              <a:t>。</a:t>
            </a:r>
            <a:endParaRPr lang="zh-CN" altLang="en-US" sz="2600" b="1">
              <a:solidFill>
                <a:srgbClr val="00B0F0"/>
              </a:solidFill>
              <a:latin typeface="宋体" panose="02010600030101010101" pitchFamily="2" charset="-122"/>
              <a:ea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39944" name="对象 8198"/>
              <p:cNvSpPr txBox="1"/>
              <p:nvPr/>
            </p:nvSpPr>
            <p:spPr>
              <a:xfrm>
                <a:off x="5941060" y="4364990"/>
                <a:ext cx="1107440" cy="661035"/>
              </a:xfrm>
              <a:prstGeom prst="rect">
                <a:avLst/>
              </a:prstGeom>
              <a:noFill/>
              <a:ln w="19050">
                <a:solidFill>
                  <a:srgbClr val="00B0F0"/>
                </a:solidFill>
                <a:miter lim="800000"/>
              </a:ln>
            </p:spPr>
            <p:txBody>
              <a:bodyPr>
                <a:normAutofit/>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p:sp>
            <p:nvSpPr>
              <p:cNvPr id="39944" name="对象 8198"/>
              <p:cNvSpPr txBox="1">
                <a:spLocks noRot="1" noChangeAspect="1" noMove="1" noResize="1" noEditPoints="1" noAdjustHandles="1" noChangeArrowheads="1" noChangeShapeType="1" noTextEdit="1"/>
              </p:cNvSpPr>
              <p:nvPr/>
            </p:nvSpPr>
            <p:spPr>
              <a:xfrm>
                <a:off x="5941060" y="4364990"/>
                <a:ext cx="1107440" cy="661035"/>
              </a:xfrm>
              <a:prstGeom prst="rect">
                <a:avLst/>
              </a:prstGeom>
              <a:blipFill rotWithShape="1">
                <a:blip r:embed="rId7"/>
                <a:stretch>
                  <a:fillRect l="-860" t="-1441" r="-860" b="-1441"/>
                </a:stretch>
              </a:blipFill>
              <a:ln w="19050">
                <a:solidFill>
                  <a:srgbClr val="00B0F0"/>
                </a:solidFill>
                <a:miter lim="800000"/>
              </a:ln>
            </p:spPr>
            <p:txBody>
              <a:bodyPr/>
              <a:lstStyle/>
              <a:p>
                <a:r>
                  <a:rPr lang="zh-CN" altLang="en-US">
                    <a:noFill/>
                  </a:rPr>
                  <a:t> </a:t>
                </a:r>
              </a:p>
            </p:txBody>
          </p:sp>
        </mc:Fallback>
      </mc:AlternateContent>
      <p:sp>
        <p:nvSpPr>
          <p:cNvPr id="39945" name="任意多边形 8200"/>
          <p:cNvSpPr/>
          <p:nvPr>
            <p:custDataLst>
              <p:tags r:id="rId8"/>
            </p:custDataLst>
          </p:nvPr>
        </p:nvSpPr>
        <p:spPr>
          <a:xfrm>
            <a:off x="6729730" y="2195830"/>
            <a:ext cx="1001713" cy="357188"/>
          </a:xfrm>
          <a:custGeom>
            <a:avLst/>
            <a:gdLst/>
            <a:ahLst/>
            <a:cxnLst>
              <a:cxn ang="270">
                <a:pos x="16200" y="0"/>
              </a:cxn>
              <a:cxn ang="180">
                <a:pos x="0" y="10800"/>
              </a:cxn>
              <a:cxn ang="90">
                <a:pos x="16200" y="21600"/>
              </a:cxn>
              <a:cxn ang="0">
                <a:pos x="21600" y="10800"/>
              </a:cxn>
            </a:cxn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B050"/>
          </a:solidFill>
          <a:ln w="9525" cap="flat" cmpd="sng">
            <a:solidFill>
              <a:schemeClr val="tx1"/>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9946" name="内容占位符 8201"/>
              <p:cNvSpPr txBox="1"/>
              <p:nvPr/>
            </p:nvSpPr>
            <p:spPr>
              <a:xfrm>
                <a:off x="5266690" y="2089785"/>
                <a:ext cx="1782445" cy="608965"/>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因</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𝑟</m:t>
                      </m:r>
                    </m:oMath>
                  </m:oMathPara>
                </a14:m>
                <a:endParaRPr lang="zh-CN" altLang="en-US"/>
              </a:p>
            </p:txBody>
          </p:sp>
        </mc:Choice>
        <mc:Fallback>
          <p:sp>
            <p:nvSpPr>
              <p:cNvPr id="39946" name="内容占位符 8201"/>
              <p:cNvSpPr txBox="1">
                <a:spLocks noRot="1" noChangeAspect="1" noMove="1" noResize="1" noEditPoints="1" noAdjustHandles="1" noChangeArrowheads="1" noChangeShapeType="1" noTextEdit="1"/>
              </p:cNvSpPr>
              <p:nvPr/>
            </p:nvSpPr>
            <p:spPr>
              <a:xfrm>
                <a:off x="5266690" y="2089785"/>
                <a:ext cx="1782445" cy="608965"/>
              </a:xfrm>
              <a:prstGeom prst="rect">
                <a:avLst/>
              </a:prstGeom>
              <a:blipFill rotWithShape="1">
                <a:blip r:embed="rId9"/>
                <a:stretch>
                  <a:fillRect/>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947" name="对象 8202"/>
              <p:cNvSpPr txBox="1"/>
              <p:nvPr/>
            </p:nvSpPr>
            <p:spPr>
              <a:xfrm>
                <a:off x="7954645" y="2050415"/>
                <a:ext cx="1043940" cy="648335"/>
              </a:xfrm>
              <a:prstGeom prst="rect">
                <a:avLst/>
              </a:prstGeom>
              <a:noFill/>
              <a:ln w="19050">
                <a:solidFill>
                  <a:srgbClr val="FF0000"/>
                </a:solidFill>
                <a:miter lim="800000"/>
              </a:ln>
            </p:spPr>
            <p:txBody>
              <a:bodyPr>
                <a:normAutofit/>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p:sp>
            <p:nvSpPr>
              <p:cNvPr id="39947" name="对象 8202"/>
              <p:cNvSpPr txBox="1">
                <a:spLocks noRot="1" noChangeAspect="1" noMove="1" noResize="1" noEditPoints="1" noAdjustHandles="1" noChangeArrowheads="1" noChangeShapeType="1" noTextEdit="1"/>
              </p:cNvSpPr>
              <p:nvPr/>
            </p:nvSpPr>
            <p:spPr>
              <a:xfrm>
                <a:off x="7954645" y="2050415"/>
                <a:ext cx="1043940" cy="648335"/>
              </a:xfrm>
              <a:prstGeom prst="rect">
                <a:avLst/>
              </a:prstGeom>
              <a:blipFill rotWithShape="1">
                <a:blip r:embed="rId10"/>
                <a:stretch>
                  <a:fillRect l="-912" t="-1469" r="-912" b="-1469"/>
                </a:stretch>
              </a:blipFill>
              <a:ln w="19050">
                <a:solidFill>
                  <a:srgbClr val="FF0000"/>
                </a:solid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8201"/>
              <p:cNvSpPr txBox="1"/>
              <p:nvPr/>
            </p:nvSpPr>
            <p:spPr>
              <a:xfrm>
                <a:off x="5165725" y="4508500"/>
                <a:ext cx="1066165" cy="594995"/>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又因</m:t>
                      </m:r>
                      <m:r>
                        <a:rPr lang="zh-CN" altLang="en-US" i="1">
                          <a:solidFill>
                            <a:srgbClr val="000000"/>
                          </a:solidFill>
                          <a:latin typeface="Cambria Math" panose="02040503050406030204" pitchFamily="18" charset="0"/>
                        </a:rPr>
                        <m:t> </m:t>
                      </m:r>
                    </m:oMath>
                  </m:oMathPara>
                </a14:m>
                <a:endParaRPr lang="zh-CN" altLang="en-US"/>
              </a:p>
            </p:txBody>
          </p:sp>
        </mc:Choice>
        <mc:Fallback>
          <p:sp>
            <p:nvSpPr>
              <p:cNvPr id="4" name="内容占位符 8201"/>
              <p:cNvSpPr txBox="1">
                <a:spLocks noRot="1" noChangeAspect="1" noMove="1" noResize="1" noEditPoints="1" noAdjustHandles="1" noChangeArrowheads="1" noChangeShapeType="1" noTextEdit="1"/>
              </p:cNvSpPr>
              <p:nvPr/>
            </p:nvSpPr>
            <p:spPr>
              <a:xfrm>
                <a:off x="5165725" y="4508500"/>
                <a:ext cx="1066165" cy="594995"/>
              </a:xfrm>
              <a:prstGeom prst="rect">
                <a:avLst/>
              </a:prstGeom>
              <a:blipFill rotWithShape="1">
                <a:blip r:embed="rId11"/>
                <a:stretch>
                  <a:fillRect/>
                </a:stretch>
              </a:blipFill>
              <a:ln w="38100">
                <a:noFill/>
                <a:miter lim="800000"/>
              </a:ln>
            </p:spPr>
            <p:txBody>
              <a:bodyPr/>
              <a:lstStyle/>
              <a:p>
                <a:r>
                  <a:rPr lang="zh-CN" altLang="en-US">
                    <a:noFill/>
                  </a:rPr>
                  <a:t> </a:t>
                </a:r>
              </a:p>
            </p:txBody>
          </p:sp>
        </mc:Fallback>
      </mc:AlternateContent>
      <p:sp>
        <p:nvSpPr>
          <p:cNvPr id="6" name="文本框 5"/>
          <p:cNvSpPr txBox="1"/>
          <p:nvPr>
            <p:custDataLst>
              <p:tags r:id="rId12"/>
            </p:custDataLst>
          </p:nvPr>
        </p:nvSpPr>
        <p:spPr>
          <a:xfrm>
            <a:off x="5561330" y="5750560"/>
            <a:ext cx="4064000" cy="914400"/>
          </a:xfrm>
          <a:prstGeom prst="rect">
            <a:avLst/>
          </a:prstGeom>
          <a:noFill/>
        </p:spPr>
        <p:txBody>
          <a:bodyPr wrap="square" rtlCol="0">
            <a:normAutofit/>
          </a:bodyPr>
          <a:lstStyle/>
          <a:p>
            <a:pPr>
              <a:lnSpc>
                <a:spcPct val="140000"/>
              </a:lnSpc>
            </a:pPr>
            <a:endParaRPr lang="zh-CN" altLang="en-US" sz="3600" b="1" kern="100">
              <a:effectLst/>
              <a:latin typeface="楷体" panose="02010609060101010101" pitchFamily="49" charset="-122"/>
              <a:ea typeface="楷体" panose="02010609060101010101" pitchFamily="49" charset="-122"/>
              <a:cs typeface="江城圆体 400W" panose="020B0500000000000000" pitchFamily="34" charset="-122"/>
            </a:endParaRPr>
          </a:p>
        </p:txBody>
      </p:sp>
      <mc:AlternateContent xmlns:mc="http://schemas.openxmlformats.org/markup-compatibility/2006">
        <mc:Choice xmlns:a14="http://schemas.microsoft.com/office/drawing/2010/main" Requires="a14">
          <p:sp>
            <p:nvSpPr>
              <p:cNvPr id="7" name="内容占位符 8201"/>
              <p:cNvSpPr txBox="1"/>
              <p:nvPr/>
            </p:nvSpPr>
            <p:spPr>
              <a:xfrm>
                <a:off x="5266690" y="5646420"/>
                <a:ext cx="944880" cy="546735"/>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所以</m:t>
                      </m:r>
                    </m:oMath>
                  </m:oMathPara>
                </a14:m>
                <a:endParaRPr lang="zh-CN" altLang="en-US"/>
              </a:p>
            </p:txBody>
          </p:sp>
        </mc:Choice>
        <mc:Fallback>
          <p:sp>
            <p:nvSpPr>
              <p:cNvPr id="7" name="内容占位符 8201"/>
              <p:cNvSpPr txBox="1">
                <a:spLocks noRot="1" noChangeAspect="1" noMove="1" noResize="1" noEditPoints="1" noAdjustHandles="1" noChangeArrowheads="1" noChangeShapeType="1" noTextEdit="1"/>
              </p:cNvSpPr>
              <p:nvPr/>
            </p:nvSpPr>
            <p:spPr>
              <a:xfrm>
                <a:off x="5266690" y="5646420"/>
                <a:ext cx="944880" cy="546735"/>
              </a:xfrm>
              <a:prstGeom prst="rect">
                <a:avLst/>
              </a:prstGeom>
              <a:blipFill rotWithShape="1">
                <a:blip r:embed="rId13"/>
                <a:stretch>
                  <a:fillRect/>
                </a:stretch>
              </a:blipFill>
              <a:ln w="38100">
                <a:noFill/>
                <a:miter lim="800000"/>
              </a:ln>
            </p:spPr>
            <p:txBody>
              <a:bodyPr/>
              <a:lstStyle/>
              <a:p>
                <a:r>
                  <a:rPr lang="zh-CN" altLang="en-US">
                    <a:noFill/>
                  </a:rPr>
                  <a:t> </a:t>
                </a:r>
              </a:p>
            </p:txBody>
          </p:sp>
        </mc:Fallback>
      </mc:AlternateContent>
      <p:sp>
        <p:nvSpPr>
          <p:cNvPr id="9" name="任意多边形 8200"/>
          <p:cNvSpPr/>
          <p:nvPr>
            <p:custDataLst>
              <p:tags r:id="rId14"/>
            </p:custDataLst>
          </p:nvPr>
        </p:nvSpPr>
        <p:spPr>
          <a:xfrm>
            <a:off x="7049135" y="3496945"/>
            <a:ext cx="1001713" cy="357188"/>
          </a:xfrm>
          <a:custGeom>
            <a:avLst/>
            <a:gdLst/>
            <a:ahLst/>
            <a:cxnLst>
              <a:cxn ang="270">
                <a:pos x="16200" y="0"/>
              </a:cxn>
              <a:cxn ang="180">
                <a:pos x="0" y="10800"/>
              </a:cxn>
              <a:cxn ang="90">
                <a:pos x="16200" y="21600"/>
              </a:cxn>
              <a:cxn ang="0">
                <a:pos x="21600" y="10800"/>
              </a:cxn>
            </a:cxn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B050"/>
          </a:solidFill>
          <a:ln w="9525" cap="flat" cmpd="sng">
            <a:solidFill>
              <a:schemeClr val="tx1"/>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10" name="内容占位符 8201"/>
              <p:cNvSpPr txBox="1"/>
              <p:nvPr/>
            </p:nvSpPr>
            <p:spPr>
              <a:xfrm>
                <a:off x="5281930" y="3419475"/>
                <a:ext cx="2280285" cy="650875"/>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因</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𝑟</m:t>
                      </m:r>
                    </m:oMath>
                  </m:oMathPara>
                </a14:m>
                <a:endParaRPr lang="zh-CN" altLang="en-US"/>
              </a:p>
            </p:txBody>
          </p:sp>
        </mc:Choice>
        <mc:Fallback>
          <p:sp>
            <p:nvSpPr>
              <p:cNvPr id="10" name="内容占位符 8201"/>
              <p:cNvSpPr txBox="1">
                <a:spLocks noRot="1" noChangeAspect="1" noMove="1" noResize="1" noEditPoints="1" noAdjustHandles="1" noChangeArrowheads="1" noChangeShapeType="1" noTextEdit="1"/>
              </p:cNvSpPr>
              <p:nvPr/>
            </p:nvSpPr>
            <p:spPr>
              <a:xfrm>
                <a:off x="5281930" y="3419475"/>
                <a:ext cx="2280285" cy="650875"/>
              </a:xfrm>
              <a:prstGeom prst="rect">
                <a:avLst/>
              </a:prstGeom>
              <a:blipFill rotWithShape="1">
                <a:blip r:embed="rId15"/>
                <a:stretch>
                  <a:fillRect/>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对象 8202"/>
              <p:cNvSpPr txBox="1"/>
              <p:nvPr/>
            </p:nvSpPr>
            <p:spPr>
              <a:xfrm>
                <a:off x="8188960" y="3377565"/>
                <a:ext cx="1193800" cy="706120"/>
              </a:xfrm>
              <a:prstGeom prst="rect">
                <a:avLst/>
              </a:prstGeom>
              <a:noFill/>
              <a:ln w="19050">
                <a:solidFill>
                  <a:srgbClr val="FF0000"/>
                </a:solidFill>
                <a:miter lim="800000"/>
              </a:ln>
            </p:spPr>
            <p:txBody>
              <a:bodyPr>
                <a:normAutofit/>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p:sp>
            <p:nvSpPr>
              <p:cNvPr id="12" name="对象 8202"/>
              <p:cNvSpPr txBox="1">
                <a:spLocks noRot="1" noChangeAspect="1" noMove="1" noResize="1" noEditPoints="1" noAdjustHandles="1" noChangeArrowheads="1" noChangeShapeType="1" noTextEdit="1"/>
              </p:cNvSpPr>
              <p:nvPr/>
            </p:nvSpPr>
            <p:spPr>
              <a:xfrm>
                <a:off x="8188960" y="3377565"/>
                <a:ext cx="1193800" cy="706120"/>
              </a:xfrm>
              <a:prstGeom prst="rect">
                <a:avLst/>
              </a:prstGeom>
              <a:blipFill rotWithShape="1">
                <a:blip r:embed="rId16"/>
                <a:stretch>
                  <a:fillRect l="-798" t="-1349" r="-798" b="-1349"/>
                </a:stretch>
              </a:blipFill>
              <a:ln w="19050">
                <a:solidFill>
                  <a:srgbClr val="FF0000"/>
                </a:solid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对象 8202"/>
              <p:cNvSpPr txBox="1"/>
              <p:nvPr/>
            </p:nvSpPr>
            <p:spPr>
              <a:xfrm>
                <a:off x="5941060" y="5541645"/>
                <a:ext cx="2247900" cy="689610"/>
              </a:xfrm>
              <a:prstGeom prst="rect">
                <a:avLst/>
              </a:prstGeom>
              <a:noFill/>
              <a:ln w="19050">
                <a:solidFill>
                  <a:srgbClr val="FF0000"/>
                </a:solidFill>
                <a:miter lim="800000"/>
              </a:ln>
            </p:spPr>
            <p:txBody>
              <a:bodyPr>
                <a:normAutofit/>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p:sp>
            <p:nvSpPr>
              <p:cNvPr id="15" name="对象 8202"/>
              <p:cNvSpPr txBox="1">
                <a:spLocks noRot="1" noChangeAspect="1" noMove="1" noResize="1" noEditPoints="1" noAdjustHandles="1" noChangeArrowheads="1" noChangeShapeType="1" noTextEdit="1"/>
              </p:cNvSpPr>
              <p:nvPr/>
            </p:nvSpPr>
            <p:spPr>
              <a:xfrm>
                <a:off x="5941060" y="5541645"/>
                <a:ext cx="2247900" cy="689610"/>
              </a:xfrm>
              <a:prstGeom prst="rect">
                <a:avLst/>
              </a:prstGeom>
              <a:blipFill rotWithShape="1">
                <a:blip r:embed="rId17"/>
                <a:stretch>
                  <a:fillRect l="-424" t="-1381" r="-424" b="-1381"/>
                </a:stretch>
              </a:blipFill>
              <a:ln w="19050">
                <a:solidFill>
                  <a:srgbClr val="FF0000"/>
                </a:solidFill>
                <a:miter lim="800000"/>
              </a:ln>
            </p:spPr>
            <p:txBody>
              <a:bodyPr/>
              <a:lstStyle/>
              <a:p>
                <a:r>
                  <a:rPr lang="zh-CN" altLang="en-US">
                    <a:noFill/>
                  </a:rPr>
                  <a:t> </a:t>
                </a:r>
              </a:p>
            </p:txBody>
          </p:sp>
        </mc:Fallback>
      </mc:AlternateContent>
    </p:spTree>
    <p:custDataLst>
      <p:tags r:id="rId18"/>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46"/>
                                        </p:tgtEl>
                                        <p:attrNameLst>
                                          <p:attrName>style.visibility</p:attrName>
                                        </p:attrNameLst>
                                      </p:cBhvr>
                                      <p:to>
                                        <p:strVal val="visible"/>
                                      </p:to>
                                    </p:set>
                                    <p:anim calcmode="lin" valueType="num">
                                      <p:cBhvr additive="base">
                                        <p:cTn id="7" dur="500" fill="hold"/>
                                        <p:tgtEl>
                                          <p:spTgt spid="39946"/>
                                        </p:tgtEl>
                                        <p:attrNameLst>
                                          <p:attrName>ppt_x</p:attrName>
                                        </p:attrNameLst>
                                      </p:cBhvr>
                                      <p:tavLst>
                                        <p:tav tm="0">
                                          <p:val>
                                            <p:strVal val="#ppt_x"/>
                                          </p:val>
                                        </p:tav>
                                        <p:tav tm="100000">
                                          <p:val>
                                            <p:strVal val="#ppt_x"/>
                                          </p:val>
                                        </p:tav>
                                      </p:tavLst>
                                    </p:anim>
                                    <p:anim calcmode="lin" valueType="num">
                                      <p:cBhvr additive="base">
                                        <p:cTn id="8" dur="500" fill="hold"/>
                                        <p:tgtEl>
                                          <p:spTgt spid="399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nodeType="clickEffect">
                                  <p:stCondLst>
                                    <p:cond delay="0"/>
                                  </p:stCondLst>
                                  <p:childTnLst>
                                    <p:set>
                                      <p:cBhvr>
                                        <p:cTn id="12" dur="1" fill="hold">
                                          <p:stCondLst>
                                            <p:cond delay="0"/>
                                          </p:stCondLst>
                                        </p:cTn>
                                        <p:tgtEl>
                                          <p:spTgt spid="39945"/>
                                        </p:tgtEl>
                                        <p:attrNameLst>
                                          <p:attrName>style.visibility</p:attrName>
                                        </p:attrNameLst>
                                      </p:cBhvr>
                                      <p:to>
                                        <p:strVal val="visible"/>
                                      </p:to>
                                    </p:set>
                                    <p:anim calcmode="lin" valueType="num">
                                      <p:cBhvr>
                                        <p:cTn id="13" dur="500" fill="hold"/>
                                        <p:tgtEl>
                                          <p:spTgt spid="39945"/>
                                        </p:tgtEl>
                                        <p:attrNameLst>
                                          <p:attrName>ppt_w</p:attrName>
                                        </p:attrNameLst>
                                      </p:cBhvr>
                                      <p:tavLst>
                                        <p:tav tm="0">
                                          <p:val>
                                            <p:fltVal val="0"/>
                                          </p:val>
                                        </p:tav>
                                        <p:tav tm="100000">
                                          <p:val>
                                            <p:strVal val="#ppt_w"/>
                                          </p:val>
                                        </p:tav>
                                      </p:tavLst>
                                    </p:anim>
                                    <p:anim calcmode="lin" valueType="num">
                                      <p:cBhvr>
                                        <p:cTn id="14" dur="500" fill="hold"/>
                                        <p:tgtEl>
                                          <p:spTgt spid="39945"/>
                                        </p:tgtEl>
                                        <p:attrNameLst>
                                          <p:attrName>ppt_h</p:attrName>
                                        </p:attrNameLst>
                                      </p:cBhvr>
                                      <p:tavLst>
                                        <p:tav tm="0">
                                          <p:val>
                                            <p:fltVal val="0"/>
                                          </p:val>
                                        </p:tav>
                                        <p:tav tm="100000">
                                          <p:val>
                                            <p:strVal val="#ppt_h"/>
                                          </p:val>
                                        </p:tav>
                                      </p:tavLst>
                                    </p:anim>
                                    <p:anim calcmode="lin" valueType="num">
                                      <p:cBhvr>
                                        <p:cTn id="15" dur="500" fill="hold"/>
                                        <p:tgtEl>
                                          <p:spTgt spid="39945"/>
                                        </p:tgtEl>
                                        <p:attrNameLst>
                                          <p:attrName>style.rotation</p:attrName>
                                        </p:attrNameLst>
                                      </p:cBhvr>
                                      <p:tavLst>
                                        <p:tav tm="0">
                                          <p:val>
                                            <p:fltVal val="360"/>
                                          </p:val>
                                        </p:tav>
                                        <p:tav tm="100000">
                                          <p:val>
                                            <p:fltVal val="0"/>
                                          </p:val>
                                        </p:tav>
                                      </p:tavLst>
                                    </p:anim>
                                    <p:animEffect transition="in" filter="fade">
                                      <p:cBhvr>
                                        <p:cTn id="16" dur="500"/>
                                        <p:tgtEl>
                                          <p:spTgt spid="3994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9947"/>
                                        </p:tgtEl>
                                        <p:attrNameLst>
                                          <p:attrName>style.visibility</p:attrName>
                                        </p:attrNameLst>
                                      </p:cBhvr>
                                      <p:to>
                                        <p:strVal val="visible"/>
                                      </p:to>
                                    </p:set>
                                    <p:anim calcmode="lin" valueType="num">
                                      <p:cBhvr additive="base">
                                        <p:cTn id="21" dur="500" fill="hold"/>
                                        <p:tgtEl>
                                          <p:spTgt spid="39947"/>
                                        </p:tgtEl>
                                        <p:attrNameLst>
                                          <p:attrName>ppt_x</p:attrName>
                                        </p:attrNameLst>
                                      </p:cBhvr>
                                      <p:tavLst>
                                        <p:tav tm="0">
                                          <p:val>
                                            <p:strVal val="#ppt_x"/>
                                          </p:val>
                                        </p:tav>
                                        <p:tav tm="100000">
                                          <p:val>
                                            <p:strVal val="#ppt_x"/>
                                          </p:val>
                                        </p:tav>
                                      </p:tavLst>
                                    </p:anim>
                                    <p:anim calcmode="lin" valueType="num">
                                      <p:cBhvr additive="base">
                                        <p:cTn id="22" dur="500" fill="hold"/>
                                        <p:tgtEl>
                                          <p:spTgt spid="3994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9" presetClass="entr" presetSubtype="0" decel="10000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 calcmode="lin" valueType="num">
                                      <p:cBhvr>
                                        <p:cTn id="35" dur="500" fill="hold"/>
                                        <p:tgtEl>
                                          <p:spTgt spid="9"/>
                                        </p:tgtEl>
                                        <p:attrNameLst>
                                          <p:attrName>style.rotation</p:attrName>
                                        </p:attrNameLst>
                                      </p:cBhvr>
                                      <p:tavLst>
                                        <p:tav tm="0">
                                          <p:val>
                                            <p:fltVal val="360"/>
                                          </p:val>
                                        </p:tav>
                                        <p:tav tm="100000">
                                          <p:val>
                                            <p:fltVal val="0"/>
                                          </p:val>
                                        </p:tav>
                                      </p:tavLst>
                                    </p:anim>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9944"/>
                                        </p:tgtEl>
                                        <p:attrNameLst>
                                          <p:attrName>style.visibility</p:attrName>
                                        </p:attrNameLst>
                                      </p:cBhvr>
                                      <p:to>
                                        <p:strVal val="visible"/>
                                      </p:to>
                                    </p:set>
                                    <p:anim calcmode="lin" valueType="num">
                                      <p:cBhvr additive="base">
                                        <p:cTn id="47" dur="500" fill="hold"/>
                                        <p:tgtEl>
                                          <p:spTgt spid="39944"/>
                                        </p:tgtEl>
                                        <p:attrNameLst>
                                          <p:attrName>ppt_x</p:attrName>
                                        </p:attrNameLst>
                                      </p:cBhvr>
                                      <p:tavLst>
                                        <p:tav tm="0">
                                          <p:val>
                                            <p:strVal val="#ppt_x"/>
                                          </p:val>
                                        </p:tav>
                                        <p:tav tm="100000">
                                          <p:val>
                                            <p:strVal val="#ppt_x"/>
                                          </p:val>
                                        </p:tav>
                                      </p:tavLst>
                                    </p:anim>
                                    <p:anim calcmode="lin" valueType="num">
                                      <p:cBhvr additive="base">
                                        <p:cTn id="48" dur="500" fill="hold"/>
                                        <p:tgtEl>
                                          <p:spTgt spid="3994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ppt_x"/>
                                          </p:val>
                                        </p:tav>
                                        <p:tav tm="100000">
                                          <p:val>
                                            <p:strVal val="#ppt_x"/>
                                          </p:val>
                                        </p:tav>
                                      </p:tavLst>
                                    </p:anim>
                                    <p:anim calcmode="lin" valueType="num">
                                      <p:cBhvr additive="base">
                                        <p:cTn id="5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7" grpId="0" animBg="1"/>
      <p:bldP spid="39947" grpId="1" animBg="1"/>
      <p:bldP spid="12" grpId="0" animBg="1"/>
      <p:bldP spid="12" grpId="1" animBg="1"/>
      <p:bldP spid="39944" grpId="0" animBg="1"/>
      <p:bldP spid="4" grpId="0"/>
      <p:bldP spid="39944" grpId="1" animBg="1"/>
      <p:bldP spid="4" grpId="1"/>
      <p:bldP spid="7" grpId="0"/>
      <p:bldP spid="15" grpId="0" animBg="1"/>
      <p:bldP spid="7" grpId="1"/>
      <p:bldP spid="15" grpId="1" animBg="1"/>
      <p:bldP spid="39946" grpId="0"/>
      <p:bldP spid="39946" grpId="1"/>
      <p:bldP spid="10" grpId="0"/>
      <p:bldP spid="10"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mc:AlternateContent xmlns:mc="http://schemas.openxmlformats.org/markup-compatibility/2006">
        <mc:Choice xmlns:a14="http://schemas.microsoft.com/office/drawing/2010/main" Requires="a14">
          <p:sp>
            <p:nvSpPr>
              <p:cNvPr id="32" name="文本框 31"/>
              <p:cNvSpPr txBox="1"/>
              <p:nvPr>
                <p:custDataLst>
                  <p:tags r:id="rId6"/>
                </p:custDataLst>
              </p:nvPr>
            </p:nvSpPr>
            <p:spPr>
              <a:xfrm>
                <a:off x="589280" y="552450"/>
                <a:ext cx="10516235" cy="1383665"/>
              </a:xfrm>
              <a:prstGeom prst="rect">
                <a:avLst/>
              </a:prstGeom>
              <a:noFill/>
            </p:spPr>
            <p:txBody>
              <a:bodyPr wrap="square">
                <a:spAutoFit/>
              </a:bodyPr>
              <a:lstStyle/>
              <a:p>
                <a:pPr marL="514350" marR="0" lvl="0" indent="-514350" algn="l" defTabSz="914400" eaLnBrk="0" fontAlgn="base" latinLnBrk="0" hangingPunct="0">
                  <a:lnSpc>
                    <a:spcPct val="150000"/>
                  </a:lnSpc>
                  <a:spcBef>
                    <a:spcPct val="0"/>
                  </a:spcBef>
                  <a:spcAft>
                    <a:spcPct val="0"/>
                  </a:spcAft>
                  <a:buClrTx/>
                  <a:buSzTx/>
                  <a:buFont typeface="+mj-ea"/>
                  <a:buAutoNum type="circleNumDbPlain" startAt="3"/>
                  <a:tabLst>
                    <a:tab pos="2070100" algn="l"/>
                  </a:tabLst>
                  <a:defRPr/>
                </a:pPr>
                <a:r>
                  <a:rPr lang="zh-CN" altLang="en-US" sz="2800" b="1">
                    <a:latin typeface="宋体" panose="02010600030101010101" pitchFamily="2" charset="-122"/>
                    <a:ea typeface="宋体" panose="02010600030101010101" pitchFamily="2" charset="-122"/>
                    <a:sym typeface="+mn-ea"/>
                  </a:rPr>
                  <a:t>如图，双星的质量分别为m</a:t>
                </a:r>
                <a:r>
                  <a:rPr lang="zh-CN" altLang="en-US" sz="2800" b="1" baseline="-25000">
                    <a:latin typeface="宋体" panose="02010600030101010101" pitchFamily="2" charset="-122"/>
                    <a:ea typeface="宋体" panose="02010600030101010101" pitchFamily="2" charset="-122"/>
                    <a:sym typeface="+mn-ea"/>
                  </a:rPr>
                  <a:t>1</a:t>
                </a:r>
                <a:r>
                  <a:rPr lang="zh-CN" altLang="en-US" sz="2800" b="1">
                    <a:latin typeface="宋体" panose="02010600030101010101" pitchFamily="2" charset="-122"/>
                    <a:ea typeface="宋体" panose="02010600030101010101" pitchFamily="2" charset="-122"/>
                    <a:sym typeface="+mn-ea"/>
                  </a:rPr>
                  <a:t>、m</a:t>
                </a:r>
                <a:r>
                  <a:rPr lang="zh-CN" altLang="en-US" sz="2800" b="1" baseline="-25000">
                    <a:latin typeface="宋体" panose="02010600030101010101" pitchFamily="2" charset="-122"/>
                    <a:ea typeface="宋体" panose="02010600030101010101" pitchFamily="2" charset="-122"/>
                    <a:sym typeface="+mn-ea"/>
                  </a:rPr>
                  <a:t>2</a:t>
                </a:r>
                <a:r>
                  <a:rPr lang="zh-CN" altLang="en-US" sz="2800" b="1">
                    <a:latin typeface="宋体" panose="02010600030101010101" pitchFamily="2" charset="-122"/>
                    <a:ea typeface="宋体" panose="02010600030101010101" pitchFamily="2" charset="-122"/>
                    <a:sym typeface="+mn-ea"/>
                  </a:rPr>
                  <a:t>，它们之间的距离为L，轨道半径分别为</a:t>
                </a:r>
                <a:r>
                  <a:rPr lang="en-US" altLang="zh-CN" sz="2800" b="1">
                    <a:latin typeface="宋体" panose="02010600030101010101" pitchFamily="2" charset="-122"/>
                    <a:ea typeface="宋体" panose="02010600030101010101" pitchFamily="2" charset="-122"/>
                    <a:sym typeface="+mn-ea"/>
                  </a:rPr>
                  <a:t>r</a:t>
                </a:r>
                <a:r>
                  <a:rPr lang="en-US" altLang="zh-CN" sz="2800" b="1" baseline="-25000">
                    <a:latin typeface="宋体" panose="02010600030101010101" pitchFamily="2" charset="-122"/>
                    <a:ea typeface="宋体" panose="02010600030101010101" pitchFamily="2" charset="-122"/>
                    <a:sym typeface="+mn-ea"/>
                  </a:rPr>
                  <a:t>1</a:t>
                </a:r>
                <a:r>
                  <a:rPr lang="zh-CN" altLang="en-US" sz="2800" b="1">
                    <a:latin typeface="宋体" panose="02010600030101010101" pitchFamily="2" charset="-122"/>
                    <a:ea typeface="宋体" panose="02010600030101010101" pitchFamily="2" charset="-122"/>
                    <a:sym typeface="+mn-ea"/>
                  </a:rPr>
                  <a:t>和</a:t>
                </a:r>
                <a:r>
                  <a:rPr lang="en-US" altLang="zh-CN" sz="2800" b="1">
                    <a:latin typeface="宋体" panose="02010600030101010101" pitchFamily="2" charset="-122"/>
                    <a:ea typeface="宋体" panose="02010600030101010101" pitchFamily="2" charset="-122"/>
                    <a:sym typeface="+mn-ea"/>
                  </a:rPr>
                  <a:t>r</a:t>
                </a:r>
                <a:r>
                  <a:rPr lang="en-US" altLang="zh-CN" sz="2800" b="1" baseline="-25000">
                    <a:latin typeface="宋体" panose="02010600030101010101" pitchFamily="2" charset="-122"/>
                    <a:ea typeface="宋体" panose="02010600030101010101" pitchFamily="2" charset="-122"/>
                    <a:sym typeface="+mn-ea"/>
                  </a:rPr>
                  <a:t>2</a:t>
                </a:r>
                <a:r>
                  <a:rPr lang="zh-CN" altLang="en-US" sz="2800" b="1">
                    <a:latin typeface="宋体" panose="02010600030101010101" pitchFamily="2" charset="-122"/>
                    <a:ea typeface="宋体" panose="02010600030101010101" pitchFamily="2" charset="-122"/>
                    <a:sym typeface="+mn-ea"/>
                  </a:rPr>
                  <a:t>，</a:t>
                </a:r>
                <a:r>
                  <a:rPr lang="zh-CN" altLang="en-US" sz="2800" b="1">
                    <a:solidFill>
                      <a:srgbClr val="00B0F0"/>
                    </a:solidFill>
                    <a:latin typeface="宋体" panose="02010600030101010101" pitchFamily="2" charset="-122"/>
                    <a:ea typeface="宋体" panose="02010600030101010101" pitchFamily="2" charset="-122"/>
                    <a:sym typeface="+mn-ea"/>
                  </a:rPr>
                  <a:t>求</a:t>
                </a:r>
                <a:r>
                  <a:rPr lang="zh-CN" altLang="en-US" sz="2800" b="1">
                    <a:solidFill>
                      <a:srgbClr val="00B0F0"/>
                    </a:solidFill>
                    <a:latin typeface="Times New Roman" panose="02020603050405020304" charset="0"/>
                    <a:ea typeface="Times New Roman" panose="02020603050405020304" charset="0"/>
                    <a:sym typeface="+mn-ea"/>
                  </a:rPr>
                  <a:t>它们的运行角速度</a:t>
                </a:r>
                <a14:m>
                  <m:oMath xmlns:m="http://schemas.openxmlformats.org/officeDocument/2006/math">
                    <m:r>
                      <a:rPr lang="en-US" altLang="zh-CN" sz="2800" b="1" i="1">
                        <a:solidFill>
                          <a:srgbClr val="00B0F0"/>
                        </a:solidFill>
                        <a:latin typeface="Cambria Math" panose="02040503050406030204" pitchFamily="18" charset="0"/>
                        <a:ea typeface="Times New Roman" panose="02020603050405020304" charset="0"/>
                        <a:cs typeface="Cambria Math" panose="02040503050406030204" pitchFamily="18" charset="0"/>
                        <a:sym typeface="+mn-ea"/>
                      </a:rPr>
                      <m:t>𝝎</m:t>
                    </m:r>
                  </m:oMath>
                </a14:m>
                <a:r>
                  <a:rPr lang="zh-CN" altLang="en-US" sz="2800">
                    <a:solidFill>
                      <a:srgbClr val="00B0F0"/>
                    </a:solidFill>
                    <a:latin typeface="Cambria Math" panose="02040503050406030204" pitchFamily="18" charset="0"/>
                    <a:ea typeface="Times New Roman" panose="02020603050405020304" charset="0"/>
                    <a:cs typeface="Cambria Math" panose="02040503050406030204" pitchFamily="18" charset="0"/>
                    <a:sym typeface="+mn-ea"/>
                  </a:rPr>
                  <a:t>和</a:t>
                </a:r>
                <a:r>
                  <a:rPr lang="zh-CN" altLang="en-US" sz="2800" b="1">
                    <a:solidFill>
                      <a:srgbClr val="00B0F0"/>
                    </a:solidFill>
                    <a:latin typeface="Times New Roman" panose="02020603050405020304" charset="0"/>
                    <a:ea typeface="Times New Roman" panose="02020603050405020304" charset="0"/>
                    <a:sym typeface="+mn-ea"/>
                  </a:rPr>
                  <a:t>周期</a:t>
                </a:r>
                <a:r>
                  <a:rPr lang="en-US" altLang="zh-CN" sz="2800" b="1">
                    <a:solidFill>
                      <a:srgbClr val="00B0F0"/>
                    </a:solidFill>
                    <a:latin typeface="Times New Roman" panose="02020603050405020304" charset="0"/>
                    <a:ea typeface="Times New Roman" panose="02020603050405020304" charset="0"/>
                    <a:sym typeface="+mn-ea"/>
                  </a:rPr>
                  <a:t>T</a:t>
                </a:r>
                <a:endParaRPr lang="en-US" altLang="zh-CN" sz="2800" b="1">
                  <a:solidFill>
                    <a:srgbClr val="00B0F0"/>
                  </a:solidFill>
                  <a:latin typeface="Times New Roman" panose="02020603050405020304" charset="0"/>
                  <a:ea typeface="Times New Roman" panose="02020603050405020304" charset="0"/>
                  <a:sym typeface="+mn-ea"/>
                </a:endParaRPr>
              </a:p>
            </p:txBody>
          </p:sp>
        </mc:Choice>
        <mc:Fallback>
          <p:sp>
            <p:nvSpPr>
              <p:cNvPr id="32" name="文本框 31"/>
              <p:cNvSpPr txBox="1">
                <a:spLocks noRot="1" noChangeAspect="1" noMove="1" noResize="1" noEditPoints="1" noAdjustHandles="1" noChangeArrowheads="1" noChangeShapeType="1" noTextEdit="1"/>
              </p:cNvSpPr>
              <p:nvPr>
                <p:custDataLst>
                  <p:tags r:id="rId7"/>
                </p:custDataLst>
              </p:nvPr>
            </p:nvSpPr>
            <p:spPr>
              <a:xfrm>
                <a:off x="589280" y="552450"/>
                <a:ext cx="10516235" cy="1383665"/>
              </a:xfrm>
              <a:prstGeom prst="rect">
                <a:avLst/>
              </a:prstGeom>
              <a:blipFill rotWithShape="1">
                <a:blip r:embed="rId8"/>
                <a:stretch>
                  <a:fillRect b="-9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4" name="内容占位符 7169"/>
              <p:cNvSpPr txBox="1"/>
              <p:nvPr/>
            </p:nvSpPr>
            <p:spPr>
              <a:xfrm>
                <a:off x="1624718" y="2085181"/>
                <a:ext cx="2771274" cy="936625"/>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𝐺</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𝐿</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𝜔</m:t>
                          </m:r>
                        </m:e>
                        <m:sup>
                          <m:r>
                            <a:rPr lang="zh-CN" altLang="en-US" sz="2400" i="1">
                              <a:solidFill>
                                <a:srgbClr val="000000"/>
                              </a:solidFill>
                              <a:latin typeface="Cambria Math" panose="02040503050406030204" pitchFamily="18" charset="0"/>
                            </a:rPr>
                            <m:t>2</m:t>
                          </m:r>
                        </m:sup>
                      </m:s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𝑟</m:t>
                          </m:r>
                        </m:e>
                        <m:sub>
                          <m:r>
                            <a:rPr lang="zh-CN" altLang="en-US" sz="2400" i="1">
                              <a:solidFill>
                                <a:srgbClr val="000000"/>
                              </a:solidFill>
                              <a:latin typeface="Cambria Math" panose="02040503050406030204" pitchFamily="18" charset="0"/>
                            </a:rPr>
                            <m:t>1</m:t>
                          </m:r>
                        </m:sub>
                      </m:sSub>
                    </m:oMath>
                  </m:oMathPara>
                </a14:m>
                <a:endParaRPr lang="zh-CN" altLang="en-US" sz="2400" dirty="0"/>
              </a:p>
            </p:txBody>
          </p:sp>
        </mc:Choice>
        <mc:Fallback>
          <p:sp>
            <p:nvSpPr>
              <p:cNvPr id="38914" name="内容占位符 7169"/>
              <p:cNvSpPr txBox="1">
                <a:spLocks noRot="1" noChangeAspect="1" noMove="1" noResize="1" noEditPoints="1" noAdjustHandles="1" noChangeArrowheads="1" noChangeShapeType="1" noTextEdit="1"/>
              </p:cNvSpPr>
              <p:nvPr/>
            </p:nvSpPr>
            <p:spPr>
              <a:xfrm>
                <a:off x="1624718" y="2085181"/>
                <a:ext cx="2771274" cy="936625"/>
              </a:xfrm>
              <a:prstGeom prst="rect">
                <a:avLst/>
              </a:prstGeom>
              <a:blipFill rotWithShape="1">
                <a:blip r:embed="rId9"/>
                <a:stretch>
                  <a:fillRect l="-14" t="-51" r="19" b="51"/>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6" name="内容占位符 7171"/>
              <p:cNvSpPr txBox="1"/>
              <p:nvPr/>
            </p:nvSpPr>
            <p:spPr>
              <a:xfrm>
                <a:off x="1632456" y="3296205"/>
                <a:ext cx="2771273" cy="842962"/>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𝐺</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𝐿</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𝜔</m:t>
                          </m:r>
                        </m:e>
                        <m:sup>
                          <m:r>
                            <a:rPr lang="zh-CN" altLang="en-US" sz="2400" i="1">
                              <a:solidFill>
                                <a:srgbClr val="000000"/>
                              </a:solidFill>
                              <a:latin typeface="Cambria Math" panose="02040503050406030204" pitchFamily="18" charset="0"/>
                            </a:rPr>
                            <m:t>2</m:t>
                          </m:r>
                        </m:sup>
                      </m:s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𝑟</m:t>
                          </m:r>
                        </m:e>
                        <m:sub>
                          <m:r>
                            <a:rPr lang="zh-CN" altLang="en-US" sz="2400" i="1">
                              <a:solidFill>
                                <a:srgbClr val="000000"/>
                              </a:solidFill>
                              <a:latin typeface="Cambria Math" panose="02040503050406030204" pitchFamily="18" charset="0"/>
                            </a:rPr>
                            <m:t>2</m:t>
                          </m:r>
                        </m:sub>
                      </m:sSub>
                    </m:oMath>
                  </m:oMathPara>
                </a14:m>
                <a:endParaRPr lang="zh-CN" altLang="en-US" sz="1600" dirty="0"/>
              </a:p>
            </p:txBody>
          </p:sp>
        </mc:Choice>
        <mc:Fallback>
          <p:sp>
            <p:nvSpPr>
              <p:cNvPr id="38916" name="内容占位符 7171"/>
              <p:cNvSpPr txBox="1">
                <a:spLocks noRot="1" noChangeAspect="1" noMove="1" noResize="1" noEditPoints="1" noAdjustHandles="1" noChangeArrowheads="1" noChangeShapeType="1" noTextEdit="1"/>
              </p:cNvSpPr>
              <p:nvPr/>
            </p:nvSpPr>
            <p:spPr>
              <a:xfrm>
                <a:off x="1632456" y="3296205"/>
                <a:ext cx="2771273" cy="842962"/>
              </a:xfrm>
              <a:prstGeom prst="rect">
                <a:avLst/>
              </a:prstGeom>
              <a:blipFill rotWithShape="1">
                <a:blip r:embed="rId10"/>
                <a:stretch>
                  <a:fillRect l="-18" t="-66" b="28"/>
                </a:stretch>
              </a:blipFill>
              <a:ln w="38100">
                <a:noFill/>
                <a:miter lim="800000"/>
              </a:ln>
            </p:spPr>
            <p:txBody>
              <a:bodyPr/>
              <a:lstStyle/>
              <a:p>
                <a:r>
                  <a:rPr lang="zh-CN" altLang="en-US">
                    <a:noFill/>
                  </a:rPr>
                  <a:t> </a:t>
                </a:r>
              </a:p>
            </p:txBody>
          </p:sp>
        </mc:Fallback>
      </mc:AlternateContent>
      <p:sp>
        <p:nvSpPr>
          <p:cNvPr id="38918" name="文本框 7174"/>
          <p:cNvSpPr txBox="1"/>
          <p:nvPr>
            <p:custDataLst>
              <p:tags r:id="rId11"/>
            </p:custDataLst>
          </p:nvPr>
        </p:nvSpPr>
        <p:spPr>
          <a:xfrm>
            <a:off x="513398" y="2301875"/>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p:sp>
        <p:nvSpPr>
          <p:cNvPr id="38919" name="文本框 7175"/>
          <p:cNvSpPr txBox="1"/>
          <p:nvPr>
            <p:custDataLst>
              <p:tags r:id="rId12"/>
            </p:custDataLst>
          </p:nvPr>
        </p:nvSpPr>
        <p:spPr>
          <a:xfrm>
            <a:off x="513398" y="3416300"/>
            <a:ext cx="1022350" cy="50323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2</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p:sp>
        <p:nvSpPr>
          <p:cNvPr id="38950" name="矩形 7188"/>
          <p:cNvSpPr/>
          <p:nvPr>
            <p:custDataLst>
              <p:tags r:id="rId13"/>
            </p:custDataLst>
          </p:nvPr>
        </p:nvSpPr>
        <p:spPr>
          <a:xfrm>
            <a:off x="1920240" y="4307205"/>
            <a:ext cx="1957070" cy="522605"/>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 </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1</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 </a:t>
            </a: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2 </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L</a:t>
            </a:r>
            <a:endPar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14" name="文本框 13"/>
              <p:cNvSpPr txBox="1"/>
              <p:nvPr>
                <p:custDataLst>
                  <p:tags r:id="rId14"/>
                </p:custDataLst>
              </p:nvPr>
            </p:nvSpPr>
            <p:spPr>
              <a:xfrm>
                <a:off x="3797300" y="2190115"/>
                <a:ext cx="4244340" cy="1863725"/>
              </a:xfrm>
              <a:prstGeom prst="rect">
                <a:avLst/>
              </a:prstGeom>
              <a:noFill/>
              <a:ln w="12700" cmpd="sng">
                <a:noFill/>
                <a:prstDash val="solid"/>
              </a:ln>
            </p:spPr>
            <p:txBody>
              <a:bodyPr wrap="square" rtlCol="0">
                <a:sp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800" b="1">
                          <a:latin typeface="Cambria Math" panose="02040503050406030204" pitchFamily="18" charset="0"/>
                          <a:ea typeface="宋体" panose="02010600030101010101" pitchFamily="2" charset="-122"/>
                        </a:rPr>
                        <m:t>    </m:t>
                      </m:r>
                      <m:r>
                        <a:rPr lang="zh-CN" altLang="en-US" sz="2800" b="1">
                          <a:solidFill>
                            <a:schemeClr val="accent2"/>
                          </a:solidFill>
                          <a:latin typeface="Cambria Math" panose="02040503050406030204" pitchFamily="18" charset="0"/>
                          <a:ea typeface="宋体" panose="02010600030101010101" pitchFamily="2" charset="-122"/>
                        </a:rPr>
                        <m:t>𝛚</m:t>
                      </m:r>
                      <m:r>
                        <a:rPr lang="zh-CN" altLang="en-US" sz="2800" b="1">
                          <a:solidFill>
                            <a:schemeClr val="accent2"/>
                          </a:solidFill>
                          <a:latin typeface="Cambria Math" panose="02040503050406030204" pitchFamily="18" charset="0"/>
                          <a:ea typeface="宋体" panose="02010600030101010101" pitchFamily="2" charset="-122"/>
                        </a:rPr>
                        <m:t>=</m:t>
                      </m:r>
                      <m:rad>
                        <m:radPr>
                          <m:degHide m:val="on"/>
                          <m:ctrlPr>
                            <a:rPr lang="zh-CN" altLang="en-US" sz="2800" b="1" i="1">
                              <a:solidFill>
                                <a:schemeClr val="accent2"/>
                              </a:solidFill>
                              <a:latin typeface="Cambria Math" panose="02040503050406030204" pitchFamily="18" charset="0"/>
                              <a:ea typeface="宋体" panose="02010600030101010101" pitchFamily="2" charset="-122"/>
                            </a:rPr>
                          </m:ctrlPr>
                        </m:radPr>
                        <m:deg/>
                        <m:e>
                          <m:f>
                            <m:fPr>
                              <m:ctrlPr>
                                <a:rPr lang="zh-CN" altLang="en-US" sz="2800" b="1" i="1">
                                  <a:solidFill>
                                    <a:schemeClr val="accent2"/>
                                  </a:solidFill>
                                  <a:latin typeface="Cambria Math" panose="02040503050406030204" pitchFamily="18" charset="0"/>
                                  <a:ea typeface="宋体" panose="02010600030101010101" pitchFamily="2" charset="-122"/>
                                </a:rPr>
                              </m:ctrlPr>
                            </m:fPr>
                            <m:num>
                              <m:r>
                                <a:rPr lang="zh-CN" altLang="en-US" sz="2800" b="1">
                                  <a:solidFill>
                                    <a:schemeClr val="accent2"/>
                                  </a:solidFill>
                                  <a:latin typeface="Cambria Math" panose="02040503050406030204" pitchFamily="18" charset="0"/>
                                  <a:ea typeface="宋体" panose="02010600030101010101" pitchFamily="2" charset="-122"/>
                                </a:rPr>
                                <m:t>𝐆</m:t>
                              </m:r>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𝟏</m:t>
                                  </m:r>
                                </m:sub>
                              </m:sSub>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𝟐</m:t>
                                  </m:r>
                                </m:sub>
                              </m:sSub>
                              <m:r>
                                <a:rPr lang="zh-CN" altLang="en-US" sz="2800" b="1">
                                  <a:solidFill>
                                    <a:schemeClr val="accent2"/>
                                  </a:solidFill>
                                  <a:latin typeface="Cambria Math" panose="02040503050406030204" pitchFamily="18" charset="0"/>
                                  <a:ea typeface="宋体" panose="02010600030101010101" pitchFamily="2" charset="-122"/>
                                </a:rPr>
                                <m:t>)</m:t>
                              </m:r>
                            </m:num>
                            <m:den>
                              <m:sSup>
                                <m:sSupPr>
                                  <m:ctrlPr>
                                    <a:rPr lang="zh-CN" altLang="en-US" sz="2800" b="1" i="1">
                                      <a:solidFill>
                                        <a:schemeClr val="accent2"/>
                                      </a:solidFill>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800" b="1" i="1">
                                      <a:solidFill>
                                        <a:schemeClr val="accent2"/>
                                      </a:solidFill>
                                      <a:latin typeface="Cambria Math" panose="02040503050406030204" pitchFamily="18" charset="0"/>
                                      <a:ea typeface="宋体" panose="02010600030101010101" pitchFamily="2" charset="-122"/>
                                      <a:cs typeface="Cambria Math" panose="02040503050406030204" pitchFamily="18" charset="0"/>
                                    </a:rPr>
                                    <m:t>𝑳</m:t>
                                  </m:r>
                                </m:e>
                                <m:sup>
                                  <m:r>
                                    <a:rPr lang="en-US" altLang="zh-CN" sz="2800" b="1" i="1">
                                      <a:solidFill>
                                        <a:schemeClr val="accent2"/>
                                      </a:solidFill>
                                      <a:latin typeface="Cambria Math" panose="02040503050406030204" pitchFamily="18" charset="0"/>
                                      <a:ea typeface="宋体" panose="02010600030101010101" pitchFamily="2" charset="-122"/>
                                      <a:cs typeface="Cambria Math" panose="02040503050406030204" pitchFamily="18" charset="0"/>
                                    </a:rPr>
                                    <m:t>𝟑</m:t>
                                  </m:r>
                                </m:sup>
                              </m:sSup>
                            </m:den>
                          </m:f>
                        </m:e>
                      </m:rad>
                    </m:oMath>
                  </m:oMathPara>
                </a14:m>
                <a:endParaRPr lang="en-US" altLang="zh-CN" sz="2800" b="1" i="1">
                  <a:solidFill>
                    <a:schemeClr val="accent2"/>
                  </a:solidFill>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custDataLst>
                  <p:tags r:id="rId15"/>
                </p:custDataLst>
              </p:nvPr>
            </p:nvSpPr>
            <p:spPr>
              <a:xfrm>
                <a:off x="3797300" y="2190115"/>
                <a:ext cx="4244340" cy="1863725"/>
              </a:xfrm>
              <a:prstGeom prst="rect">
                <a:avLst/>
              </a:prstGeom>
              <a:blipFill rotWithShape="1">
                <a:blip r:embed="rId16"/>
                <a:stretch>
                  <a:fillRect/>
                </a:stretch>
              </a:blipFill>
              <a:ln w="12700" cmpd="sng">
                <a:noFill/>
                <a:prstDash val="solid"/>
              </a:ln>
            </p:spPr>
            <p:txBody>
              <a:bodyPr/>
              <a:lstStyle/>
              <a:p>
                <a:r>
                  <a:rPr lang="zh-CN" altLang="en-US">
                    <a:noFill/>
                  </a:rPr>
                  <a:t> </a:t>
                </a:r>
              </a:p>
            </p:txBody>
          </p:sp>
        </mc:Fallback>
      </mc:AlternateContent>
      <p:sp>
        <p:nvSpPr>
          <p:cNvPr id="38917" name="右大括号 7172"/>
          <p:cNvSpPr/>
          <p:nvPr>
            <p:custDataLst>
              <p:tags r:id="rId17"/>
            </p:custDataLst>
          </p:nvPr>
        </p:nvSpPr>
        <p:spPr>
          <a:xfrm>
            <a:off x="4399915" y="2449195"/>
            <a:ext cx="360680" cy="2101215"/>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mc:AlternateContent xmlns:mc="http://schemas.openxmlformats.org/markup-compatibility/2006">
        <mc:Choice xmlns:a14="http://schemas.microsoft.com/office/drawing/2010/main" Requires="a14">
          <p:sp>
            <p:nvSpPr>
              <p:cNvPr id="15" name="文本框 14"/>
              <p:cNvSpPr txBox="1"/>
              <p:nvPr>
                <p:custDataLst>
                  <p:tags r:id="rId18"/>
                </p:custDataLst>
              </p:nvPr>
            </p:nvSpPr>
            <p:spPr>
              <a:xfrm>
                <a:off x="1179830" y="4919980"/>
                <a:ext cx="2697480" cy="1223645"/>
              </a:xfrm>
              <a:prstGeom prst="rect">
                <a:avLst/>
              </a:prstGeom>
              <a:noFill/>
            </p:spPr>
            <p:txBody>
              <a:bodyPr wrap="square" rtlCol="0" anchor="t">
                <a:sp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800" b="1">
                          <a:latin typeface="Cambria Math" panose="02040503050406030204" pitchFamily="18" charset="0"/>
                          <a:ea typeface="宋体" panose="02010600030101010101" pitchFamily="2" charset="-122"/>
                        </a:rPr>
                        <m:t>由</m:t>
                      </m:r>
                      <m:r>
                        <a:rPr lang="zh-CN" altLang="en-US" sz="2800" b="1">
                          <a:latin typeface="Cambria Math" panose="02040503050406030204" pitchFamily="18" charset="0"/>
                          <a:ea typeface="宋体" panose="02010600030101010101" pitchFamily="2" charset="-122"/>
                        </a:rPr>
                        <m:t>𝐓</m:t>
                      </m:r>
                      <m:r>
                        <a:rPr lang="zh-CN" altLang="en-US" sz="2800" b="1">
                          <a:latin typeface="Cambria Math" panose="02040503050406030204" pitchFamily="18" charset="0"/>
                          <a:ea typeface="宋体" panose="02010600030101010101" pitchFamily="2" charset="-122"/>
                        </a:rPr>
                        <m:t>=</m:t>
                      </m:r>
                      <m:f>
                        <m:fPr>
                          <m:ctrlPr>
                            <a:rPr lang="zh-CN" altLang="en-US" sz="2800" b="1" i="1">
                              <a:latin typeface="Cambria Math" panose="02040503050406030204" pitchFamily="18" charset="0"/>
                              <a:ea typeface="宋体" panose="02010600030101010101" pitchFamily="2" charset="-122"/>
                            </a:rPr>
                          </m:ctrlPr>
                        </m:fPr>
                        <m:num>
                          <m:r>
                            <a:rPr lang="zh-CN" altLang="en-US" sz="2800" b="1">
                              <a:latin typeface="Cambria Math" panose="02040503050406030204" pitchFamily="18" charset="0"/>
                              <a:ea typeface="宋体" panose="02010600030101010101" pitchFamily="2" charset="-122"/>
                            </a:rPr>
                            <m:t>𝟐</m:t>
                          </m:r>
                          <m:r>
                            <a:rPr lang="zh-CN" altLang="en-US" sz="2800" b="1">
                              <a:latin typeface="Cambria Math" panose="02040503050406030204" pitchFamily="18" charset="0"/>
                              <a:ea typeface="宋体" panose="02010600030101010101" pitchFamily="2" charset="-122"/>
                            </a:rPr>
                            <m:t>𝛑</m:t>
                          </m:r>
                        </m:num>
                        <m:den>
                          <m:r>
                            <a:rPr lang="zh-CN" altLang="en-US" sz="2800" b="1">
                              <a:latin typeface="Cambria Math" panose="02040503050406030204" pitchFamily="18" charset="0"/>
                              <a:ea typeface="宋体" panose="02010600030101010101" pitchFamily="2" charset="-122"/>
                            </a:rPr>
                            <m:t>𝛚</m:t>
                          </m:r>
                        </m:den>
                      </m:f>
                      <m:r>
                        <a:rPr lang="zh-CN" altLang="en-US" sz="2800" b="1">
                          <a:latin typeface="Cambria Math" panose="02040503050406030204" pitchFamily="18" charset="0"/>
                          <a:ea typeface="宋体" panose="02010600030101010101" pitchFamily="2" charset="-122"/>
                          <a:cs typeface="Cambria Math" panose="02040503050406030204" pitchFamily="18" charset="0"/>
                        </a:rPr>
                        <m:t>可得</m:t>
                      </m:r>
                    </m:oMath>
                  </m:oMathPara>
                </a14:m>
                <a:endParaRPr lang="zh-CN" altLang="en-US" sz="2800" b="1">
                  <a:latin typeface="宋体" panose="02010600030101010101" pitchFamily="2" charset="-122"/>
                  <a:ea typeface="宋体" panose="02010600030101010101" pitchFamily="2" charset="-122"/>
                </a:endParaRPr>
              </a:p>
            </p:txBody>
          </p:sp>
        </mc:Choice>
        <mc:Fallback>
          <p:sp>
            <p:nvSpPr>
              <p:cNvPr id="15" name="文本框 14"/>
              <p:cNvSpPr txBox="1">
                <a:spLocks noRot="1" noChangeAspect="1" noMove="1" noResize="1" noEditPoints="1" noAdjustHandles="1" noChangeArrowheads="1" noChangeShapeType="1" noTextEdit="1"/>
              </p:cNvSpPr>
              <p:nvPr>
                <p:custDataLst>
                  <p:tags r:id="rId19"/>
                </p:custDataLst>
              </p:nvPr>
            </p:nvSpPr>
            <p:spPr>
              <a:xfrm>
                <a:off x="1179830" y="4919980"/>
                <a:ext cx="2697480" cy="1223645"/>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custDataLst>
                  <p:tags r:id="rId21"/>
                </p:custDataLst>
              </p:nvPr>
            </p:nvSpPr>
            <p:spPr>
              <a:xfrm>
                <a:off x="4672330" y="4370070"/>
                <a:ext cx="3225800" cy="1773555"/>
              </a:xfrm>
              <a:prstGeom prst="rect">
                <a:avLst/>
              </a:prstGeom>
              <a:noFill/>
              <a:ln>
                <a:noFill/>
              </a:ln>
            </p:spPr>
            <p:txBody>
              <a:bodyPr wrap="none" rtlCol="0" anchor="t">
                <a:noAutofit/>
              </a:bodyPr>
              <a:lstStyle/>
              <a:p>
                <a:pPr algn="l">
                  <a:lnSpc>
                    <a:spcPct val="140000"/>
                  </a:lnSpc>
                </a:pPr>
                <a14:m>
                  <m:oMathPara xmlns:m="http://schemas.openxmlformats.org/officeDocument/2006/math">
                    <m:oMathParaPr>
                      <m:jc m:val="center"/>
                    </m:oMathParaPr>
                    <m:oMath xmlns:m="http://schemas.openxmlformats.org/officeDocument/2006/math">
                      <m:r>
                        <a:rPr lang="zh-CN" altLang="en-US" sz="2800" b="1">
                          <a:solidFill>
                            <a:schemeClr val="accent2"/>
                          </a:solidFill>
                          <a:latin typeface="Cambria Math" panose="02040503050406030204" pitchFamily="18" charset="0"/>
                          <a:ea typeface="宋体" panose="02010600030101010101" pitchFamily="2" charset="-122"/>
                        </a:rPr>
                        <m:t>𝐓</m:t>
                      </m:r>
                      <m:r>
                        <a:rPr lang="zh-CN" altLang="en-US" sz="2800" b="1">
                          <a:solidFill>
                            <a:schemeClr val="accent2"/>
                          </a:solidFill>
                          <a:latin typeface="Cambria Math" panose="02040503050406030204" pitchFamily="18" charset="0"/>
                          <a:ea typeface="宋体" panose="02010600030101010101" pitchFamily="2" charset="-122"/>
                        </a:rPr>
                        <m:t>=</m:t>
                      </m:r>
                      <m:r>
                        <a:rPr lang="zh-CN" altLang="en-US" sz="2800" b="1">
                          <a:solidFill>
                            <a:schemeClr val="accent2"/>
                          </a:solidFill>
                          <a:latin typeface="Cambria Math" panose="02040503050406030204" pitchFamily="18" charset="0"/>
                          <a:ea typeface="宋体" panose="02010600030101010101" pitchFamily="2" charset="-122"/>
                        </a:rPr>
                        <m:t>𝟐</m:t>
                      </m:r>
                      <m:r>
                        <a:rPr lang="zh-CN" altLang="en-US" sz="2800" b="1">
                          <a:solidFill>
                            <a:schemeClr val="accent2"/>
                          </a:solidFill>
                          <a:latin typeface="Cambria Math" panose="02040503050406030204" pitchFamily="18" charset="0"/>
                          <a:ea typeface="宋体" panose="02010600030101010101" pitchFamily="2" charset="-122"/>
                        </a:rPr>
                        <m:t>𝛑</m:t>
                      </m:r>
                      <m:rad>
                        <m:radPr>
                          <m:degHide m:val="on"/>
                          <m:ctrlPr>
                            <a:rPr lang="zh-CN" altLang="en-US" sz="2800" b="1" i="1">
                              <a:solidFill>
                                <a:schemeClr val="accent2"/>
                              </a:solidFill>
                              <a:latin typeface="Cambria Math" panose="02040503050406030204" pitchFamily="18" charset="0"/>
                              <a:ea typeface="宋体" panose="02010600030101010101" pitchFamily="2" charset="-122"/>
                            </a:rPr>
                          </m:ctrlPr>
                        </m:radPr>
                        <m:deg/>
                        <m:e>
                          <m:f>
                            <m:fPr>
                              <m:ctrlPr>
                                <a:rPr lang="zh-CN" altLang="en-US" sz="2800" b="1" i="1">
                                  <a:solidFill>
                                    <a:schemeClr val="accent2"/>
                                  </a:solidFill>
                                  <a:latin typeface="Cambria Math" panose="02040503050406030204" pitchFamily="18" charset="0"/>
                                  <a:ea typeface="宋体" panose="02010600030101010101" pitchFamily="2" charset="-122"/>
                                </a:rPr>
                              </m:ctrlPr>
                            </m:fPr>
                            <m:num>
                              <m:sSup>
                                <m:sSupPr>
                                  <m:ctrlPr>
                                    <a:rPr lang="zh-CN" altLang="en-US" sz="2800" b="1" i="1">
                                      <a:solidFill>
                                        <a:schemeClr val="accent2"/>
                                      </a:solidFill>
                                      <a:latin typeface="Cambria Math" panose="02040503050406030204" pitchFamily="18" charset="0"/>
                                      <a:ea typeface="宋体" panose="02010600030101010101" pitchFamily="2" charset="-122"/>
                                    </a:rPr>
                                  </m:ctrlPr>
                                </m:sSupPr>
                                <m:e>
                                  <m:r>
                                    <a:rPr lang="zh-CN" altLang="en-US" sz="2800" b="1">
                                      <a:solidFill>
                                        <a:schemeClr val="accent2"/>
                                      </a:solidFill>
                                      <a:latin typeface="Cambria Math" panose="02040503050406030204" pitchFamily="18" charset="0"/>
                                      <a:ea typeface="宋体" panose="02010600030101010101" pitchFamily="2" charset="-122"/>
                                    </a:rPr>
                                    <m:t>𝐋</m:t>
                                  </m:r>
                                </m:e>
                                <m:sup>
                                  <m:r>
                                    <a:rPr lang="zh-CN" altLang="en-US" sz="2800" b="1">
                                      <a:solidFill>
                                        <a:schemeClr val="accent2"/>
                                      </a:solidFill>
                                      <a:latin typeface="Cambria Math" panose="02040503050406030204" pitchFamily="18" charset="0"/>
                                      <a:ea typeface="宋体" panose="02010600030101010101" pitchFamily="2" charset="-122"/>
                                    </a:rPr>
                                    <m:t>𝟑</m:t>
                                  </m:r>
                                </m:sup>
                              </m:sSup>
                            </m:num>
                            <m:den>
                              <m:r>
                                <a:rPr lang="zh-CN" altLang="en-US" sz="2800" b="1">
                                  <a:solidFill>
                                    <a:schemeClr val="accent2"/>
                                  </a:solidFill>
                                  <a:latin typeface="Cambria Math" panose="02040503050406030204" pitchFamily="18" charset="0"/>
                                  <a:ea typeface="宋体" panose="02010600030101010101" pitchFamily="2" charset="-122"/>
                                </a:rPr>
                                <m:t>𝐆</m:t>
                              </m:r>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𝟏</m:t>
                                  </m:r>
                                </m:sub>
                              </m:sSub>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𝟐</m:t>
                                  </m:r>
                                </m:sub>
                              </m:sSub>
                              <m:r>
                                <a:rPr lang="zh-CN" altLang="en-US" sz="2800" b="1">
                                  <a:solidFill>
                                    <a:schemeClr val="accent2"/>
                                  </a:solidFill>
                                  <a:latin typeface="Cambria Math" panose="02040503050406030204" pitchFamily="18" charset="0"/>
                                  <a:ea typeface="宋体" panose="02010600030101010101" pitchFamily="2" charset="-122"/>
                                </a:rPr>
                                <m:t>)</m:t>
                              </m:r>
                            </m:den>
                          </m:f>
                        </m:e>
                      </m:rad>
                    </m:oMath>
                  </m:oMathPara>
                </a14:m>
                <a:endParaRPr lang="zh-CN" altLang="en-US" sz="2800" b="1" kern="100">
                  <a:solidFill>
                    <a:schemeClr val="accent2"/>
                  </a:solidFill>
                  <a:effectLst/>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16" name="文本框 15"/>
              <p:cNvSpPr txBox="1">
                <a:spLocks noRot="1" noChangeAspect="1" noMove="1" noResize="1" noEditPoints="1" noAdjustHandles="1" noChangeArrowheads="1" noChangeShapeType="1" noTextEdit="1"/>
              </p:cNvSpPr>
              <p:nvPr>
                <p:custDataLst>
                  <p:tags r:id="rId22"/>
                </p:custDataLst>
              </p:nvPr>
            </p:nvSpPr>
            <p:spPr>
              <a:xfrm>
                <a:off x="4672330" y="4370070"/>
                <a:ext cx="3225800" cy="1773555"/>
              </a:xfrm>
              <a:prstGeom prst="rect">
                <a:avLst/>
              </a:prstGeom>
              <a:blipFill rotWithShape="1">
                <a:blip r:embed="rId23"/>
                <a:stretch>
                  <a:fillRect l="-1831" r="-4902" b="-1540"/>
                </a:stretch>
              </a:blipFill>
              <a:ln>
                <a:noFill/>
              </a:ln>
            </p:spPr>
            <p:txBody>
              <a:bodyPr/>
              <a:lstStyle/>
              <a:p>
                <a:r>
                  <a:rPr lang="zh-CN" altLang="en-US">
                    <a:noFill/>
                  </a:rPr>
                  <a:t> </a:t>
                </a:r>
              </a:p>
            </p:txBody>
          </p:sp>
        </mc:Fallback>
      </mc:AlternateContent>
    </p:spTree>
    <p:custDataLst>
      <p:tags r:id="rId24"/>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914"/>
                                        </p:tgtEl>
                                        <p:attrNameLst>
                                          <p:attrName>style.visibility</p:attrName>
                                        </p:attrNameLst>
                                      </p:cBhvr>
                                      <p:to>
                                        <p:strVal val="visible"/>
                                      </p:to>
                                    </p:set>
                                    <p:anim calcmode="lin" valueType="num">
                                      <p:cBhvr additive="base">
                                        <p:cTn id="11" dur="500" fill="hold"/>
                                        <p:tgtEl>
                                          <p:spTgt spid="38914"/>
                                        </p:tgtEl>
                                        <p:attrNameLst>
                                          <p:attrName>ppt_x</p:attrName>
                                        </p:attrNameLst>
                                      </p:cBhvr>
                                      <p:tavLst>
                                        <p:tav tm="0">
                                          <p:val>
                                            <p:strVal val="#ppt_x"/>
                                          </p:val>
                                        </p:tav>
                                        <p:tav tm="100000">
                                          <p:val>
                                            <p:strVal val="#ppt_x"/>
                                          </p:val>
                                        </p:tav>
                                      </p:tavLst>
                                    </p:anim>
                                    <p:anim calcmode="lin" valueType="num">
                                      <p:cBhvr additive="base">
                                        <p:cTn id="12" dur="500" fill="hold"/>
                                        <p:tgtEl>
                                          <p:spTgt spid="389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8919"/>
                                        </p:tgtEl>
                                        <p:attrNameLst>
                                          <p:attrName>style.visibility</p:attrName>
                                        </p:attrNameLst>
                                      </p:cBhvr>
                                      <p:to>
                                        <p:strVal val="visible"/>
                                      </p:to>
                                    </p:set>
                                    <p:anim calcmode="lin" valueType="num">
                                      <p:cBhvr additive="base">
                                        <p:cTn id="17" dur="500" fill="hold"/>
                                        <p:tgtEl>
                                          <p:spTgt spid="38919"/>
                                        </p:tgtEl>
                                        <p:attrNameLst>
                                          <p:attrName>ppt_x</p:attrName>
                                        </p:attrNameLst>
                                      </p:cBhvr>
                                      <p:tavLst>
                                        <p:tav tm="0">
                                          <p:val>
                                            <p:strVal val="#ppt_x"/>
                                          </p:val>
                                        </p:tav>
                                        <p:tav tm="100000">
                                          <p:val>
                                            <p:strVal val="#ppt_x"/>
                                          </p:val>
                                        </p:tav>
                                      </p:tavLst>
                                    </p:anim>
                                    <p:anim calcmode="lin" valueType="num">
                                      <p:cBhvr additive="base">
                                        <p:cTn id="18" dur="500" fill="hold"/>
                                        <p:tgtEl>
                                          <p:spTgt spid="389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8916"/>
                                        </p:tgtEl>
                                        <p:attrNameLst>
                                          <p:attrName>style.visibility</p:attrName>
                                        </p:attrNameLst>
                                      </p:cBhvr>
                                      <p:to>
                                        <p:strVal val="visible"/>
                                      </p:to>
                                    </p:set>
                                    <p:anim calcmode="lin" valueType="num">
                                      <p:cBhvr additive="base">
                                        <p:cTn id="21" dur="500" fill="hold"/>
                                        <p:tgtEl>
                                          <p:spTgt spid="38916"/>
                                        </p:tgtEl>
                                        <p:attrNameLst>
                                          <p:attrName>ppt_x</p:attrName>
                                        </p:attrNameLst>
                                      </p:cBhvr>
                                      <p:tavLst>
                                        <p:tav tm="0">
                                          <p:val>
                                            <p:strVal val="#ppt_x"/>
                                          </p:val>
                                        </p:tav>
                                        <p:tav tm="100000">
                                          <p:val>
                                            <p:strVal val="#ppt_x"/>
                                          </p:val>
                                        </p:tav>
                                      </p:tavLst>
                                    </p:anim>
                                    <p:anim calcmode="lin" valueType="num">
                                      <p:cBhvr additive="base">
                                        <p:cTn id="22"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8950">
                                            <p:txEl>
                                              <p:pRg st="0" end="0"/>
                                            </p:txEl>
                                          </p:spTgt>
                                        </p:tgtEl>
                                        <p:attrNameLst>
                                          <p:attrName>style.visibility</p:attrName>
                                        </p:attrNameLst>
                                      </p:cBhvr>
                                      <p:to>
                                        <p:strVal val="visible"/>
                                      </p:to>
                                    </p:set>
                                    <p:animEffect transition="in" filter="wipe(down)">
                                      <p:cBhvr>
                                        <p:cTn id="27" dur="500"/>
                                        <p:tgtEl>
                                          <p:spTgt spid="3895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8917"/>
                                        </p:tgtEl>
                                        <p:attrNameLst>
                                          <p:attrName>style.visibility</p:attrName>
                                        </p:attrNameLst>
                                      </p:cBhvr>
                                      <p:to>
                                        <p:strVal val="visible"/>
                                      </p:to>
                                    </p:set>
                                    <p:anim calcmode="lin" valueType="num">
                                      <p:cBhvr additive="base">
                                        <p:cTn id="32" dur="500" fill="hold"/>
                                        <p:tgtEl>
                                          <p:spTgt spid="38917"/>
                                        </p:tgtEl>
                                        <p:attrNameLst>
                                          <p:attrName>ppt_x</p:attrName>
                                        </p:attrNameLst>
                                      </p:cBhvr>
                                      <p:tavLst>
                                        <p:tav tm="0">
                                          <p:val>
                                            <p:strVal val="#ppt_x"/>
                                          </p:val>
                                        </p:tav>
                                        <p:tav tm="100000">
                                          <p:val>
                                            <p:strVal val="#ppt_x"/>
                                          </p:val>
                                        </p:tav>
                                      </p:tavLst>
                                    </p:anim>
                                    <p:anim calcmode="lin" valueType="num">
                                      <p:cBhvr additive="base">
                                        <p:cTn id="33"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down)">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P spid="14" grpId="0" animBg="1"/>
      <p:bldP spid="38917" grpId="0" animBg="1"/>
      <p:bldP spid="15" grpId="0"/>
      <p:bldP spid="16" grpId="0" animBg="1"/>
      <p:bldP spid="38914" grpId="0"/>
      <p:bldP spid="38914" grpId="1"/>
      <p:bldP spid="38916" grpId="0"/>
      <p:bldP spid="38916"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sp>
        <p:nvSpPr>
          <p:cNvPr id="2" name="文本框 1"/>
          <p:cNvSpPr txBox="1"/>
          <p:nvPr>
            <p:custDataLst>
              <p:tags r:id="rId6"/>
            </p:custDataLst>
          </p:nvPr>
        </p:nvSpPr>
        <p:spPr>
          <a:xfrm>
            <a:off x="914400" y="1356995"/>
            <a:ext cx="7435850" cy="4140200"/>
          </a:xfrm>
          <a:prstGeom prst="rect">
            <a:avLst/>
          </a:prstGeom>
          <a:noFill/>
        </p:spPr>
        <p:txBody>
          <a:bodyPr wrap="square" rtlCol="0"/>
          <a:lstStyle/>
          <a:p>
            <a:pPr>
              <a:lnSpc>
                <a:spcPct val="140000"/>
              </a:lnSpc>
            </a:pPr>
            <a:r>
              <a:rPr lang="zh-CN" altLang="en-US" sz="1600" b="1" kern="100" dirty="0">
                <a:effectLst/>
                <a:latin typeface="+mn-ea"/>
                <a:cs typeface="江城圆体 400W" panose="020B0500000000000000" pitchFamily="34" charset="-122"/>
              </a:rPr>
              <a:t> </a:t>
            </a:r>
            <a:endParaRPr lang="zh-CN" altLang="en-US" sz="1600" b="1" kern="100" dirty="0">
              <a:effectLst/>
              <a:latin typeface="+mn-ea"/>
              <a:cs typeface="江城圆体 400W" panose="020B0500000000000000" pitchFamily="34" charset="-122"/>
            </a:endParaRPr>
          </a:p>
          <a:p>
            <a:pPr marL="342900" indent="-342900">
              <a:lnSpc>
                <a:spcPct val="140000"/>
              </a:lnSpc>
              <a:buFont typeface="+mj-ea"/>
              <a:buAutoNum type="circleNumDbPlain"/>
            </a:pPr>
            <a:r>
              <a:rPr lang="zh-CN" altLang="en-US" sz="2000" b="1" kern="100" dirty="0">
                <a:solidFill>
                  <a:srgbClr val="0070C0"/>
                </a:solidFill>
                <a:effectLst/>
                <a:latin typeface="+mn-ea"/>
                <a:cs typeface="江城圆体 400W" panose="020B0500000000000000" pitchFamily="34" charset="-122"/>
              </a:rPr>
              <a:t>确定研究对象</a:t>
            </a:r>
            <a:r>
              <a:rPr lang="zh-CN" altLang="en-US" sz="2000" b="1" kern="100" dirty="0">
                <a:effectLst/>
                <a:latin typeface="+mn-ea"/>
                <a:cs typeface="江城圆体 400W" panose="020B0500000000000000" pitchFamily="34" charset="-122"/>
              </a:rPr>
              <a:t>：明确对哪颗恒星进行分析。</a:t>
            </a:r>
            <a:endParaRPr lang="zh-CN" altLang="en-US" sz="2000" b="1" kern="100" dirty="0">
              <a:effectLst/>
              <a:latin typeface="+mn-ea"/>
              <a:cs typeface="江城圆体 400W" panose="020B0500000000000000" pitchFamily="34" charset="-122"/>
            </a:endParaRPr>
          </a:p>
          <a:p>
            <a:pPr>
              <a:lnSpc>
                <a:spcPct val="140000"/>
              </a:lnSpc>
            </a:pPr>
            <a:r>
              <a:rPr lang="zh-CN" altLang="en-US" sz="2000" b="1" kern="100" dirty="0">
                <a:effectLst/>
                <a:latin typeface="+mn-ea"/>
                <a:cs typeface="江城圆体 400W" panose="020B0500000000000000" pitchFamily="34" charset="-122"/>
              </a:rPr>
              <a:t> </a:t>
            </a:r>
            <a:endParaRPr lang="zh-CN" altLang="en-US" sz="2000" b="1" kern="100" dirty="0">
              <a:effectLst/>
              <a:latin typeface="+mn-ea"/>
              <a:cs typeface="江城圆体 400W" panose="020B0500000000000000" pitchFamily="34" charset="-122"/>
            </a:endParaRPr>
          </a:p>
          <a:p>
            <a:pPr marL="342900" indent="-342900">
              <a:lnSpc>
                <a:spcPct val="140000"/>
              </a:lnSpc>
              <a:buFont typeface="+mj-ea"/>
              <a:buAutoNum type="circleNumDbPlain" startAt="2"/>
            </a:pPr>
            <a:r>
              <a:rPr lang="zh-CN" altLang="en-US" sz="2000" b="1" kern="100" dirty="0">
                <a:solidFill>
                  <a:srgbClr val="0070C0"/>
                </a:solidFill>
                <a:effectLst/>
                <a:latin typeface="+mn-ea"/>
                <a:cs typeface="江城圆体 400W" panose="020B0500000000000000" pitchFamily="34" charset="-122"/>
              </a:rPr>
              <a:t>受力分析</a:t>
            </a:r>
            <a:r>
              <a:rPr lang="zh-CN" altLang="en-US" sz="2000" b="1" kern="100" dirty="0">
                <a:effectLst/>
                <a:latin typeface="+mn-ea"/>
                <a:cs typeface="江城圆体 400W" panose="020B0500000000000000" pitchFamily="34" charset="-122"/>
              </a:rPr>
              <a:t>：找出恒星所受的向心力来源是双星间的万有引力 。</a:t>
            </a:r>
            <a:endParaRPr lang="zh-CN" altLang="en-US" sz="2000" b="1" kern="100" dirty="0">
              <a:effectLst/>
              <a:latin typeface="+mn-ea"/>
              <a:cs typeface="江城圆体 400W" panose="020B0500000000000000" pitchFamily="34" charset="-122"/>
            </a:endParaRPr>
          </a:p>
          <a:p>
            <a:pPr>
              <a:lnSpc>
                <a:spcPct val="140000"/>
              </a:lnSpc>
            </a:pPr>
            <a:r>
              <a:rPr lang="zh-CN" altLang="en-US" sz="2000" b="1" kern="100" dirty="0">
                <a:effectLst/>
                <a:latin typeface="+mn-ea"/>
                <a:cs typeface="江城圆体 400W" panose="020B0500000000000000" pitchFamily="34" charset="-122"/>
              </a:rPr>
              <a:t> </a:t>
            </a:r>
            <a:endParaRPr lang="zh-CN" altLang="en-US" sz="2000" b="1" kern="100" dirty="0">
              <a:effectLst/>
              <a:latin typeface="+mn-ea"/>
              <a:cs typeface="江城圆体 400W" panose="020B0500000000000000" pitchFamily="34" charset="-122"/>
            </a:endParaRPr>
          </a:p>
          <a:p>
            <a:pPr marL="342900" indent="-342900">
              <a:lnSpc>
                <a:spcPct val="140000"/>
              </a:lnSpc>
              <a:buFont typeface="+mj-ea"/>
              <a:buAutoNum type="circleNumDbPlain" startAt="3"/>
            </a:pPr>
            <a:r>
              <a:rPr lang="zh-CN" altLang="en-US" sz="2000" b="1" kern="100" dirty="0">
                <a:solidFill>
                  <a:srgbClr val="0070C0"/>
                </a:solidFill>
                <a:effectLst/>
                <a:latin typeface="+mn-ea"/>
                <a:cs typeface="江城圆体 400W" panose="020B0500000000000000" pitchFamily="34" charset="-122"/>
              </a:rPr>
              <a:t>列方程</a:t>
            </a:r>
            <a:r>
              <a:rPr lang="zh-CN" altLang="en-US" sz="2000" b="1" kern="100" dirty="0">
                <a:effectLst/>
                <a:latin typeface="+mn-ea"/>
                <a:cs typeface="江城圆体 400W" panose="020B0500000000000000" pitchFamily="34" charset="-122"/>
              </a:rPr>
              <a:t>：根据F</a:t>
            </a:r>
            <a:r>
              <a:rPr lang="zh-CN" altLang="en-US" sz="2000" b="1" kern="100" baseline="-25000" dirty="0">
                <a:effectLst/>
                <a:latin typeface="+mn-ea"/>
                <a:cs typeface="江城圆体 400W" panose="020B0500000000000000" pitchFamily="34" charset="-122"/>
              </a:rPr>
              <a:t>万</a:t>
            </a:r>
            <a:r>
              <a:rPr lang="zh-CN" altLang="en-US" sz="2000" b="1" kern="100" dirty="0">
                <a:effectLst/>
                <a:latin typeface="+mn-ea"/>
                <a:cs typeface="江城圆体 400W" panose="020B0500000000000000" pitchFamily="34" charset="-122"/>
              </a:rPr>
              <a:t>=F</a:t>
            </a:r>
            <a:r>
              <a:rPr lang="zh-CN" altLang="en-US" sz="2000" b="1" kern="100" baseline="-25000" dirty="0">
                <a:effectLst/>
                <a:latin typeface="+mn-ea"/>
                <a:cs typeface="江城圆体 400W" panose="020B0500000000000000" pitchFamily="34" charset="-122"/>
              </a:rPr>
              <a:t>向</a:t>
            </a:r>
            <a:r>
              <a:rPr lang="zh-CN" altLang="en-US" sz="2000" b="1" kern="100" dirty="0">
                <a:effectLst/>
                <a:latin typeface="+mn-ea"/>
                <a:cs typeface="江城圆体 400W" panose="020B0500000000000000" pitchFamily="34" charset="-122"/>
              </a:rPr>
              <a:t>，结合向心力公式列出方程。</a:t>
            </a:r>
            <a:endParaRPr lang="zh-CN" altLang="en-US" sz="2000" b="1" kern="100" dirty="0">
              <a:effectLst/>
              <a:latin typeface="+mn-ea"/>
              <a:cs typeface="江城圆体 400W" panose="020B0500000000000000" pitchFamily="34" charset="-122"/>
            </a:endParaRPr>
          </a:p>
          <a:p>
            <a:pPr>
              <a:lnSpc>
                <a:spcPct val="140000"/>
              </a:lnSpc>
            </a:pPr>
            <a:r>
              <a:rPr lang="zh-CN" altLang="en-US" sz="2000" b="1" kern="100" dirty="0">
                <a:effectLst/>
                <a:latin typeface="+mn-ea"/>
                <a:cs typeface="江城圆体 400W" panose="020B0500000000000000" pitchFamily="34" charset="-122"/>
              </a:rPr>
              <a:t> </a:t>
            </a:r>
            <a:endParaRPr lang="zh-CN" altLang="en-US" sz="2000" b="1" kern="100" dirty="0">
              <a:effectLst/>
              <a:latin typeface="+mn-ea"/>
              <a:cs typeface="江城圆体 400W" panose="020B0500000000000000" pitchFamily="34" charset="-122"/>
            </a:endParaRPr>
          </a:p>
          <a:p>
            <a:pPr marL="457200" indent="-457200">
              <a:lnSpc>
                <a:spcPct val="140000"/>
              </a:lnSpc>
              <a:buFont typeface="+mj-ea"/>
              <a:buAutoNum type="circleNumDbPlain" startAt="4"/>
            </a:pPr>
            <a:r>
              <a:rPr lang="zh-CN" altLang="en-US" sz="2000" b="1" kern="100" dirty="0">
                <a:solidFill>
                  <a:srgbClr val="C00000"/>
                </a:solidFill>
                <a:effectLst/>
                <a:latin typeface="+mn-ea"/>
                <a:cs typeface="江城圆体 400W" panose="020B0500000000000000" pitchFamily="34" charset="-122"/>
              </a:rPr>
              <a:t>利用特点求解</a:t>
            </a:r>
            <a:r>
              <a:rPr lang="zh-CN" altLang="en-US" sz="2000" b="1" kern="100" dirty="0">
                <a:effectLst/>
                <a:latin typeface="+mn-ea"/>
                <a:cs typeface="江城圆体 400W" panose="020B0500000000000000" pitchFamily="34" charset="-122"/>
              </a:rPr>
              <a:t>：</a:t>
            </a:r>
            <a:r>
              <a:rPr lang="zh-CN" altLang="en-US" sz="2000" b="1" kern="100" dirty="0">
                <a:solidFill>
                  <a:srgbClr val="00B0F0"/>
                </a:solidFill>
                <a:effectLst/>
                <a:latin typeface="+mn-ea"/>
                <a:cs typeface="江城圆体 400W" panose="020B0500000000000000" pitchFamily="34" charset="-122"/>
              </a:rPr>
              <a:t>运用双星系统角速度相同、周期相同、轨道半径关系等特点，联立方程求解未知量 </a:t>
            </a:r>
            <a:r>
              <a:rPr lang="zh-CN" altLang="en-US" sz="2000" b="1" kern="100" dirty="0">
                <a:effectLst/>
                <a:latin typeface="+mn-ea"/>
                <a:cs typeface="江城圆体 400W" panose="020B0500000000000000" pitchFamily="34" charset="-122"/>
              </a:rPr>
              <a:t>。</a:t>
            </a:r>
            <a:endParaRPr lang="zh-CN" altLang="en-US" sz="2000" b="1" kern="100" dirty="0">
              <a:effectLst/>
              <a:latin typeface="+mn-ea"/>
              <a:cs typeface="江城圆体 400W" panose="020B0500000000000000" pitchFamily="34" charset="-122"/>
            </a:endParaRPr>
          </a:p>
        </p:txBody>
      </p:sp>
      <p:sp>
        <p:nvSpPr>
          <p:cNvPr id="3" name="文本框 2"/>
          <p:cNvSpPr txBox="1"/>
          <p:nvPr>
            <p:custDataLst>
              <p:tags r:id="rId7"/>
            </p:custDataLst>
          </p:nvPr>
        </p:nvSpPr>
        <p:spPr>
          <a:xfrm>
            <a:off x="1007745" y="576580"/>
            <a:ext cx="6096000" cy="780415"/>
          </a:xfrm>
          <a:prstGeom prst="rect">
            <a:avLst/>
          </a:prstGeom>
          <a:noFill/>
        </p:spPr>
        <p:txBody>
          <a:bodyPr wrap="square" rtlCol="0" anchor="t">
            <a:spAutoFit/>
          </a:bodyPr>
          <a:lstStyle/>
          <a:p>
            <a:pPr>
              <a:lnSpc>
                <a:spcPct val="140000"/>
              </a:lnSpc>
            </a:pPr>
            <a:r>
              <a:rPr lang="zh-CN" altLang="en-US" sz="3200" b="1">
                <a:solidFill>
                  <a:schemeClr val="accent6">
                    <a:lumMod val="75000"/>
                  </a:schemeClr>
                </a:solidFill>
                <a:latin typeface="+mn-ea"/>
                <a:sym typeface="+mn-ea"/>
              </a:rPr>
              <a:t>解题思路总结</a:t>
            </a:r>
            <a:endParaRPr lang="zh-CN" altLang="en-US" sz="3200" b="1" kern="100">
              <a:solidFill>
                <a:schemeClr val="accent6">
                  <a:lumMod val="75000"/>
                </a:schemeClr>
              </a:solidFill>
              <a:effectLst/>
              <a:latin typeface="+mn-ea"/>
              <a:cs typeface="江城圆体 400W" panose="020B0500000000000000" pitchFamily="34" charset="-122"/>
              <a:sym typeface="+mn-ea"/>
            </a:endParaRPr>
          </a:p>
        </p:txBody>
      </p:sp>
    </p:spTree>
    <p:custDataLst>
      <p:tags r:id="rId8"/>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sp>
        <p:nvSpPr>
          <p:cNvPr id="28" name="文本框 27"/>
          <p:cNvSpPr txBox="1"/>
          <p:nvPr>
            <p:custDataLst>
              <p:tags r:id="rId6"/>
            </p:custDataLst>
          </p:nvPr>
        </p:nvSpPr>
        <p:spPr>
          <a:xfrm>
            <a:off x="789940" y="547370"/>
            <a:ext cx="5282565"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1.三星系统</a:t>
            </a:r>
            <a:endParaRPr kumimoji="0" lang="zh-CN" altLang="en-US" sz="3200" b="1" i="0" u="none" strike="noStrike" kern="1200" cap="none" spc="0" normalizeH="0" baseline="0">
              <a:solidFill>
                <a:schemeClr val="accent6">
                  <a:lumMod val="75000"/>
                </a:schemeClr>
              </a:solidFill>
              <a:latin typeface="+mn-ea"/>
              <a:cs typeface="+mn-cs"/>
            </a:endParaRPr>
          </a:p>
        </p:txBody>
      </p:sp>
    </p:spTree>
    <p:custDataLst>
      <p:tags r:id="rId7"/>
    </p:custDataLst>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mc:AlternateContent xmlns:mc="http://schemas.openxmlformats.org/markup-compatibility/2006">
        <mc:Choice xmlns:a14="http://schemas.microsoft.com/office/drawing/2010/main" Requires="a14">
          <p:sp>
            <p:nvSpPr>
              <p:cNvPr id="38915" name="内容占位符 7170"/>
              <p:cNvSpPr txBox="1"/>
              <p:nvPr/>
            </p:nvSpPr>
            <p:spPr>
              <a:xfrm>
                <a:off x="8876683" y="2318288"/>
                <a:ext cx="2911237" cy="1466849"/>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1</m:t>
                          </m:r>
                        </m:sub>
                      </m:sSub>
                      <m:r>
                        <a:rPr lang="en-US" altLang="zh-CN"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21</m:t>
                          </m:r>
                        </m:sub>
                      </m:sSub>
                      <m:r>
                        <m:rPr>
                          <m:sty m:val="p"/>
                        </m:rPr>
                        <a:rPr lang="en-US" altLang="zh-CN" sz="2000" i="1">
                          <a:latin typeface="Cambria Math" panose="02040503050406030204" pitchFamily="18" charset="0"/>
                        </a:rPr>
                        <m:t>cos</m:t>
                      </m:r>
                      <m:f>
                        <m:fPr>
                          <m:ctrlPr>
                            <a:rPr lang="en-US" altLang="zh-CN" sz="2000" i="1" smtClean="0">
                              <a:latin typeface="Cambria Math" panose="02040503050406030204" pitchFamily="18" charset="0"/>
                            </a:rPr>
                          </m:ctrlPr>
                        </m:fPr>
                        <m:num>
                          <m:r>
                            <a:rPr lang="en-US" altLang="zh-CN" sz="2000" i="1" smtClean="0">
                              <a:latin typeface="Cambria Math" panose="02040503050406030204" pitchFamily="18" charset="0"/>
                            </a:rPr>
                            <m:t>𝜋</m:t>
                          </m:r>
                        </m:num>
                        <m:den>
                          <m:r>
                            <a:rPr lang="en-US" altLang="zh-CN" sz="2000" i="1" smtClean="0">
                              <a:latin typeface="Cambria Math" panose="02040503050406030204" pitchFamily="18" charset="0"/>
                            </a:rPr>
                            <m:t>6</m:t>
                          </m:r>
                        </m:den>
                      </m:f>
                      <m:r>
                        <a:rPr lang="en-US" altLang="zh-CN"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31</m:t>
                          </m:r>
                        </m:sub>
                      </m:sSub>
                      <m:r>
                        <m:rPr>
                          <m:sty m:val="p"/>
                        </m:rPr>
                        <a:rPr lang="en-US" altLang="zh-CN" sz="2000" i="1">
                          <a:latin typeface="Cambria Math" panose="02040503050406030204" pitchFamily="18" charset="0"/>
                        </a:rPr>
                        <m:t>cos</m:t>
                      </m:r>
                      <m:f>
                        <m:fPr>
                          <m:ctrlPr>
                            <a:rPr lang="en-US" altLang="zh-CN" sz="2000" i="1" smtClean="0">
                              <a:latin typeface="Cambria Math" panose="02040503050406030204" pitchFamily="18" charset="0"/>
                            </a:rPr>
                          </m:ctrlPr>
                        </m:fPr>
                        <m:num>
                          <m:r>
                            <a:rPr lang="en-US" altLang="zh-CN" sz="2000" i="1" smtClean="0">
                              <a:latin typeface="Cambria Math" panose="02040503050406030204" pitchFamily="18" charset="0"/>
                            </a:rPr>
                            <m:t>𝜋</m:t>
                          </m:r>
                        </m:num>
                        <m:den>
                          <m:r>
                            <a:rPr lang="en-US" altLang="zh-CN" sz="2000" i="1" smtClean="0">
                              <a:latin typeface="Cambria Math" panose="02040503050406030204" pitchFamily="18" charset="0"/>
                            </a:rPr>
                            <m:t>6</m:t>
                          </m:r>
                        </m:den>
                      </m:f>
                    </m:oMath>
                  </m:oMathPara>
                </a14:m>
                <a:endParaRPr lang="en-US" altLang="zh-CN" sz="2000" i="1" dirty="0">
                  <a:latin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sz="2000" i="1" smtClean="0">
                          <a:latin typeface="Cambria Math" panose="02040503050406030204" pitchFamily="18" charset="0"/>
                        </a:rPr>
                        <m:t>=</m:t>
                      </m:r>
                      <m:f>
                        <m:fPr>
                          <m:ctrlPr>
                            <a:rPr lang="en-US" altLang="zh-CN" sz="2000" i="1" smtClean="0">
                              <a:latin typeface="Cambria Math" panose="02040503050406030204" pitchFamily="18" charset="0"/>
                            </a:rPr>
                          </m:ctrlPr>
                        </m:fPr>
                        <m:num>
                          <m:rad>
                            <m:radPr>
                              <m:degHide m:val="on"/>
                              <m:ctrlPr>
                                <a:rPr lang="en-US" altLang="zh-CN" sz="2000" i="1" smtClean="0">
                                  <a:latin typeface="Cambria Math" panose="02040503050406030204" pitchFamily="18" charset="0"/>
                                </a:rPr>
                              </m:ctrlPr>
                            </m:radPr>
                            <m:deg/>
                            <m:e>
                              <m:r>
                                <a:rPr lang="en-US" altLang="zh-CN" sz="2000" i="1" smtClean="0">
                                  <a:latin typeface="Cambria Math" panose="02040503050406030204" pitchFamily="18" charset="0"/>
                                </a:rPr>
                                <m:t>3</m:t>
                              </m:r>
                            </m:e>
                          </m:rad>
                          <m:r>
                            <a:rPr lang="en-US" altLang="zh-CN" sz="2000" i="1" smtClean="0">
                              <a:latin typeface="Cambria Math" panose="02040503050406030204" pitchFamily="18" charset="0"/>
                            </a:rPr>
                            <m:t>𝐺</m:t>
                          </m:r>
                          <m:sSup>
                            <m:sSupPr>
                              <m:ctrlPr>
                                <a:rPr lang="en-US" altLang="zh-CN" sz="2000" i="1" smtClean="0">
                                  <a:latin typeface="Cambria Math" panose="02040503050406030204" pitchFamily="18" charset="0"/>
                                </a:rPr>
                              </m:ctrlPr>
                            </m:sSupPr>
                            <m:e>
                              <m:r>
                                <a:rPr lang="en-US" altLang="zh-CN" sz="2000" i="1" smtClean="0">
                                  <a:latin typeface="Cambria Math" panose="02040503050406030204" pitchFamily="18" charset="0"/>
                                </a:rPr>
                                <m:t>𝑚</m:t>
                              </m:r>
                            </m:e>
                            <m:sup>
                              <m:r>
                                <a:rPr lang="en-US" altLang="zh-CN" sz="2000" i="1" smtClean="0">
                                  <a:latin typeface="Cambria Math" panose="02040503050406030204" pitchFamily="18" charset="0"/>
                                </a:rPr>
                                <m:t>2</m:t>
                              </m:r>
                            </m:sup>
                          </m:sSup>
                        </m:num>
                        <m:den>
                          <m:sSup>
                            <m:sSupPr>
                              <m:ctrlPr>
                                <a:rPr lang="en-US" altLang="zh-CN" sz="2000" i="1" smtClean="0">
                                  <a:latin typeface="Cambria Math" panose="02040503050406030204" pitchFamily="18" charset="0"/>
                                </a:rPr>
                              </m:ctrlPr>
                            </m:sSupPr>
                            <m:e>
                              <m:r>
                                <a:rPr lang="en-US" altLang="zh-CN" sz="2000" i="1" smtClean="0">
                                  <a:latin typeface="Cambria Math" panose="02040503050406030204" pitchFamily="18" charset="0"/>
                                </a:rPr>
                                <m:t>𝑙</m:t>
                              </m:r>
                            </m:e>
                            <m:sup>
                              <m:r>
                                <a:rPr lang="en-US" altLang="zh-CN" sz="2000" i="1" smtClean="0">
                                  <a:latin typeface="Cambria Math" panose="02040503050406030204" pitchFamily="18" charset="0"/>
                                </a:rPr>
                                <m:t>2</m:t>
                              </m:r>
                            </m:sup>
                          </m:sSup>
                        </m:den>
                      </m:f>
                    </m:oMath>
                  </m:oMathPara>
                </a14:m>
                <a:endParaRPr lang="zh-CN" altLang="en-US" sz="2000" dirty="0"/>
              </a:p>
            </p:txBody>
          </p:sp>
        </mc:Choice>
        <mc:Fallback>
          <p:sp>
            <p:nvSpPr>
              <p:cNvPr id="38915" name="内容占位符 7170"/>
              <p:cNvSpPr txBox="1">
                <a:spLocks noRot="1" noChangeAspect="1" noMove="1" noResize="1" noEditPoints="1" noAdjustHandles="1" noChangeArrowheads="1" noChangeShapeType="1" noTextEdit="1"/>
              </p:cNvSpPr>
              <p:nvPr/>
            </p:nvSpPr>
            <p:spPr>
              <a:xfrm>
                <a:off x="8876683" y="2318288"/>
                <a:ext cx="2911237" cy="1466849"/>
              </a:xfrm>
              <a:prstGeom prst="rect">
                <a:avLst/>
              </a:prstGeom>
              <a:blipFill rotWithShape="1">
                <a:blip r:embed="rId6"/>
                <a:stretch>
                  <a:fillRect l="-1" t="-37" r="14" b="-2950"/>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6" name="内容占位符 7171"/>
              <p:cNvSpPr txBox="1"/>
              <p:nvPr/>
            </p:nvSpPr>
            <p:spPr>
              <a:xfrm>
                <a:off x="5904646" y="3389851"/>
                <a:ext cx="2333625" cy="842962"/>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𝐹</m:t>
                          </m:r>
                        </m:e>
                        <m:sub>
                          <m:r>
                            <a:rPr lang="en-US" altLang="zh-CN" i="1" smtClean="0">
                              <a:latin typeface="Cambria Math" panose="02040503050406030204" pitchFamily="18" charset="0"/>
                            </a:rPr>
                            <m:t>31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𝐺</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𝑚</m:t>
                          </m:r>
                          <m:r>
                            <a:rPr lang="en-US" altLang="zh-CN" i="1" smtClean="0">
                              <a:latin typeface="Cambria Math" panose="02040503050406030204" pitchFamily="18" charset="0"/>
                            </a:rPr>
                            <m:t>⋅</m:t>
                          </m:r>
                          <m:r>
                            <a:rPr lang="en-US" altLang="zh-CN" i="1" smtClean="0">
                              <a:latin typeface="Cambria Math" panose="02040503050406030204" pitchFamily="18" charset="0"/>
                            </a:rPr>
                            <m:t>𝑚</m:t>
                          </m:r>
                        </m:num>
                        <m:den>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𝑙</m:t>
                              </m:r>
                            </m:e>
                            <m:sup>
                              <m:r>
                                <a:rPr lang="en-US" altLang="zh-CN" i="1" smtClean="0">
                                  <a:latin typeface="Cambria Math" panose="02040503050406030204" pitchFamily="18" charset="0"/>
                                </a:rPr>
                                <m:t>2</m:t>
                              </m:r>
                            </m:sup>
                          </m:sSup>
                        </m:den>
                      </m:f>
                    </m:oMath>
                  </m:oMathPara>
                </a14:m>
                <a:endParaRPr lang="zh-CN" altLang="en-US" dirty="0"/>
              </a:p>
            </p:txBody>
          </p:sp>
        </mc:Choice>
        <mc:Fallback>
          <p:sp>
            <p:nvSpPr>
              <p:cNvPr id="38916" name="内容占位符 7171"/>
              <p:cNvSpPr txBox="1">
                <a:spLocks noRot="1" noChangeAspect="1" noMove="1" noResize="1" noEditPoints="1" noAdjustHandles="1" noChangeArrowheads="1" noChangeShapeType="1" noTextEdit="1"/>
              </p:cNvSpPr>
              <p:nvPr/>
            </p:nvSpPr>
            <p:spPr>
              <a:xfrm>
                <a:off x="5904646" y="3389851"/>
                <a:ext cx="2333625" cy="842962"/>
              </a:xfrm>
              <a:prstGeom prst="rect">
                <a:avLst/>
              </a:prstGeom>
              <a:blipFill rotWithShape="1">
                <a:blip r:embed="rId7"/>
                <a:stretch>
                  <a:fillRect l="-18" t="-26" r="18" b="64"/>
                </a:stretch>
              </a:blipFill>
              <a:ln w="38100">
                <a:noFill/>
                <a:miter lim="800000"/>
              </a:ln>
            </p:spPr>
            <p:txBody>
              <a:bodyPr/>
              <a:lstStyle/>
              <a:p>
                <a:r>
                  <a:rPr lang="zh-CN" altLang="en-US">
                    <a:noFill/>
                  </a:rPr>
                  <a:t> </a:t>
                </a:r>
              </a:p>
            </p:txBody>
          </p:sp>
        </mc:Fallback>
      </mc:AlternateContent>
      <p:sp>
        <p:nvSpPr>
          <p:cNvPr id="38917" name="右大括号 7172"/>
          <p:cNvSpPr/>
          <p:nvPr>
            <p:custDataLst>
              <p:tags r:id="rId8"/>
            </p:custDataLst>
          </p:nvPr>
        </p:nvSpPr>
        <p:spPr>
          <a:xfrm>
            <a:off x="8455758" y="2692938"/>
            <a:ext cx="360363" cy="1149350"/>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sp>
        <p:nvSpPr>
          <p:cNvPr id="38918" name="文本框 7174"/>
          <p:cNvSpPr txBox="1"/>
          <p:nvPr>
            <p:custDataLst>
              <p:tags r:id="rId9"/>
            </p:custDataLst>
          </p:nvPr>
        </p:nvSpPr>
        <p:spPr>
          <a:xfrm>
            <a:off x="4571146" y="2451638"/>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p:sp>
        <p:nvSpPr>
          <p:cNvPr id="38919" name="文本框 7175"/>
          <p:cNvSpPr txBox="1"/>
          <p:nvPr>
            <p:custDataLst>
              <p:tags r:id="rId10"/>
            </p:custDataLst>
          </p:nvPr>
        </p:nvSpPr>
        <p:spPr>
          <a:xfrm>
            <a:off x="4571146" y="3566063"/>
            <a:ext cx="1010920" cy="5016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endPar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endParaRPr>
          </a:p>
        </p:txBody>
      </p:sp>
      <p:sp>
        <p:nvSpPr>
          <p:cNvPr id="38920" name="内容占位符 7189"/>
          <p:cNvSpPr txBox="1"/>
          <p:nvPr/>
        </p:nvSpPr>
        <p:spPr>
          <a:xfrm>
            <a:off x="4186336" y="4190664"/>
            <a:ext cx="2816469" cy="801529"/>
          </a:xfrm>
          <a:prstGeom prst="rect">
            <a:avLst/>
          </a:prstGeom>
          <a:noFill/>
          <a:ln w="19050">
            <a:solidFill>
              <a:srgbClr val="00B0F0"/>
            </a:solidFill>
            <a:miter lim="800000"/>
          </a:ln>
        </p:spPr>
        <p:txBody>
          <a:bodyPr>
            <a:normAutofit/>
          </a:bodyPr>
          <a:lstStyle/>
          <a:p>
            <a:endParaRPr lang="zh-CN" altLang="en-US" dirty="0"/>
          </a:p>
        </p:txBody>
      </p:sp>
      <p:sp>
        <p:nvSpPr>
          <p:cNvPr id="38921" name="文本框 7190"/>
          <p:cNvSpPr txBox="1"/>
          <p:nvPr>
            <p:custDataLst>
              <p:tags r:id="rId11"/>
            </p:custDataLst>
          </p:nvPr>
        </p:nvSpPr>
        <p:spPr>
          <a:xfrm>
            <a:off x="843695" y="990012"/>
            <a:ext cx="10944225" cy="1226618"/>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lvl="0" eaLnBrk="1" hangingPunct="0">
              <a:lnSpc>
                <a:spcPct val="150000"/>
              </a:lnSpc>
            </a:pPr>
            <a:r>
              <a:rPr lang="zh-CN" altLang="en-US" sz="2665" b="1" spc="0" dirty="0">
                <a:solidFill>
                  <a:schemeClr val="tx1"/>
                </a:solidFill>
                <a:latin typeface="宋体" panose="02010600030101010101" pitchFamily="2" charset="-122"/>
                <a:ea typeface="宋体" panose="02010600030101010101" pitchFamily="2" charset="-122"/>
              </a:rPr>
              <a:t>如图，三个星体的质量均为m，它们位于一个边长为</a:t>
            </a:r>
            <a:r>
              <a:rPr lang="en-US" altLang="zh-CN" sz="2665" b="1" spc="0" dirty="0">
                <a:solidFill>
                  <a:schemeClr val="tx1"/>
                </a:solidFill>
                <a:latin typeface="宋体" panose="02010600030101010101" pitchFamily="2" charset="-122"/>
                <a:ea typeface="宋体" panose="02010600030101010101" pitchFamily="2" charset="-122"/>
              </a:rPr>
              <a:t>L</a:t>
            </a:r>
            <a:r>
              <a:rPr sz="2665" b="1" spc="0" dirty="0">
                <a:solidFill>
                  <a:schemeClr val="tx1"/>
                </a:solidFill>
                <a:latin typeface="宋体" panose="02010600030101010101" pitchFamily="2" charset="-122"/>
                <a:ea typeface="宋体" panose="02010600030101010101" pitchFamily="2" charset="-122"/>
              </a:rPr>
              <a:t>的等边三角形的三个顶点上做匀速圆周运动</a:t>
            </a:r>
            <a:r>
              <a:rPr lang="zh-CN" altLang="en-US" sz="2665" b="1" spc="0" dirty="0">
                <a:solidFill>
                  <a:schemeClr val="tx1"/>
                </a:solidFill>
                <a:latin typeface="宋体" panose="02010600030101010101" pitchFamily="2" charset="-122"/>
                <a:ea typeface="宋体" panose="02010600030101010101" pitchFamily="2" charset="-122"/>
              </a:rPr>
              <a:t>，请计算这个特殊三体问题的受力与周期</a:t>
            </a:r>
            <a:endParaRPr lang="zh-CN" altLang="en-US" sz="2665" b="1" spc="0" dirty="0">
              <a:solidFill>
                <a:schemeClr val="tx1"/>
              </a:solidFill>
              <a:latin typeface="宋体" panose="02010600030101010101" pitchFamily="2" charset="-122"/>
              <a:ea typeface="宋体" panose="02010600030101010101" pitchFamily="2" charset="-122"/>
            </a:endParaRPr>
          </a:p>
        </p:txBody>
      </p:sp>
      <p:sp>
        <p:nvSpPr>
          <p:cNvPr id="28" name="文本框 27"/>
          <p:cNvSpPr txBox="1"/>
          <p:nvPr>
            <p:custDataLst>
              <p:tags r:id="rId12"/>
            </p:custDataLst>
          </p:nvPr>
        </p:nvSpPr>
        <p:spPr>
          <a:xfrm>
            <a:off x="789940" y="547370"/>
            <a:ext cx="5282565" cy="583565"/>
          </a:xfrm>
          <a:prstGeom prst="rect">
            <a:avLst/>
          </a:prstGeom>
          <a:noFill/>
        </p:spPr>
        <p:txBody>
          <a:bodyPr wrap="square" rtlCol="0">
            <a:spAutoFit/>
          </a:bodyPr>
          <a:lstStyle/>
          <a:p>
            <a:pPr marL="0" marR="0" lvl="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2.特殊的三星系统</a:t>
            </a:r>
            <a:endParaRPr kumimoji="0" lang="zh-CN" altLang="en-US" sz="3200" b="1" i="0" u="none" strike="noStrike" kern="1200" cap="none" spc="0" normalizeH="0" baseline="0">
              <a:solidFill>
                <a:schemeClr val="accent6">
                  <a:lumMod val="75000"/>
                </a:schemeClr>
              </a:solidFill>
              <a:latin typeface="+mn-ea"/>
              <a:cs typeface="+mn-cs"/>
            </a:endParaRPr>
          </a:p>
        </p:txBody>
      </p:sp>
      <p:sp>
        <p:nvSpPr>
          <p:cNvPr id="14" name="文本框 13"/>
          <p:cNvSpPr txBox="1"/>
          <p:nvPr/>
        </p:nvSpPr>
        <p:spPr>
          <a:xfrm>
            <a:off x="914400" y="3392488"/>
            <a:ext cx="3211513" cy="1188085"/>
          </a:xfrm>
          <a:prstGeom prst="rect">
            <a:avLst/>
          </a:prstGeom>
          <a:noFill/>
        </p:spPr>
        <p:txBody>
          <a:bodyPr wrap="square" rtlCol="0">
            <a:normAutofit/>
          </a:bodyPr>
          <a:lstStyle/>
          <a:p>
            <a:pPr>
              <a:lnSpc>
                <a:spcPct val="140000"/>
              </a:lnSpc>
            </a:pPr>
            <a:endParaRPr lang="zh-CN" altLang="en-US" sz="2400" kern="100" dirty="0">
              <a:effectLst/>
              <a:latin typeface="+mn-ea"/>
              <a:cs typeface="江城圆体 400W" panose="020B0500000000000000" pitchFamily="34" charset="-122"/>
            </a:endParaRPr>
          </a:p>
        </p:txBody>
      </p:sp>
      <mc:AlternateContent xmlns:mc="http://schemas.openxmlformats.org/markup-compatibility/2006">
        <mc:Choice xmlns:a14="http://schemas.microsoft.com/office/drawing/2010/main" Requires="a14">
          <p:sp>
            <p:nvSpPr>
              <p:cNvPr id="20" name="内容占位符 7171"/>
              <p:cNvSpPr txBox="1"/>
              <p:nvPr/>
            </p:nvSpPr>
            <p:spPr>
              <a:xfrm>
                <a:off x="5809237" y="2418240"/>
                <a:ext cx="2333625" cy="842962"/>
              </a:xfrm>
              <a:prstGeom prst="rect">
                <a:avLst/>
              </a:prstGeom>
              <a:noFill/>
              <a:ln w="38100">
                <a:noFill/>
                <a:miter lim="800000"/>
              </a:ln>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𝐹</m:t>
                          </m:r>
                        </m:e>
                        <m:sub>
                          <m:r>
                            <a:rPr lang="en-US" altLang="zh-CN" i="1" smtClean="0">
                              <a:latin typeface="Cambria Math" panose="02040503050406030204" pitchFamily="18" charset="0"/>
                            </a:rPr>
                            <m:t>21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𝐺</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𝑚</m:t>
                          </m:r>
                          <m:r>
                            <a:rPr lang="en-US" altLang="zh-CN" i="1" smtClean="0">
                              <a:latin typeface="Cambria Math" panose="02040503050406030204" pitchFamily="18" charset="0"/>
                            </a:rPr>
                            <m:t>⋅</m:t>
                          </m:r>
                          <m:r>
                            <a:rPr lang="en-US" altLang="zh-CN" i="1" smtClean="0">
                              <a:latin typeface="Cambria Math" panose="02040503050406030204" pitchFamily="18" charset="0"/>
                            </a:rPr>
                            <m:t>𝑚</m:t>
                          </m:r>
                        </m:num>
                        <m:den>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𝑙</m:t>
                              </m:r>
                            </m:e>
                            <m:sup>
                              <m:r>
                                <a:rPr lang="en-US" altLang="zh-CN" i="1" smtClean="0">
                                  <a:latin typeface="Cambria Math" panose="02040503050406030204" pitchFamily="18" charset="0"/>
                                </a:rPr>
                                <m:t>2</m:t>
                              </m:r>
                            </m:sup>
                          </m:sSup>
                        </m:den>
                      </m:f>
                    </m:oMath>
                  </m:oMathPara>
                </a14:m>
                <a:endParaRPr lang="zh-CN" altLang="en-US" dirty="0"/>
              </a:p>
            </p:txBody>
          </p:sp>
        </mc:Choice>
        <mc:Fallback>
          <p:sp>
            <p:nvSpPr>
              <p:cNvPr id="20" name="内容占位符 7171"/>
              <p:cNvSpPr txBox="1">
                <a:spLocks noRot="1" noChangeAspect="1" noMove="1" noResize="1" noEditPoints="1" noAdjustHandles="1" noChangeArrowheads="1" noChangeShapeType="1" noTextEdit="1"/>
              </p:cNvSpPr>
              <p:nvPr/>
            </p:nvSpPr>
            <p:spPr>
              <a:xfrm>
                <a:off x="5809237" y="2418240"/>
                <a:ext cx="2333625" cy="842962"/>
              </a:xfrm>
              <a:prstGeom prst="rect">
                <a:avLst/>
              </a:prstGeom>
              <a:blipFill rotWithShape="1">
                <a:blip r:embed="rId13"/>
                <a:stretch>
                  <a:fillRect l="-11" t="-19" r="11" b="57"/>
                </a:stretch>
              </a:blipFill>
              <a:ln w="38100">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内容占位符 7171"/>
              <p:cNvSpPr txBox="1"/>
              <p:nvPr/>
            </p:nvSpPr>
            <p:spPr>
              <a:xfrm>
                <a:off x="4300330" y="4276231"/>
                <a:ext cx="2620962" cy="842962"/>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r>
                        <a:rPr lang="zh-CN" altLang="en-US" sz="1600" i="1">
                          <a:latin typeface="Cambria Math" panose="02040503050406030204" pitchFamily="18" charset="0"/>
                        </a:rPr>
                        <m:t>并且</m:t>
                      </m:r>
                      <m:r>
                        <a:rPr lang="en-US" altLang="zh-CN" sz="1600" i="1" smtClean="0">
                          <a:latin typeface="Cambria Math" panose="02040503050406030204" pitchFamily="18" charset="0"/>
                        </a:rPr>
                        <m:t>𝑟</m:t>
                      </m:r>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2</m:t>
                          </m:r>
                        </m:den>
                      </m:f>
                      <m:r>
                        <m:rPr>
                          <m:lit/>
                        </m:rPr>
                        <a:rPr lang="en-US" altLang="zh-CN" sz="1600" i="1" smtClean="0">
                          <a:latin typeface="Cambria Math" panose="02040503050406030204" pitchFamily="18" charset="0"/>
                        </a:rPr>
                        <m:t>/</m:t>
                      </m:r>
                      <m:func>
                        <m:funcPr>
                          <m:ctrlPr>
                            <a:rPr lang="en-US" altLang="zh-CN" sz="1600" i="1" smtClean="0">
                              <a:latin typeface="Cambria Math" panose="02040503050406030204" pitchFamily="18" charset="0"/>
                            </a:rPr>
                          </m:ctrlPr>
                        </m:funcPr>
                        <m:fName>
                          <m:r>
                            <m:rPr>
                              <m:sty m:val="p"/>
                            </m:rPr>
                            <a:rPr lang="en-US" altLang="zh-CN" sz="1600" i="0" smtClean="0">
                              <a:latin typeface="Cambria Math" panose="02040503050406030204" pitchFamily="18" charset="0"/>
                            </a:rPr>
                            <m:t>cos</m:t>
                          </m:r>
                        </m:fName>
                        <m:e>
                          <m:d>
                            <m:dPr>
                              <m:ctrlPr>
                                <a:rPr lang="en-US" altLang="zh-CN" sz="1600" i="1" smtClean="0">
                                  <a:latin typeface="Cambria Math" panose="02040503050406030204" pitchFamily="18" charset="0"/>
                                </a:rPr>
                              </m:ctrlPr>
                            </m:dPr>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𝜋</m:t>
                                  </m:r>
                                </m:num>
                                <m:den>
                                  <m:r>
                                    <a:rPr lang="en-US" altLang="zh-CN" sz="1600" i="1" smtClean="0">
                                      <a:latin typeface="Cambria Math" panose="02040503050406030204" pitchFamily="18" charset="0"/>
                                    </a:rPr>
                                    <m:t>6</m:t>
                                  </m:r>
                                </m:den>
                              </m:f>
                            </m:e>
                          </m:d>
                        </m:e>
                      </m:func>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3</m:t>
                          </m:r>
                        </m:den>
                      </m:f>
                    </m:oMath>
                  </m:oMathPara>
                </a14:m>
                <a:endParaRPr lang="zh-CN" altLang="en-US" sz="1600" dirty="0"/>
              </a:p>
            </p:txBody>
          </p:sp>
        </mc:Choice>
        <mc:Fallback>
          <p:sp>
            <p:nvSpPr>
              <p:cNvPr id="22" name="内容占位符 7171"/>
              <p:cNvSpPr txBox="1">
                <a:spLocks noRot="1" noChangeAspect="1" noMove="1" noResize="1" noEditPoints="1" noAdjustHandles="1" noChangeArrowheads="1" noChangeShapeType="1" noTextEdit="1"/>
              </p:cNvSpPr>
              <p:nvPr/>
            </p:nvSpPr>
            <p:spPr>
              <a:xfrm>
                <a:off x="4300330" y="4276231"/>
                <a:ext cx="2620962" cy="842962"/>
              </a:xfrm>
              <a:prstGeom prst="rect">
                <a:avLst/>
              </a:prstGeom>
              <a:blipFill rotWithShape="1">
                <a:blip r:embed="rId14"/>
                <a:stretch>
                  <a:fillRect l="-4" t="-17" r="16" b="54"/>
                </a:stretch>
              </a:blipFill>
              <a:ln w="38100">
                <a:noFill/>
                <a:miter lim="800000"/>
              </a:ln>
            </p:spPr>
            <p:txBody>
              <a:bodyPr/>
              <a:lstStyle/>
              <a:p>
                <a:r>
                  <a:rPr lang="zh-CN" altLang="en-US">
                    <a:noFill/>
                  </a:rPr>
                  <a:t> </a:t>
                </a:r>
              </a:p>
            </p:txBody>
          </p:sp>
        </mc:Fallback>
      </mc:AlternateContent>
      <p:sp>
        <p:nvSpPr>
          <p:cNvPr id="23" name="内容占位符 7189"/>
          <p:cNvSpPr txBox="1"/>
          <p:nvPr/>
        </p:nvSpPr>
        <p:spPr>
          <a:xfrm>
            <a:off x="4186654" y="5443123"/>
            <a:ext cx="2816469" cy="801529"/>
          </a:xfrm>
          <a:prstGeom prst="rect">
            <a:avLst/>
          </a:prstGeom>
          <a:noFill/>
          <a:ln w="19050">
            <a:solidFill>
              <a:srgbClr val="00B0F0"/>
            </a:solidFill>
            <a:miter lim="800000"/>
          </a:ln>
        </p:spPr>
        <p:txBody>
          <a:bodyPr>
            <a:normAutofit/>
          </a:bodyPr>
          <a:lstStyle/>
          <a:p>
            <a:endParaRPr lang="zh-CN" altLang="en-US" dirty="0"/>
          </a:p>
        </p:txBody>
      </p:sp>
      <mc:AlternateContent xmlns:mc="http://schemas.openxmlformats.org/markup-compatibility/2006">
        <mc:Choice xmlns:a14="http://schemas.microsoft.com/office/drawing/2010/main" Requires="a14">
          <p:sp>
            <p:nvSpPr>
              <p:cNvPr id="29" name="内容占位符 7171"/>
              <p:cNvSpPr txBox="1"/>
              <p:nvPr/>
            </p:nvSpPr>
            <p:spPr>
              <a:xfrm>
                <a:off x="4298757" y="5521466"/>
                <a:ext cx="2620962" cy="842962"/>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𝐺</m:t>
                          </m:r>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𝑚</m:t>
                              </m:r>
                            </m:e>
                            <m:sup>
                              <m:r>
                                <a:rPr lang="en-US" altLang="zh-CN" sz="1600" i="1" smtClean="0">
                                  <a:latin typeface="Cambria Math" panose="02040503050406030204" pitchFamily="18" charset="0"/>
                                </a:rPr>
                                <m:t>2</m:t>
                              </m:r>
                            </m:sup>
                          </m:sSup>
                        </m:num>
                        <m:den>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𝑙</m:t>
                              </m:r>
                            </m:e>
                            <m:sup>
                              <m:r>
                                <a:rPr lang="en-US" altLang="zh-CN" sz="1600" i="1" smtClean="0">
                                  <a:latin typeface="Cambria Math" panose="02040503050406030204" pitchFamily="18" charset="0"/>
                                </a:rPr>
                                <m:t>2</m:t>
                              </m:r>
                            </m:sup>
                          </m:sSup>
                        </m:den>
                      </m:f>
                      <m:r>
                        <a:rPr lang="en-US" altLang="zh-CN" sz="1600" i="1" smtClean="0">
                          <a:latin typeface="Cambria Math" panose="02040503050406030204" pitchFamily="18" charset="0"/>
                        </a:rPr>
                        <m:t>=</m:t>
                      </m:r>
                      <m:r>
                        <a:rPr lang="en-US" altLang="zh-CN" sz="1600" i="1" smtClean="0">
                          <a:latin typeface="Cambria Math" panose="02040503050406030204" pitchFamily="18" charset="0"/>
                        </a:rPr>
                        <m:t>𝑚</m:t>
                      </m:r>
                      <m:sSup>
                        <m:sSupPr>
                          <m:ctrlPr>
                            <a:rPr lang="en-US" altLang="zh-CN" sz="1600" i="1" smtClean="0">
                              <a:latin typeface="Cambria Math" panose="02040503050406030204" pitchFamily="18" charset="0"/>
                            </a:rPr>
                          </m:ctrlPr>
                        </m:sSupPr>
                        <m:e>
                          <m:d>
                            <m:dPr>
                              <m:ctrlPr>
                                <a:rPr lang="en-US" altLang="zh-CN" sz="1600" i="1" smtClean="0">
                                  <a:latin typeface="Cambria Math" panose="02040503050406030204" pitchFamily="18" charset="0"/>
                                </a:rPr>
                              </m:ctrlPr>
                            </m:dPr>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2</m:t>
                                  </m:r>
                                  <m:r>
                                    <a:rPr lang="en-US" altLang="zh-CN" sz="1600" i="1" smtClean="0">
                                      <a:latin typeface="Cambria Math" panose="02040503050406030204" pitchFamily="18" charset="0"/>
                                    </a:rPr>
                                    <m:t>𝜋</m:t>
                                  </m:r>
                                </m:num>
                                <m:den>
                                  <m:r>
                                    <a:rPr lang="en-US" altLang="zh-CN" sz="1600" i="1" smtClean="0">
                                      <a:latin typeface="Cambria Math" panose="02040503050406030204" pitchFamily="18" charset="0"/>
                                    </a:rPr>
                                    <m:t>𝑇</m:t>
                                  </m:r>
                                </m:den>
                              </m:f>
                            </m:e>
                          </m:d>
                        </m:e>
                        <m:sup>
                          <m:r>
                            <a:rPr lang="en-US" altLang="zh-CN" sz="1600" i="1" smtClean="0">
                              <a:latin typeface="Cambria Math" panose="02040503050406030204" pitchFamily="18" charset="0"/>
                            </a:rPr>
                            <m:t>2</m:t>
                          </m:r>
                        </m:sup>
                      </m:sSup>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3</m:t>
                          </m:r>
                        </m:den>
                      </m:f>
                    </m:oMath>
                  </m:oMathPara>
                </a14:m>
                <a:endParaRPr lang="zh-CN" altLang="en-US" sz="1600" dirty="0"/>
              </a:p>
            </p:txBody>
          </p:sp>
        </mc:Choice>
        <mc:Fallback>
          <p:sp>
            <p:nvSpPr>
              <p:cNvPr id="29" name="内容占位符 7171"/>
              <p:cNvSpPr txBox="1">
                <a:spLocks noRot="1" noChangeAspect="1" noMove="1" noResize="1" noEditPoints="1" noAdjustHandles="1" noChangeArrowheads="1" noChangeShapeType="1" noTextEdit="1"/>
              </p:cNvSpPr>
              <p:nvPr/>
            </p:nvSpPr>
            <p:spPr>
              <a:xfrm>
                <a:off x="4298757" y="5521466"/>
                <a:ext cx="2620962" cy="842962"/>
              </a:xfrm>
              <a:prstGeom prst="rect">
                <a:avLst/>
              </a:prstGeom>
              <a:blipFill rotWithShape="1">
                <a:blip r:embed="rId15"/>
                <a:stretch>
                  <a:fillRect l="-17" t="-17" r="5" b="54"/>
                </a:stretch>
              </a:blipFill>
              <a:ln w="38100">
                <a:noFill/>
                <a:miter lim="800000"/>
              </a:ln>
            </p:spPr>
            <p:txBody>
              <a:bodyPr/>
              <a:lstStyle/>
              <a:p>
                <a:r>
                  <a:rPr lang="zh-CN" altLang="en-US">
                    <a:noFill/>
                  </a:rPr>
                  <a:t> </a:t>
                </a:r>
              </a:p>
            </p:txBody>
          </p:sp>
        </mc:Fallback>
      </mc:AlternateContent>
      <p:sp>
        <p:nvSpPr>
          <p:cNvPr id="11" name="箭头: 下 10"/>
          <p:cNvSpPr/>
          <p:nvPr/>
        </p:nvSpPr>
        <p:spPr>
          <a:xfrm>
            <a:off x="5327015" y="5003800"/>
            <a:ext cx="408305" cy="4279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对象 8198"/>
          <p:cNvSpPr txBox="1"/>
          <p:nvPr/>
        </p:nvSpPr>
        <p:spPr>
          <a:xfrm>
            <a:off x="7178675" y="5446395"/>
            <a:ext cx="1562735" cy="801370"/>
          </a:xfrm>
          <a:prstGeom prst="rect">
            <a:avLst/>
          </a:prstGeom>
          <a:noFill/>
          <a:ln w="19050">
            <a:solidFill>
              <a:srgbClr val="FF0000"/>
            </a:solidFill>
            <a:miter lim="800000"/>
          </a:ln>
        </p:spPr>
        <p:txBody>
          <a:bodyPr>
            <a:normAutofit/>
          </a:bodyPr>
          <a:lstStyle/>
          <a:p>
            <a:endParaRPr lang="zh-CN" altLang="en-US" dirty="0"/>
          </a:p>
        </p:txBody>
      </p:sp>
      <mc:AlternateContent xmlns:mc="http://schemas.openxmlformats.org/markup-compatibility/2006">
        <mc:Choice xmlns:a14="http://schemas.microsoft.com/office/drawing/2010/main" Requires="a14">
          <p:sp>
            <p:nvSpPr>
              <p:cNvPr id="34" name="内容占位符 7171"/>
              <p:cNvSpPr txBox="1"/>
              <p:nvPr/>
            </p:nvSpPr>
            <p:spPr>
              <a:xfrm>
                <a:off x="7253855" y="5453679"/>
                <a:ext cx="1265989" cy="776881"/>
              </a:xfrm>
              <a:prstGeom prst="rect">
                <a:avLst/>
              </a:prstGeom>
              <a:noFill/>
              <a:ln w="38100">
                <a:noFill/>
                <a:miter lim="800000"/>
              </a:ln>
            </p:spPr>
            <p:txBody>
              <a:bodyPr>
                <a:noAutofit/>
              </a:bodyPr>
              <a:lstStyle/>
              <a:p>
                <a14:m>
                  <m:oMathPara xmlns:m="http://schemas.openxmlformats.org/officeDocument/2006/math">
                    <m:oMathParaPr>
                      <m:jc m:val="left"/>
                    </m:oMathParaPr>
                    <m:oMath xmlns:m="http://schemas.openxmlformats.org/officeDocument/2006/math">
                      <m:r>
                        <a:rPr lang="en-US" altLang="zh-CN" sz="1600" i="1" smtClean="0">
                          <a:latin typeface="Cambria Math" panose="02040503050406030204" pitchFamily="18" charset="0"/>
                        </a:rPr>
                        <m:t>𝑇</m:t>
                      </m:r>
                      <m:r>
                        <a:rPr lang="en-US" altLang="zh-CN" sz="1600" i="1" smtClean="0">
                          <a:latin typeface="Cambria Math" panose="02040503050406030204" pitchFamily="18" charset="0"/>
                        </a:rPr>
                        <m:t>=</m:t>
                      </m:r>
                      <m:rad>
                        <m:radPr>
                          <m:degHide m:val="on"/>
                          <m:ctrlPr>
                            <a:rPr lang="en-US" altLang="zh-CN" sz="1600" i="1" smtClean="0">
                              <a:latin typeface="Cambria Math" panose="02040503050406030204" pitchFamily="18" charset="0"/>
                            </a:rPr>
                          </m:ctrlPr>
                        </m:radPr>
                        <m:deg/>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4</m:t>
                              </m:r>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𝜋</m:t>
                                  </m:r>
                                </m:e>
                                <m:sup>
                                  <m:r>
                                    <a:rPr lang="en-US" altLang="zh-CN" sz="1600" i="1" smtClean="0">
                                      <a:latin typeface="Cambria Math" panose="02040503050406030204" pitchFamily="18" charset="0"/>
                                    </a:rPr>
                                    <m:t>2</m:t>
                                  </m:r>
                                </m:sup>
                              </m:sSup>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𝑙</m:t>
                                  </m:r>
                                </m:e>
                                <m:sup>
                                  <m:r>
                                    <a:rPr lang="en-US" altLang="zh-CN" sz="1600" i="1" smtClean="0">
                                      <a:latin typeface="Cambria Math" panose="02040503050406030204" pitchFamily="18" charset="0"/>
                                    </a:rPr>
                                    <m:t>3</m:t>
                                  </m:r>
                                </m:sup>
                              </m:sSup>
                            </m:num>
                            <m:den>
                              <m:r>
                                <a:rPr lang="en-US" altLang="zh-CN" sz="1600" i="1" smtClean="0">
                                  <a:latin typeface="Cambria Math" panose="02040503050406030204" pitchFamily="18" charset="0"/>
                                </a:rPr>
                                <m:t>3</m:t>
                              </m:r>
                              <m:r>
                                <a:rPr lang="en-US" altLang="zh-CN" sz="1600" i="1" smtClean="0">
                                  <a:latin typeface="Cambria Math" panose="02040503050406030204" pitchFamily="18" charset="0"/>
                                </a:rPr>
                                <m:t>𝐺𝑚</m:t>
                              </m:r>
                            </m:den>
                          </m:f>
                        </m:e>
                      </m:rad>
                    </m:oMath>
                  </m:oMathPara>
                </a14:m>
                <a:endParaRPr lang="zh-CN" altLang="en-US" sz="1600" dirty="0"/>
              </a:p>
            </p:txBody>
          </p:sp>
        </mc:Choice>
        <mc:Fallback>
          <p:sp>
            <p:nvSpPr>
              <p:cNvPr id="34" name="内容占位符 7171"/>
              <p:cNvSpPr txBox="1">
                <a:spLocks noRot="1" noChangeAspect="1" noMove="1" noResize="1" noEditPoints="1" noAdjustHandles="1" noChangeArrowheads="1" noChangeShapeType="1" noTextEdit="1"/>
              </p:cNvSpPr>
              <p:nvPr/>
            </p:nvSpPr>
            <p:spPr>
              <a:xfrm>
                <a:off x="7253855" y="5453679"/>
                <a:ext cx="1265989" cy="776881"/>
              </a:xfrm>
              <a:prstGeom prst="rect">
                <a:avLst/>
              </a:prstGeom>
              <a:blipFill rotWithShape="1">
                <a:blip r:embed="rId16"/>
                <a:stretch>
                  <a:fillRect l="-20" t="-38" r="4" b="74"/>
                </a:stretch>
              </a:blipFill>
              <a:ln w="38100">
                <a:noFill/>
                <a:miter lim="800000"/>
              </a:ln>
            </p:spPr>
            <p:txBody>
              <a:bodyPr/>
              <a:lstStyle/>
              <a:p>
                <a:r>
                  <a:rPr lang="zh-CN" altLang="en-US">
                    <a:noFill/>
                  </a:rPr>
                  <a:t> </a:t>
                </a:r>
              </a:p>
            </p:txBody>
          </p:sp>
        </mc:Fallback>
      </mc:AlternateContent>
    </p:spTree>
    <p:custDataLst>
      <p:tags r:id="rId17"/>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ppt_x"/>
                                          </p:val>
                                        </p:tav>
                                        <p:tav tm="100000">
                                          <p:val>
                                            <p:strVal val="#ppt_x"/>
                                          </p:val>
                                        </p:tav>
                                      </p:tavLst>
                                    </p:anim>
                                    <p:anim calcmode="lin" valueType="num">
                                      <p:cBhvr additive="base">
                                        <p:cTn id="14"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916"/>
                                        </p:tgtEl>
                                        <p:attrNameLst>
                                          <p:attrName>style.visibility</p:attrName>
                                        </p:attrNameLst>
                                      </p:cBhvr>
                                      <p:to>
                                        <p:strVal val="visible"/>
                                      </p:to>
                                    </p:set>
                                    <p:anim calcmode="lin" valueType="num">
                                      <p:cBhvr additive="base">
                                        <p:cTn id="25" dur="500" fill="hold"/>
                                        <p:tgtEl>
                                          <p:spTgt spid="38916"/>
                                        </p:tgtEl>
                                        <p:attrNameLst>
                                          <p:attrName>ppt_x</p:attrName>
                                        </p:attrNameLst>
                                      </p:cBhvr>
                                      <p:tavLst>
                                        <p:tav tm="0">
                                          <p:val>
                                            <p:strVal val="#ppt_x"/>
                                          </p:val>
                                        </p:tav>
                                        <p:tav tm="100000">
                                          <p:val>
                                            <p:strVal val="#ppt_x"/>
                                          </p:val>
                                        </p:tav>
                                      </p:tavLst>
                                    </p:anim>
                                    <p:anim calcmode="lin" valueType="num">
                                      <p:cBhvr additive="base">
                                        <p:cTn id="26"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8917"/>
                                        </p:tgtEl>
                                        <p:attrNameLst>
                                          <p:attrName>style.visibility</p:attrName>
                                        </p:attrNameLst>
                                      </p:cBhvr>
                                      <p:to>
                                        <p:strVal val="visible"/>
                                      </p:to>
                                    </p:set>
                                    <p:anim calcmode="lin" valueType="num">
                                      <p:cBhvr additive="base">
                                        <p:cTn id="31" dur="500" fill="hold"/>
                                        <p:tgtEl>
                                          <p:spTgt spid="38917"/>
                                        </p:tgtEl>
                                        <p:attrNameLst>
                                          <p:attrName>ppt_x</p:attrName>
                                        </p:attrNameLst>
                                      </p:cBhvr>
                                      <p:tavLst>
                                        <p:tav tm="0">
                                          <p:val>
                                            <p:strVal val="#ppt_x"/>
                                          </p:val>
                                        </p:tav>
                                        <p:tav tm="100000">
                                          <p:val>
                                            <p:strVal val="#ppt_x"/>
                                          </p:val>
                                        </p:tav>
                                      </p:tavLst>
                                    </p:anim>
                                    <p:anim calcmode="lin" valueType="num">
                                      <p:cBhvr additive="base">
                                        <p:cTn id="32"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8915"/>
                                        </p:tgtEl>
                                        <p:attrNameLst>
                                          <p:attrName>style.visibility</p:attrName>
                                        </p:attrNameLst>
                                      </p:cBhvr>
                                      <p:to>
                                        <p:strVal val="visible"/>
                                      </p:to>
                                    </p:set>
                                    <p:anim calcmode="lin" valueType="num">
                                      <p:cBhvr additive="base">
                                        <p:cTn id="37" dur="500" fill="hold"/>
                                        <p:tgtEl>
                                          <p:spTgt spid="38915"/>
                                        </p:tgtEl>
                                        <p:attrNameLst>
                                          <p:attrName>ppt_x</p:attrName>
                                        </p:attrNameLst>
                                      </p:cBhvr>
                                      <p:tavLst>
                                        <p:tav tm="0">
                                          <p:val>
                                            <p:strVal val="#ppt_x"/>
                                          </p:val>
                                        </p:tav>
                                        <p:tav tm="100000">
                                          <p:val>
                                            <p:strVal val="#ppt_x"/>
                                          </p:val>
                                        </p:tav>
                                      </p:tavLst>
                                    </p:anim>
                                    <p:anim calcmode="lin" valueType="num">
                                      <p:cBhvr additive="base">
                                        <p:cTn id="38"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8920"/>
                                        </p:tgtEl>
                                        <p:attrNameLst>
                                          <p:attrName>style.visibility</p:attrName>
                                        </p:attrNameLst>
                                      </p:cBhvr>
                                      <p:to>
                                        <p:strVal val="visible"/>
                                      </p:to>
                                    </p:set>
                                    <p:anim calcmode="lin" valueType="num">
                                      <p:cBhvr additive="base">
                                        <p:cTn id="47" dur="500" fill="hold"/>
                                        <p:tgtEl>
                                          <p:spTgt spid="38920"/>
                                        </p:tgtEl>
                                        <p:attrNameLst>
                                          <p:attrName>ppt_x</p:attrName>
                                        </p:attrNameLst>
                                      </p:cBhvr>
                                      <p:tavLst>
                                        <p:tav tm="0">
                                          <p:val>
                                            <p:strVal val="#ppt_x"/>
                                          </p:val>
                                        </p:tav>
                                        <p:tav tm="100000">
                                          <p:val>
                                            <p:strVal val="#ppt_x"/>
                                          </p:val>
                                        </p:tav>
                                      </p:tavLst>
                                    </p:anim>
                                    <p:anim calcmode="lin" valueType="num">
                                      <p:cBhvr additive="base">
                                        <p:cTn id="48"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500" fill="hold"/>
                                        <p:tgtEl>
                                          <p:spTgt spid="29"/>
                                        </p:tgtEl>
                                        <p:attrNameLst>
                                          <p:attrName>ppt_x</p:attrName>
                                        </p:attrNameLst>
                                      </p:cBhvr>
                                      <p:tavLst>
                                        <p:tav tm="0">
                                          <p:val>
                                            <p:strVal val="#ppt_x"/>
                                          </p:val>
                                        </p:tav>
                                        <p:tav tm="100000">
                                          <p:val>
                                            <p:strVal val="#ppt_x"/>
                                          </p:val>
                                        </p:tav>
                                      </p:tavLst>
                                    </p:anim>
                                    <p:anim calcmode="lin" valueType="num">
                                      <p:cBhvr additive="base">
                                        <p:cTn id="6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ppt_x"/>
                                          </p:val>
                                        </p:tav>
                                        <p:tav tm="100000">
                                          <p:val>
                                            <p:strVal val="#ppt_x"/>
                                          </p:val>
                                        </p:tav>
                                      </p:tavLst>
                                    </p:anim>
                                    <p:anim calcmode="lin" valueType="num">
                                      <p:cBhvr additive="base">
                                        <p:cTn id="70" dur="500" fill="hold"/>
                                        <p:tgtEl>
                                          <p:spTgt spid="3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 calcmode="lin" valueType="num">
                                      <p:cBhvr additive="base">
                                        <p:cTn id="73" dur="500" fill="hold"/>
                                        <p:tgtEl>
                                          <p:spTgt spid="33"/>
                                        </p:tgtEl>
                                        <p:attrNameLst>
                                          <p:attrName>ppt_x</p:attrName>
                                        </p:attrNameLst>
                                      </p:cBhvr>
                                      <p:tavLst>
                                        <p:tav tm="0">
                                          <p:val>
                                            <p:strVal val="#ppt_x"/>
                                          </p:val>
                                        </p:tav>
                                        <p:tav tm="100000">
                                          <p:val>
                                            <p:strVal val="#ppt_x"/>
                                          </p:val>
                                        </p:tav>
                                      </p:tavLst>
                                    </p:anim>
                                    <p:anim calcmode="lin" valueType="num">
                                      <p:cBhvr additive="base">
                                        <p:cTn id="7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ldLvl="0" animBg="1"/>
      <p:bldP spid="38918" grpId="0"/>
      <p:bldP spid="38919" grpId="0"/>
      <p:bldP spid="20" grpId="0"/>
      <p:bldP spid="20" grpId="1"/>
      <p:bldP spid="38916" grpId="0"/>
      <p:bldP spid="38916" grpId="1"/>
      <p:bldP spid="22" grpId="0"/>
      <p:bldP spid="38920" grpId="0" animBg="1"/>
      <p:bldP spid="22" grpId="1"/>
      <p:bldP spid="38920" grpId="1" animBg="1"/>
      <p:bldP spid="23" grpId="0" animBg="1"/>
      <p:bldP spid="29" grpId="0"/>
      <p:bldP spid="23" grpId="1" animBg="1"/>
      <p:bldP spid="29" grpId="1"/>
      <p:bldP spid="11" grpId="0" animBg="1"/>
      <p:bldP spid="11" grpId="1" animBg="1"/>
      <p:bldP spid="34" grpId="0"/>
      <p:bldP spid="33" grpId="0" animBg="1"/>
      <p:bldP spid="34" grpId="1"/>
      <p:bldP spid="33" grpId="1" animBg="1"/>
      <p:bldP spid="38915" grpId="0"/>
      <p:bldP spid="3891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1"/>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2"/>
            </p:custDataLst>
          </p:nvPr>
        </p:nvPicPr>
        <p:blipFill>
          <a:blip r:embed="rId3"/>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5"/>
          <a:stretch>
            <a:fillRect/>
          </a:stretch>
        </p:blipFill>
        <p:spPr>
          <a:xfrm>
            <a:off x="0" y="5854700"/>
            <a:ext cx="914400" cy="914400"/>
          </a:xfrm>
          <a:prstGeom prst="rect">
            <a:avLst/>
          </a:prstGeom>
        </p:spPr>
      </p:pic>
      <p:grpSp>
        <p:nvGrpSpPr>
          <p:cNvPr id="6" name="组合 5"/>
          <p:cNvGrpSpPr/>
          <p:nvPr>
            <p:custDataLst>
              <p:tags r:id="rId6"/>
            </p:custDataLst>
          </p:nvPr>
        </p:nvGrpSpPr>
        <p:grpSpPr>
          <a:xfrm>
            <a:off x="2335213" y="375920"/>
            <a:ext cx="7519670" cy="914400"/>
            <a:chOff x="3655" y="592"/>
            <a:chExt cx="11842" cy="1440"/>
          </a:xfrm>
        </p:grpSpPr>
        <p:grpSp>
          <p:nvGrpSpPr>
            <p:cNvPr id="3" name="组合 2"/>
            <p:cNvGrpSpPr/>
            <p:nvPr>
              <p:custDataLst>
                <p:tags r:id="rId7"/>
              </p:custDataLst>
            </p:nvPr>
          </p:nvGrpSpPr>
          <p:grpSpPr>
            <a:xfrm>
              <a:off x="3655" y="837"/>
              <a:ext cx="11843" cy="1195"/>
              <a:chOff x="2320698" y="560331"/>
              <a:chExt cx="7519988" cy="759009"/>
            </a:xfrm>
          </p:grpSpPr>
          <p:sp>
            <p:nvSpPr>
              <p:cNvPr id="11" name="矩形 10"/>
              <p:cNvSpPr/>
              <p:nvPr>
                <p:custDataLst>
                  <p:tags r:id="rId8"/>
                </p:custDataLst>
              </p:nvPr>
            </p:nvSpPr>
            <p:spPr>
              <a:xfrm flipH="1" flipV="1">
                <a:off x="2320698" y="1273621"/>
                <a:ext cx="751998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9"/>
                </p:custDataLst>
              </p:nvPr>
            </p:nvSpPr>
            <p:spPr>
              <a:xfrm>
                <a:off x="5253355" y="560331"/>
                <a:ext cx="1662360" cy="536070"/>
              </a:xfrm>
              <a:prstGeom prst="rect">
                <a:avLst/>
              </a:prstGeom>
              <a:noFill/>
              <a:ln w="9525">
                <a:noFill/>
                <a:miter/>
              </a:ln>
            </p:spPr>
            <p:txBody>
              <a:bodyPr wrap="square" lIns="91431" tIns="45716" rIns="91431" bIns="45716">
                <a:normAutofit fontScale="97500"/>
              </a:bodyPr>
              <a:lstStyle/>
              <a:p>
                <a:pPr lvl="0" algn="l" eaLnBrk="1" hangingPunct="1">
                  <a:buNone/>
                </a:pPr>
                <a:r>
                  <a:rPr lang="zh-CN" altLang="en-US" sz="2900" b="1">
                    <a:solidFill>
                      <a:schemeClr val="tx1"/>
                    </a:solidFill>
                    <a:sym typeface="+mn-ea"/>
                  </a:rPr>
                  <a:t>课堂总结</a:t>
                </a:r>
                <a:endParaRPr lang="zh-CN" altLang="en-US" sz="2900" b="1">
                  <a:solidFill>
                    <a:schemeClr val="tx1"/>
                  </a:solidFill>
                  <a:sym typeface="+mn-ea"/>
                </a:endParaRPr>
              </a:p>
            </p:txBody>
          </p:sp>
        </p:grpSp>
        <p:pic>
          <p:nvPicPr>
            <p:cNvPr id="4" name="图片 3" descr="32303833393133303b32303833323839393bd0c7c7f2"/>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139" y="592"/>
              <a:ext cx="1440" cy="1440"/>
            </a:xfrm>
            <a:prstGeom prst="rect">
              <a:avLst/>
            </a:prstGeom>
          </p:spPr>
        </p:pic>
      </p:grpSp>
      <p:sp>
        <p:nvSpPr>
          <p:cNvPr id="5" name="文本框 4"/>
          <p:cNvSpPr txBox="1"/>
          <p:nvPr>
            <p:custDataLst>
              <p:tags r:id="rId13"/>
            </p:custDataLst>
          </p:nvPr>
        </p:nvSpPr>
        <p:spPr>
          <a:xfrm>
            <a:off x="688975" y="1637030"/>
            <a:ext cx="3405505" cy="4204335"/>
          </a:xfrm>
          <a:prstGeom prst="rect">
            <a:avLst/>
          </a:prstGeom>
          <a:noFill/>
          <a:ln w="28575" cmpd="sng">
            <a:solidFill>
              <a:schemeClr val="accent1">
                <a:shade val="50000"/>
              </a:schemeClr>
            </a:solidFill>
            <a:prstDash val="lgDashDot"/>
          </a:ln>
        </p:spPr>
        <p:txBody>
          <a:bodyPr wrap="square" rtlCol="0">
            <a:normAutofit/>
          </a:bodyPr>
          <a:lstStyle/>
          <a:p>
            <a:pPr>
              <a:lnSpc>
                <a:spcPct val="140000"/>
              </a:lnSpc>
            </a:pPr>
            <a:r>
              <a:rPr lang="en-US" altLang="zh-CN" sz="2300" b="1" kern="0">
                <a:solidFill>
                  <a:schemeClr val="accent2"/>
                </a:solidFill>
                <a:effectLst/>
                <a:latin typeface="+mn-ea"/>
                <a:cs typeface="江城圆体 400W" panose="020B0500000000000000" pitchFamily="34" charset="-122"/>
              </a:rPr>
              <a:t>1</a:t>
            </a:r>
            <a:r>
              <a:rPr lang="zh-CN" altLang="en-US" sz="2300" b="1" kern="0">
                <a:solidFill>
                  <a:schemeClr val="accent2"/>
                </a:solidFill>
                <a:effectLst/>
                <a:latin typeface="+mn-ea"/>
                <a:cs typeface="江城圆体 400W" panose="020B0500000000000000" pitchFamily="34" charset="-122"/>
              </a:rPr>
              <a:t>、双星特点</a:t>
            </a:r>
            <a:endParaRPr lang="zh-CN" altLang="en-US" sz="2300" b="1" kern="0">
              <a:solidFill>
                <a:schemeClr val="accent2"/>
              </a:solidFill>
              <a:effectLst/>
              <a:latin typeface="+mn-ea"/>
              <a:cs typeface="江城圆体 400W" panose="020B0500000000000000" pitchFamily="34" charset="-122"/>
            </a:endParaRP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1</a:t>
            </a:r>
            <a:r>
              <a:rPr lang="zh-CN" altLang="en-US" sz="2300" kern="0">
                <a:effectLst/>
                <a:latin typeface="+mn-ea"/>
                <a:cs typeface="江城圆体 400W" panose="020B0500000000000000" pitchFamily="34" charset="-122"/>
              </a:rPr>
              <a:t>）</a:t>
            </a:r>
            <a:r>
              <a:rPr lang="en-US" altLang="en-US" sz="2300" b="1" kern="0">
                <a:solidFill>
                  <a:srgbClr val="191919"/>
                </a:solidFill>
                <a:latin typeface="宋体" panose="02010600030101010101" pitchFamily="2" charset="-122"/>
                <a:ea typeface="宋体" panose="02010600030101010101" pitchFamily="2" charset="-122"/>
                <a:sym typeface="+mn-ea"/>
              </a:rPr>
              <a:t>万有引力分别提供了两恒星的向心力</a:t>
            </a:r>
            <a:endParaRPr lang="en-US" altLang="en-US" sz="2300" b="1" kern="0">
              <a:solidFill>
                <a:srgbClr val="191919"/>
              </a:solidFill>
              <a:latin typeface="宋体" panose="02010600030101010101" pitchFamily="2" charset="-122"/>
              <a:ea typeface="宋体" panose="02010600030101010101" pitchFamily="2" charset="-122"/>
              <a:sym typeface="+mn-ea"/>
            </a:endParaRP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2</a:t>
            </a:r>
            <a:r>
              <a:rPr lang="zh-CN" altLang="en-US" sz="2300" kern="0">
                <a:effectLst/>
                <a:latin typeface="+mn-ea"/>
                <a:cs typeface="江城圆体 400W" panose="020B0500000000000000" pitchFamily="34" charset="-122"/>
              </a:rPr>
              <a:t>）</a:t>
            </a:r>
            <a:r>
              <a:rPr lang="en-US" altLang="en-US" sz="2300" b="1" kern="0">
                <a:solidFill>
                  <a:srgbClr val="00B0F0"/>
                </a:solidFill>
                <a:latin typeface="宋体" panose="02010600030101010101" pitchFamily="2" charset="-122"/>
                <a:ea typeface="宋体" panose="02010600030101010101" pitchFamily="2" charset="-122"/>
                <a:sym typeface="+mn-ea"/>
              </a:rPr>
              <a:t>角速度</a:t>
            </a:r>
            <a:r>
              <a:rPr lang="en-US" altLang="en-US" sz="2300" b="1" kern="0">
                <a:solidFill>
                  <a:srgbClr val="FF0000"/>
                </a:solidFill>
                <a:latin typeface="微软雅黑" panose="020B0503020204020204" charset="-122"/>
                <a:ea typeface="微软雅黑" panose="020B0503020204020204" charset="-122"/>
                <a:sym typeface="+mn-ea"/>
              </a:rPr>
              <a:t>ω</a:t>
            </a:r>
            <a:r>
              <a:rPr lang="en-US" altLang="en-US" sz="2300" b="1" kern="0">
                <a:solidFill>
                  <a:srgbClr val="00B0F0"/>
                </a:solidFill>
                <a:latin typeface="宋体" panose="02010600030101010101" pitchFamily="2" charset="-122"/>
                <a:ea typeface="宋体" panose="02010600030101010101" pitchFamily="2" charset="-122"/>
                <a:sym typeface="+mn-ea"/>
              </a:rPr>
              <a:t>相同，周期</a:t>
            </a:r>
            <a:r>
              <a:rPr lang="en-US" altLang="zh-CN" sz="2300" b="1" kern="0">
                <a:solidFill>
                  <a:srgbClr val="FF0000"/>
                </a:solidFill>
                <a:latin typeface="宋体" panose="02010600030101010101" pitchFamily="2" charset="-122"/>
                <a:ea typeface="宋体" panose="02010600030101010101" pitchFamily="2" charset="-122"/>
                <a:sym typeface="+mn-ea"/>
              </a:rPr>
              <a:t>T</a:t>
            </a:r>
            <a:r>
              <a:rPr lang="en-US" altLang="en-US" sz="2300" b="1" kern="0">
                <a:solidFill>
                  <a:srgbClr val="00B0F0"/>
                </a:solidFill>
                <a:latin typeface="宋体" panose="02010600030101010101" pitchFamily="2" charset="-122"/>
                <a:ea typeface="宋体" panose="02010600030101010101" pitchFamily="2" charset="-122"/>
                <a:sym typeface="+mn-ea"/>
              </a:rPr>
              <a:t>相同</a:t>
            </a:r>
            <a:endParaRPr lang="en-US" altLang="en-US" sz="2300" b="1" kern="0">
              <a:solidFill>
                <a:srgbClr val="00B0F0"/>
              </a:solidFill>
              <a:latin typeface="宋体" panose="02010600030101010101" pitchFamily="2" charset="-122"/>
              <a:ea typeface="宋体" panose="02010600030101010101" pitchFamily="2" charset="-122"/>
              <a:sym typeface="+mn-ea"/>
            </a:endParaRP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3</a:t>
            </a:r>
            <a:r>
              <a:rPr lang="zh-CN" altLang="en-US" sz="2300" kern="0">
                <a:effectLst/>
                <a:latin typeface="+mn-ea"/>
                <a:cs typeface="江城圆体 400W" panose="020B0500000000000000" pitchFamily="34" charset="-122"/>
              </a:rPr>
              <a:t>）</a:t>
            </a:r>
            <a:r>
              <a:rPr lang="en-US" altLang="en-US" sz="2300" b="1" kern="0">
                <a:latin typeface="宋体" panose="02010600030101010101" pitchFamily="2" charset="-122"/>
                <a:ea typeface="宋体" panose="02010600030101010101" pitchFamily="2" charset="-122"/>
                <a:sym typeface="+mn-ea"/>
              </a:rPr>
              <a:t>轨道半径</a:t>
            </a:r>
            <a:r>
              <a:rPr lang="zh-CN" altLang="en-US" sz="2300" b="1" kern="0">
                <a:latin typeface="宋体" panose="02010600030101010101" pitchFamily="2" charset="-122"/>
                <a:ea typeface="宋体" panose="02010600030101010101" pitchFamily="2" charset="-122"/>
                <a:sym typeface="+mn-ea"/>
              </a:rPr>
              <a:t>r</a:t>
            </a:r>
            <a:r>
              <a:rPr lang="zh-CN" altLang="en-US" sz="2300" b="1" kern="0" baseline="-25000">
                <a:latin typeface="宋体" panose="02010600030101010101" pitchFamily="2" charset="-122"/>
                <a:ea typeface="宋体" panose="02010600030101010101" pitchFamily="2" charset="-122"/>
                <a:sym typeface="+mn-ea"/>
              </a:rPr>
              <a:t>1</a:t>
            </a:r>
            <a:r>
              <a:rPr lang="zh-CN" altLang="en-US" sz="2300" b="1" kern="0">
                <a:latin typeface="宋体" panose="02010600030101010101" pitchFamily="2" charset="-122"/>
                <a:ea typeface="宋体" panose="02010600030101010101" pitchFamily="2" charset="-122"/>
                <a:sym typeface="+mn-ea"/>
              </a:rPr>
              <a:t>、r</a:t>
            </a:r>
            <a:r>
              <a:rPr lang="zh-CN" altLang="en-US" sz="2300" b="1" kern="0" baseline="-25000">
                <a:latin typeface="宋体" panose="02010600030101010101" pitchFamily="2" charset="-122"/>
                <a:ea typeface="宋体" panose="02010600030101010101" pitchFamily="2" charset="-122"/>
                <a:sym typeface="+mn-ea"/>
              </a:rPr>
              <a:t>2</a:t>
            </a:r>
            <a:r>
              <a:rPr lang="en-US" altLang="en-US" sz="2300" b="1" kern="0">
                <a:latin typeface="宋体" panose="02010600030101010101" pitchFamily="2" charset="-122"/>
                <a:ea typeface="宋体" panose="02010600030101010101" pitchFamily="2" charset="-122"/>
                <a:sym typeface="+mn-ea"/>
              </a:rPr>
              <a:t>与两</a:t>
            </a:r>
            <a:r>
              <a:rPr lang="zh-CN" altLang="en-US" sz="2300" b="1" kern="0">
                <a:solidFill>
                  <a:srgbClr val="191919"/>
                </a:solidFill>
                <a:latin typeface="宋体" panose="02010600030101010101" pitchFamily="2" charset="-122"/>
                <a:ea typeface="宋体" panose="02010600030101010101" pitchFamily="2" charset="-122"/>
                <a:sym typeface="+mn-ea"/>
              </a:rPr>
              <a:t>恒星</a:t>
            </a:r>
            <a:r>
              <a:rPr lang="en-US" altLang="en-US" sz="2300" b="1" kern="0">
                <a:latin typeface="宋体" panose="02010600030101010101" pitchFamily="2" charset="-122"/>
                <a:ea typeface="宋体" panose="02010600030101010101" pitchFamily="2" charset="-122"/>
                <a:sym typeface="+mn-ea"/>
              </a:rPr>
              <a:t>间距离</a:t>
            </a:r>
            <a:r>
              <a:rPr lang="zh-CN" altLang="en-US" sz="2300" b="1" kern="0">
                <a:latin typeface="宋体" panose="02010600030101010101" pitchFamily="2" charset="-122"/>
                <a:ea typeface="宋体" panose="02010600030101010101" pitchFamily="2" charset="-122"/>
                <a:sym typeface="+mn-ea"/>
              </a:rPr>
              <a:t>L的</a:t>
            </a:r>
            <a:r>
              <a:rPr lang="en-US" altLang="en-US" sz="2300" b="1" kern="0">
                <a:latin typeface="宋体" panose="02010600030101010101" pitchFamily="2" charset="-122"/>
                <a:ea typeface="宋体" panose="02010600030101010101" pitchFamily="2" charset="-122"/>
                <a:sym typeface="+mn-ea"/>
              </a:rPr>
              <a:t>关系为</a:t>
            </a:r>
            <a:r>
              <a:rPr lang="en-US" altLang="en-US" sz="2300" b="1" kern="0">
                <a:solidFill>
                  <a:srgbClr val="00B0F0"/>
                </a:solidFill>
                <a:latin typeface="宋体" panose="02010600030101010101" pitchFamily="2" charset="-122"/>
                <a:ea typeface="宋体" panose="02010600030101010101" pitchFamily="2" charset="-122"/>
                <a:sym typeface="+mn-ea"/>
              </a:rPr>
              <a:t>r</a:t>
            </a:r>
            <a:r>
              <a:rPr lang="en-US" altLang="en-US" sz="2300" b="1" kern="0" baseline="-25000">
                <a:solidFill>
                  <a:srgbClr val="00B0F0"/>
                </a:solidFill>
                <a:latin typeface="宋体" panose="02010600030101010101" pitchFamily="2" charset="-122"/>
                <a:ea typeface="宋体" panose="02010600030101010101" pitchFamily="2" charset="-122"/>
                <a:sym typeface="+mn-ea"/>
              </a:rPr>
              <a:t>1</a:t>
            </a:r>
            <a:r>
              <a:rPr lang="en-US" altLang="en-US" sz="2300" b="1" kern="0">
                <a:solidFill>
                  <a:srgbClr val="00B0F0"/>
                </a:solidFill>
                <a:latin typeface="宋体" panose="02010600030101010101" pitchFamily="2" charset="-122"/>
                <a:ea typeface="宋体" panose="02010600030101010101" pitchFamily="2" charset="-122"/>
                <a:sym typeface="+mn-ea"/>
              </a:rPr>
              <a:t>＋r</a:t>
            </a:r>
            <a:r>
              <a:rPr lang="en-US" altLang="en-US" sz="2300" b="1" kern="0" baseline="-25000">
                <a:solidFill>
                  <a:srgbClr val="00B0F0"/>
                </a:solidFill>
                <a:latin typeface="宋体" panose="02010600030101010101" pitchFamily="2" charset="-122"/>
                <a:ea typeface="宋体" panose="02010600030101010101" pitchFamily="2" charset="-122"/>
                <a:sym typeface="+mn-ea"/>
              </a:rPr>
              <a:t>2</a:t>
            </a:r>
            <a:r>
              <a:rPr lang="en-US" altLang="en-US" sz="2300" b="1" kern="0">
                <a:solidFill>
                  <a:srgbClr val="00B0F0"/>
                </a:solidFill>
                <a:latin typeface="宋体" panose="02010600030101010101" pitchFamily="2" charset="-122"/>
                <a:ea typeface="宋体" panose="02010600030101010101" pitchFamily="2" charset="-122"/>
                <a:sym typeface="+mn-ea"/>
              </a:rPr>
              <a:t>＝L</a:t>
            </a:r>
            <a:endParaRPr lang="zh-CN" altLang="en-US" sz="2300" kern="0">
              <a:effectLst/>
              <a:latin typeface="+mn-ea"/>
              <a:cs typeface="江城圆体 400W" panose="020B0500000000000000" pitchFamily="34" charset="-122"/>
            </a:endParaRPr>
          </a:p>
        </p:txBody>
      </p:sp>
      <p:grpSp>
        <p:nvGrpSpPr>
          <p:cNvPr id="38929" name="组合 8"/>
          <p:cNvGrpSpPr/>
          <p:nvPr>
            <p:custDataLst>
              <p:tags r:id="rId14"/>
            </p:custDataLst>
          </p:nvPr>
        </p:nvGrpSpPr>
        <p:grpSpPr>
          <a:xfrm>
            <a:off x="8203565" y="1328420"/>
            <a:ext cx="2475865" cy="2296160"/>
            <a:chOff x="737" y="4037"/>
            <a:chExt cx="4918" cy="4720"/>
          </a:xfrm>
        </p:grpSpPr>
        <p:sp>
          <p:nvSpPr>
            <p:cNvPr id="38931" name="矩形 7184"/>
            <p:cNvSpPr/>
            <p:nvPr>
              <p:custDataLst>
                <p:tags r:id="rId15"/>
              </p:custDataLst>
            </p:nvPr>
          </p:nvSpPr>
          <p:spPr>
            <a:xfrm>
              <a:off x="2320" y="5703"/>
              <a:ext cx="685" cy="144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395" b="1" i="1"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rPr>
                <a:t>r</a:t>
              </a:r>
              <a:r>
                <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rPr>
                <a:t>1</a:t>
              </a:r>
              <a:endPar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endParaRPr>
            </a:p>
          </p:txBody>
        </p:sp>
        <p:sp>
          <p:nvSpPr>
            <p:cNvPr id="38932" name="矩形 7185"/>
            <p:cNvSpPr/>
            <p:nvPr>
              <p:custDataLst>
                <p:tags r:id="rId16"/>
              </p:custDataLst>
            </p:nvPr>
          </p:nvSpPr>
          <p:spPr>
            <a:xfrm>
              <a:off x="4158" y="5775"/>
              <a:ext cx="482" cy="1440"/>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395" b="1" i="1"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rPr>
                <a:t>r</a:t>
              </a:r>
              <a:r>
                <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rPr>
                <a:t>2</a:t>
              </a:r>
              <a:endPar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endParaRPr>
            </a:p>
          </p:txBody>
        </p:sp>
        <p:sp>
          <p:nvSpPr>
            <p:cNvPr id="38933" name="椭圆 41990"/>
            <p:cNvSpPr/>
            <p:nvPr>
              <p:custDataLst>
                <p:tags r:id="rId17"/>
              </p:custDataLst>
            </p:nvPr>
          </p:nvSpPr>
          <p:spPr>
            <a:xfrm>
              <a:off x="5232" y="6142"/>
              <a:ext cx="423" cy="425"/>
            </a:xfrm>
            <a:prstGeom prst="ellipse">
              <a:avLst/>
            </a:prstGeom>
            <a:gradFill rotWithShape="1">
              <a:gsLst>
                <a:gs pos="0">
                  <a:srgbClr val="FECF40"/>
                </a:gs>
                <a:gs pos="100000">
                  <a:srgbClr val="846C21"/>
                </a:gs>
              </a:gsLst>
              <a:path path="shape">
                <a:fillToRect l="50000" t="50000" r="50000" b="50000"/>
              </a:path>
            </a:gra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sp>
          <p:nvSpPr>
            <p:cNvPr id="38934" name="文本框 41992"/>
            <p:cNvSpPr txBox="1"/>
            <p:nvPr>
              <p:custDataLst>
                <p:tags r:id="rId18"/>
              </p:custDataLst>
            </p:nvPr>
          </p:nvSpPr>
          <p:spPr>
            <a:xfrm>
              <a:off x="4708" y="5527"/>
              <a:ext cx="664" cy="575"/>
            </a:xfrm>
            <a:prstGeom prst="rect">
              <a:avLst/>
            </a:prstGeom>
            <a:noFill/>
            <a:ln w="9525">
              <a:noFill/>
            </a:ln>
          </p:spPr>
          <p:txBody>
            <a:bodyPr lIns="0" tIns="0" rIns="0" bIns="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algn="just" eaLnBrk="1" hangingPunct="0"/>
              <a:r>
                <a:rPr lang="en-US" altLang="zh-CN" sz="2665" b="1" i="1" spc="0">
                  <a:solidFill>
                    <a:srgbClr val="3C02CC"/>
                  </a:solidFill>
                  <a:latin typeface="Times New Roman" panose="02020603050405020304" charset="0"/>
                  <a:ea typeface="黑体" panose="02010609060101010101" pitchFamily="49" charset="-122"/>
                </a:rPr>
                <a:t>m</a:t>
              </a:r>
              <a:r>
                <a:rPr lang="en-US" altLang="zh-CN" sz="2665" b="1" i="1" spc="0" baseline="-25000">
                  <a:solidFill>
                    <a:srgbClr val="3C02CC"/>
                  </a:solidFill>
                  <a:latin typeface="Times New Roman" panose="02020603050405020304" charset="0"/>
                  <a:ea typeface="黑体" panose="02010609060101010101" pitchFamily="49" charset="-122"/>
                </a:rPr>
                <a:t>2</a:t>
              </a:r>
              <a:endParaRPr lang="en-US" altLang="zh-CN" sz="2600" b="1">
                <a:solidFill>
                  <a:srgbClr val="3C02CC"/>
                </a:solidFill>
                <a:latin typeface="Times New Roman" panose="02020603050405020304" charset="0"/>
                <a:ea typeface="楷体_GB2312"/>
              </a:endParaRPr>
            </a:p>
          </p:txBody>
        </p:sp>
        <p:sp>
          <p:nvSpPr>
            <p:cNvPr id="38935" name="椭圆 41993"/>
            <p:cNvSpPr/>
            <p:nvPr>
              <p:custDataLst>
                <p:tags r:id="rId19"/>
              </p:custDataLst>
            </p:nvPr>
          </p:nvSpPr>
          <p:spPr>
            <a:xfrm>
              <a:off x="3015" y="6284"/>
              <a:ext cx="140" cy="140"/>
            </a:xfrm>
            <a:prstGeom prst="ellipse">
              <a:avLst/>
            </a:prstGeom>
            <a:solidFill>
              <a:srgbClr val="000000"/>
            </a:soli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cxnSp>
          <p:nvCxnSpPr>
            <p:cNvPr id="38936" name="直接连接符 41995"/>
            <p:cNvCxnSpPr/>
            <p:nvPr>
              <p:custDataLst>
                <p:tags r:id="rId20"/>
              </p:custDataLst>
            </p:nvPr>
          </p:nvCxnSpPr>
          <p:spPr>
            <a:xfrm flipH="1">
              <a:off x="5443" y="6619"/>
              <a:ext cx="0" cy="690"/>
            </a:xfrm>
            <a:prstGeom prst="line">
              <a:avLst/>
            </a:prstGeom>
            <a:noFill/>
            <a:ln w="28575">
              <a:solidFill>
                <a:srgbClr val="00B050"/>
              </a:solidFill>
              <a:miter lim="800000"/>
            </a:ln>
          </p:spPr>
        </p:cxnSp>
        <p:cxnSp>
          <p:nvCxnSpPr>
            <p:cNvPr id="38937" name="直接连接符 41996"/>
            <p:cNvCxnSpPr/>
            <p:nvPr>
              <p:custDataLst>
                <p:tags r:id="rId21"/>
              </p:custDataLst>
            </p:nvPr>
          </p:nvCxnSpPr>
          <p:spPr>
            <a:xfrm>
              <a:off x="3862" y="7118"/>
              <a:ext cx="1430" cy="1"/>
            </a:xfrm>
            <a:prstGeom prst="line">
              <a:avLst/>
            </a:prstGeom>
            <a:noFill/>
            <a:ln w="28575">
              <a:solidFill>
                <a:prstClr val="black"/>
              </a:solidFill>
              <a:miter lim="800000"/>
              <a:tailEnd type="triangle" w="lg"/>
            </a:ln>
          </p:spPr>
        </p:cxnSp>
        <p:cxnSp>
          <p:nvCxnSpPr>
            <p:cNvPr id="38938" name="直接连接符 41997"/>
            <p:cNvCxnSpPr/>
            <p:nvPr>
              <p:custDataLst>
                <p:tags r:id="rId22"/>
              </p:custDataLst>
            </p:nvPr>
          </p:nvCxnSpPr>
          <p:spPr>
            <a:xfrm flipH="1">
              <a:off x="1911" y="7119"/>
              <a:ext cx="1318" cy="1"/>
            </a:xfrm>
            <a:prstGeom prst="line">
              <a:avLst/>
            </a:prstGeom>
            <a:noFill/>
            <a:ln w="28575">
              <a:solidFill>
                <a:prstClr val="black"/>
              </a:solidFill>
              <a:miter lim="800000"/>
              <a:tailEnd type="triangle" w="lg"/>
            </a:ln>
          </p:spPr>
        </p:cxnSp>
        <p:grpSp>
          <p:nvGrpSpPr>
            <p:cNvPr id="38939" name="组合 3"/>
            <p:cNvGrpSpPr/>
            <p:nvPr>
              <p:custDataLst>
                <p:tags r:id="rId23"/>
              </p:custDataLst>
            </p:nvPr>
          </p:nvGrpSpPr>
          <p:grpSpPr>
            <a:xfrm>
              <a:off x="737" y="4037"/>
              <a:ext cx="4717" cy="4720"/>
              <a:chOff x="11075" y="5127"/>
              <a:chExt cx="4717" cy="4720"/>
            </a:xfrm>
          </p:grpSpPr>
          <p:sp>
            <p:nvSpPr>
              <p:cNvPr id="38940" name="椭圆 41989"/>
              <p:cNvSpPr/>
              <p:nvPr>
                <p:custDataLst>
                  <p:tags r:id="rId24"/>
                </p:custDataLst>
              </p:nvPr>
            </p:nvSpPr>
            <p:spPr>
              <a:xfrm>
                <a:off x="11912" y="7177"/>
                <a:ext cx="532" cy="532"/>
              </a:xfrm>
              <a:prstGeom prst="ellipse">
                <a:avLst/>
              </a:prstGeom>
              <a:gradFill rotWithShape="1">
                <a:gsLst>
                  <a:gs pos="0">
                    <a:srgbClr val="FE4444"/>
                  </a:gs>
                  <a:gs pos="100000">
                    <a:srgbClr val="832B2B"/>
                  </a:gs>
                </a:gsLst>
                <a:path path="shape">
                  <a:fillToRect l="50000" t="50000" r="50000" b="50000"/>
                </a:path>
              </a:gra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grpSp>
            <p:nvGrpSpPr>
              <p:cNvPr id="38941" name="组合 2"/>
              <p:cNvGrpSpPr/>
              <p:nvPr>
                <p:custDataLst>
                  <p:tags r:id="rId25"/>
                </p:custDataLst>
              </p:nvPr>
            </p:nvGrpSpPr>
            <p:grpSpPr>
              <a:xfrm>
                <a:off x="11075" y="5127"/>
                <a:ext cx="4717" cy="4720"/>
                <a:chOff x="11075" y="5127"/>
                <a:chExt cx="4717" cy="4720"/>
              </a:xfrm>
            </p:grpSpPr>
            <p:sp>
              <p:nvSpPr>
                <p:cNvPr id="38942" name="文本框 41991"/>
                <p:cNvSpPr txBox="1"/>
                <p:nvPr>
                  <p:custDataLst>
                    <p:tags r:id="rId26"/>
                  </p:custDataLst>
                </p:nvPr>
              </p:nvSpPr>
              <p:spPr>
                <a:xfrm>
                  <a:off x="11681" y="6617"/>
                  <a:ext cx="664" cy="577"/>
                </a:xfrm>
                <a:prstGeom prst="rect">
                  <a:avLst/>
                </a:prstGeom>
                <a:noFill/>
                <a:ln w="9525">
                  <a:noFill/>
                </a:ln>
              </p:spPr>
              <p:txBody>
                <a:bodyPr lIns="0" tIns="0" rIns="0" bIns="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algn="just" eaLnBrk="1" hangingPunct="0"/>
                  <a:r>
                    <a:rPr lang="en-US" altLang="zh-CN" sz="2665" b="1" i="1" spc="0">
                      <a:solidFill>
                        <a:srgbClr val="3C02CC"/>
                      </a:solidFill>
                      <a:latin typeface="Times New Roman" panose="02020603050405020304" charset="0"/>
                      <a:ea typeface="黑体" panose="02010609060101010101" pitchFamily="49" charset="-122"/>
                    </a:rPr>
                    <a:t>m</a:t>
                  </a:r>
                  <a:r>
                    <a:rPr lang="en-US" altLang="zh-CN" sz="2665" b="1" i="1" spc="0" baseline="-25000">
                      <a:solidFill>
                        <a:srgbClr val="3C02CC"/>
                      </a:solidFill>
                      <a:latin typeface="Times New Roman" panose="02020603050405020304" charset="0"/>
                      <a:ea typeface="黑体" panose="02010609060101010101" pitchFamily="49" charset="-122"/>
                    </a:rPr>
                    <a:t>1</a:t>
                  </a:r>
                  <a:endParaRPr lang="en-US" altLang="zh-CN" sz="2600" b="1">
                    <a:solidFill>
                      <a:srgbClr val="3C02CC"/>
                    </a:solidFill>
                    <a:latin typeface="Times New Roman" panose="02020603050405020304" charset="0"/>
                    <a:ea typeface="楷体_GB2312"/>
                  </a:endParaRPr>
                </a:p>
              </p:txBody>
            </p:sp>
            <p:cxnSp>
              <p:nvCxnSpPr>
                <p:cNvPr id="38943" name="直接连接符 41994"/>
                <p:cNvCxnSpPr/>
                <p:nvPr>
                  <p:custDataLst>
                    <p:tags r:id="rId27"/>
                  </p:custDataLst>
                </p:nvPr>
              </p:nvCxnSpPr>
              <p:spPr>
                <a:xfrm flipH="1">
                  <a:off x="12220" y="7740"/>
                  <a:ext cx="0" cy="690"/>
                </a:xfrm>
                <a:prstGeom prst="line">
                  <a:avLst/>
                </a:prstGeom>
                <a:noFill/>
                <a:ln w="28575">
                  <a:solidFill>
                    <a:srgbClr val="00B050"/>
                  </a:solidFill>
                  <a:miter lim="800000"/>
                </a:ln>
              </p:spPr>
            </p:cxnSp>
            <p:grpSp>
              <p:nvGrpSpPr>
                <p:cNvPr id="38944" name="组合 1"/>
                <p:cNvGrpSpPr/>
                <p:nvPr>
                  <p:custDataLst>
                    <p:tags r:id="rId28"/>
                  </p:custDataLst>
                </p:nvPr>
              </p:nvGrpSpPr>
              <p:grpSpPr>
                <a:xfrm>
                  <a:off x="11075" y="5127"/>
                  <a:ext cx="4717" cy="4720"/>
                  <a:chOff x="11075" y="5127"/>
                  <a:chExt cx="4717" cy="4720"/>
                </a:xfrm>
              </p:grpSpPr>
              <p:cxnSp>
                <p:nvCxnSpPr>
                  <p:cNvPr id="38945" name="直接连接符 41988"/>
                  <p:cNvCxnSpPr/>
                  <p:nvPr>
                    <p:custDataLst>
                      <p:tags r:id="rId29"/>
                    </p:custDataLst>
                  </p:nvPr>
                </p:nvCxnSpPr>
                <p:spPr>
                  <a:xfrm>
                    <a:off x="12345" y="7445"/>
                    <a:ext cx="3325" cy="0"/>
                  </a:xfrm>
                  <a:prstGeom prst="line">
                    <a:avLst/>
                  </a:prstGeom>
                  <a:noFill/>
                  <a:ln w="28575">
                    <a:solidFill>
                      <a:srgbClr val="0000FF"/>
                    </a:solidFill>
                    <a:miter lim="800000"/>
                  </a:ln>
                </p:spPr>
              </p:cxnSp>
              <p:sp>
                <p:nvSpPr>
                  <p:cNvPr id="38946" name="lxqdxt80"/>
                  <p:cNvSpPr txBox="1"/>
                  <p:nvPr>
                    <p:custDataLst>
                      <p:tags r:id="rId30"/>
                    </p:custDataLst>
                  </p:nvPr>
                </p:nvSpPr>
                <p:spPr>
                  <a:xfrm>
                    <a:off x="13763" y="7956"/>
                    <a:ext cx="437" cy="605"/>
                  </a:xfrm>
                  <a:prstGeom prst="rect">
                    <a:avLst/>
                  </a:prstGeom>
                  <a:noFill/>
                  <a:ln w="9525">
                    <a:noFill/>
                  </a:ln>
                </p:spPr>
                <p:txBody>
                  <a:bodyPr lIns="0" tIns="0" rIns="0" bIns="0"/>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665" b="1" i="0"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rPr>
                      <a:t>L</a:t>
                    </a:r>
                    <a:endParaRPr kumimoji="0" lang="en-US" altLang="zh-CN" sz="2665" b="1" i="0"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endParaRPr>
                  </a:p>
                </p:txBody>
              </p:sp>
              <p:sp>
                <p:nvSpPr>
                  <p:cNvPr id="38947" name="文本框 41999"/>
                  <p:cNvSpPr txBox="1"/>
                  <p:nvPr>
                    <p:custDataLst>
                      <p:tags r:id="rId31"/>
                    </p:custDataLst>
                  </p:nvPr>
                </p:nvSpPr>
                <p:spPr>
                  <a:xfrm>
                    <a:off x="13354" y="6870"/>
                    <a:ext cx="664" cy="575"/>
                  </a:xfrm>
                  <a:prstGeom prst="rect">
                    <a:avLst/>
                  </a:prstGeom>
                  <a:noFill/>
                  <a:ln w="9525">
                    <a:noFill/>
                  </a:ln>
                </p:spPr>
                <p:txBody>
                  <a:bodyPr lIns="0" tIns="0" rIns="0" bIns="0"/>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665" b="1" i="1"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rPr>
                      <a:t>o</a:t>
                    </a:r>
                    <a:endParaRPr kumimoji="0" lang="en-US" altLang="zh-CN" sz="2665" b="1" i="1"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endParaRPr>
                  </a:p>
                </p:txBody>
              </p:sp>
              <p:sp>
                <p:nvSpPr>
                  <p:cNvPr id="38948" name="椭圆 42000"/>
                  <p:cNvSpPr/>
                  <p:nvPr>
                    <p:custDataLst>
                      <p:tags r:id="rId32"/>
                    </p:custDataLst>
                  </p:nvPr>
                </p:nvSpPr>
                <p:spPr>
                  <a:xfrm>
                    <a:off x="12213" y="6230"/>
                    <a:ext cx="2420" cy="2425"/>
                  </a:xfrm>
                  <a:prstGeom prst="ellipse">
                    <a:avLst/>
                  </a:prstGeom>
                  <a:noFill/>
                  <a:ln w="28575">
                    <a:solidFill>
                      <a:srgbClr val="FFC000"/>
                    </a:solidFill>
                    <a:prstDash val="dash"/>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sp>
                <p:nvSpPr>
                  <p:cNvPr id="38949" name="椭圆 42001"/>
                  <p:cNvSpPr/>
                  <p:nvPr>
                    <p:custDataLst>
                      <p:tags r:id="rId33"/>
                    </p:custDataLst>
                  </p:nvPr>
                </p:nvSpPr>
                <p:spPr>
                  <a:xfrm>
                    <a:off x="11075" y="5127"/>
                    <a:ext cx="4717" cy="4720"/>
                  </a:xfrm>
                  <a:prstGeom prst="ellipse">
                    <a:avLst/>
                  </a:prstGeom>
                  <a:noFill/>
                  <a:ln w="28575">
                    <a:solidFill>
                      <a:srgbClr val="0000FF"/>
                    </a:solidFill>
                    <a:prstDash val="dash"/>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grpSp>
          </p:grpSp>
        </p:grpSp>
      </p:grpSp>
      <p:sp>
        <p:nvSpPr>
          <p:cNvPr id="8" name="文本框 7"/>
          <p:cNvSpPr txBox="1"/>
          <p:nvPr>
            <p:custDataLst>
              <p:tags r:id="rId34"/>
            </p:custDataLst>
          </p:nvPr>
        </p:nvSpPr>
        <p:spPr>
          <a:xfrm>
            <a:off x="4504690" y="1649730"/>
            <a:ext cx="3164840" cy="4204970"/>
          </a:xfrm>
          <a:prstGeom prst="rect">
            <a:avLst/>
          </a:prstGeom>
          <a:noFill/>
          <a:ln w="28575" cmpd="sng">
            <a:solidFill>
              <a:schemeClr val="accent1">
                <a:shade val="50000"/>
              </a:schemeClr>
            </a:solidFill>
            <a:prstDash val="lgDashDot"/>
          </a:ln>
        </p:spPr>
        <p:txBody>
          <a:bodyPr wrap="square" rtlCol="0"/>
          <a:lstStyle/>
          <a:p>
            <a:pPr>
              <a:lnSpc>
                <a:spcPct val="140000"/>
              </a:lnSpc>
            </a:pPr>
            <a:r>
              <a:rPr lang="en-US" altLang="zh-CN" sz="2300" b="1" kern="100">
                <a:solidFill>
                  <a:schemeClr val="accent2"/>
                </a:solidFill>
                <a:effectLst/>
                <a:uFillTx/>
                <a:latin typeface="微软雅黑" panose="020B0503020204020204" charset="-122"/>
                <a:ea typeface="微软雅黑" panose="020B0503020204020204" charset="-122"/>
                <a:cs typeface="微软雅黑" panose="020B0503020204020204" charset="-122"/>
              </a:rPr>
              <a:t>2</a:t>
            </a:r>
            <a:r>
              <a:rPr lang="zh-CN" altLang="en-US" sz="2300" b="1" kern="100">
                <a:solidFill>
                  <a:schemeClr val="accent2"/>
                </a:solidFill>
                <a:effectLst/>
                <a:uFillTx/>
                <a:latin typeface="微软雅黑" panose="020B0503020204020204" charset="-122"/>
                <a:ea typeface="微软雅黑" panose="020B0503020204020204" charset="-122"/>
                <a:cs typeface="微软雅黑" panose="020B0503020204020204" charset="-122"/>
              </a:rPr>
              <a:t>、双星规律</a:t>
            </a:r>
            <a:endParaRPr lang="zh-CN" altLang="en-US" sz="2300" b="1" kern="100">
              <a:solidFill>
                <a:schemeClr val="accent2"/>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1</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2</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3</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4</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对象 8202"/>
              <p:cNvSpPr txBox="1"/>
              <p:nvPr/>
            </p:nvSpPr>
            <p:spPr>
              <a:xfrm>
                <a:off x="5218113" y="2212340"/>
                <a:ext cx="2013585" cy="723900"/>
              </a:xfrm>
              <a:prstGeom prst="rect">
                <a:avLst/>
              </a:prstGeom>
              <a:noFill/>
              <a:ln w="12700" cmpd="sng">
                <a:noFill/>
                <a:prstDash val="solid"/>
                <a:miter lim="800000"/>
              </a:ln>
            </p:spPr>
            <p:txBody>
              <a:bodyPr>
                <a:normAutofit fontScale="85000" lnSpcReduction="10000"/>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p:sp>
            <p:nvSpPr>
              <p:cNvPr id="9" name="对象 8202"/>
              <p:cNvSpPr txBox="1">
                <a:spLocks noRot="1" noChangeAspect="1" noMove="1" noResize="1" noEditPoints="1" noAdjustHandles="1" noChangeArrowheads="1" noChangeShapeType="1" noTextEdit="1"/>
              </p:cNvSpPr>
              <p:nvPr/>
            </p:nvSpPr>
            <p:spPr>
              <a:xfrm>
                <a:off x="5218113" y="2212340"/>
                <a:ext cx="2013585" cy="723900"/>
              </a:xfrm>
              <a:prstGeom prst="rect">
                <a:avLst/>
              </a:prstGeom>
              <a:blipFill rotWithShape="1">
                <a:blip r:embed="rId35"/>
                <a:stretch>
                  <a:fillRect l="-16" r="16"/>
                </a:stretch>
              </a:blipFill>
              <a:ln w="12700" cmpd="sng">
                <a:noFill/>
                <a:prstDash val="solid"/>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973" name="对象 9222"/>
              <p:cNvSpPr txBox="1"/>
              <p:nvPr/>
            </p:nvSpPr>
            <p:spPr>
              <a:xfrm>
                <a:off x="5201920" y="3086100"/>
                <a:ext cx="2030095" cy="732790"/>
              </a:xfrm>
              <a:prstGeom prst="rect">
                <a:avLst/>
              </a:prstGeom>
              <a:noFill/>
              <a:ln w="12700" cmpd="sng">
                <a:noFill/>
                <a:prstDash val="solid"/>
                <a:miter lim="800000"/>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3</m:t>
                              </m:r>
                            </m:sup>
                          </m:sSup>
                        </m:num>
                        <m:den>
                          <m:r>
                            <a:rPr lang="zh-CN" altLang="en-US" i="1">
                              <a:solidFill>
                                <a:srgbClr val="000000"/>
                              </a:solidFill>
                              <a:latin typeface="Cambria Math" panose="02040503050406030204" pitchFamily="18" charset="0"/>
                            </a:rPr>
                            <m:t>𝐺</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𝑇</m:t>
                              </m:r>
                            </m:e>
                            <m:sup>
                              <m:r>
                                <a:rPr lang="zh-CN" altLang="en-US" i="1">
                                  <a:solidFill>
                                    <a:srgbClr val="000000"/>
                                  </a:solidFill>
                                  <a:latin typeface="Cambria Math" panose="02040503050406030204" pitchFamily="18" charset="0"/>
                                </a:rPr>
                                <m:t>2</m:t>
                              </m:r>
                            </m:sup>
                          </m:sSup>
                        </m:den>
                      </m:f>
                    </m:oMath>
                  </m:oMathPara>
                </a14:m>
                <a:endParaRPr lang="zh-CN" altLang="en-US"/>
              </a:p>
            </p:txBody>
          </p:sp>
        </mc:Choice>
        <mc:Fallback>
          <p:sp>
            <p:nvSpPr>
              <p:cNvPr id="40973" name="对象 9222"/>
              <p:cNvSpPr txBox="1">
                <a:spLocks noRot="1" noChangeAspect="1" noMove="1" noResize="1" noEditPoints="1" noAdjustHandles="1" noChangeArrowheads="1" noChangeShapeType="1" noTextEdit="1"/>
              </p:cNvSpPr>
              <p:nvPr/>
            </p:nvSpPr>
            <p:spPr>
              <a:xfrm>
                <a:off x="5201920" y="3086100"/>
                <a:ext cx="2030095" cy="732790"/>
              </a:xfrm>
              <a:prstGeom prst="rect">
                <a:avLst/>
              </a:prstGeom>
              <a:blipFill rotWithShape="1">
                <a:blip r:embed="rId36"/>
                <a:stretch>
                  <a:fillRect/>
                </a:stretch>
              </a:blipFill>
              <a:ln w="12700" cmpd="sng">
                <a:noFill/>
                <a:prstDash val="solid"/>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custDataLst>
                  <p:tags r:id="rId37"/>
                </p:custDataLst>
              </p:nvPr>
            </p:nvSpPr>
            <p:spPr>
              <a:xfrm>
                <a:off x="4824095" y="3588385"/>
                <a:ext cx="2649855" cy="1113155"/>
              </a:xfrm>
              <a:prstGeom prst="rect">
                <a:avLst/>
              </a:prstGeom>
              <a:noFill/>
              <a:ln w="12700" cmpd="sng">
                <a:noFill/>
                <a:prstDash val="solid"/>
              </a:ln>
            </p:spPr>
            <p:txBody>
              <a:bodyPr wrap="square" rtlCol="0">
                <a:no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000" b="1">
                          <a:latin typeface="Cambria Math" panose="02040503050406030204" pitchFamily="18" charset="0"/>
                          <a:ea typeface="宋体" panose="02010600030101010101" pitchFamily="2" charset="-122"/>
                        </a:rPr>
                        <m:t>    </m:t>
                      </m:r>
                      <m:r>
                        <a:rPr lang="zh-CN" altLang="en-US" sz="2000" b="1">
                          <a:latin typeface="Cambria Math" panose="02040503050406030204" pitchFamily="18" charset="0"/>
                          <a:ea typeface="宋体" panose="02010600030101010101" pitchFamily="2" charset="-122"/>
                        </a:rPr>
                        <m:t>𝛚</m:t>
                      </m:r>
                      <m:r>
                        <a:rPr lang="zh-CN" altLang="en-US" sz="2000" b="1">
                          <a:latin typeface="Cambria Math" panose="02040503050406030204" pitchFamily="18" charset="0"/>
                          <a:ea typeface="宋体" panose="02010600030101010101" pitchFamily="2" charset="-122"/>
                        </a:rPr>
                        <m:t>=</m:t>
                      </m:r>
                      <m:rad>
                        <m:radPr>
                          <m:degHide m:val="on"/>
                          <m:ctrlPr>
                            <a:rPr lang="zh-CN" altLang="en-US" sz="2000" b="1" i="1">
                              <a:latin typeface="Cambria Math" panose="02040503050406030204" pitchFamily="18" charset="0"/>
                              <a:ea typeface="宋体" panose="02010600030101010101" pitchFamily="2" charset="-122"/>
                            </a:rPr>
                          </m:ctrlPr>
                        </m:radPr>
                        <m:deg/>
                        <m:e>
                          <m:f>
                            <m:fPr>
                              <m:ctrlPr>
                                <a:rPr lang="zh-CN" altLang="en-US" sz="2000" b="1" i="1">
                                  <a:latin typeface="Cambria Math" panose="02040503050406030204" pitchFamily="18" charset="0"/>
                                  <a:ea typeface="宋体" panose="02010600030101010101" pitchFamily="2" charset="-122"/>
                                </a:rPr>
                              </m:ctrlPr>
                            </m:fPr>
                            <m:num>
                              <m:r>
                                <a:rPr lang="zh-CN" altLang="en-US" sz="2000" b="1">
                                  <a:latin typeface="Cambria Math" panose="02040503050406030204" pitchFamily="18" charset="0"/>
                                  <a:ea typeface="宋体" panose="02010600030101010101" pitchFamily="2" charset="-122"/>
                                </a:rPr>
                                <m:t>𝐆</m:t>
                              </m:r>
                              <m:r>
                                <a:rPr lang="zh-CN" altLang="en-US" sz="2000" b="1">
                                  <a:latin typeface="Cambria Math" panose="02040503050406030204" pitchFamily="18" charset="0"/>
                                  <a:ea typeface="宋体" panose="02010600030101010101" pitchFamily="2" charset="-122"/>
                                </a:rPr>
                                <m:t>(</m:t>
                              </m:r>
                              <m:sSub>
                                <m:sSubPr>
                                  <m:ctrlPr>
                                    <a:rPr lang="zh-CN" altLang="en-US" sz="2000" b="1" i="1">
                                      <a:latin typeface="Cambria Math" panose="02040503050406030204" pitchFamily="18" charset="0"/>
                                      <a:ea typeface="宋体" panose="02010600030101010101" pitchFamily="2" charset="-122"/>
                                    </a:rPr>
                                  </m:ctrlPr>
                                </m:sSubPr>
                                <m:e>
                                  <m:r>
                                    <a:rPr lang="zh-CN" altLang="en-US" sz="2000" b="1">
                                      <a:latin typeface="Cambria Math" panose="02040503050406030204" pitchFamily="18" charset="0"/>
                                      <a:ea typeface="宋体" panose="02010600030101010101" pitchFamily="2" charset="-122"/>
                                    </a:rPr>
                                    <m:t>𝐦</m:t>
                                  </m:r>
                                </m:e>
                                <m:sub>
                                  <m:r>
                                    <a:rPr lang="zh-CN" altLang="en-US" sz="2000" b="1">
                                      <a:latin typeface="Cambria Math" panose="02040503050406030204" pitchFamily="18" charset="0"/>
                                      <a:ea typeface="宋体" panose="02010600030101010101" pitchFamily="2" charset="-122"/>
                                    </a:rPr>
                                    <m:t>𝟏</m:t>
                                  </m:r>
                                </m:sub>
                              </m:sSub>
                              <m:r>
                                <a:rPr lang="zh-CN" altLang="en-US" sz="2000" b="1">
                                  <a:latin typeface="Cambria Math" panose="02040503050406030204" pitchFamily="18" charset="0"/>
                                  <a:ea typeface="宋体" panose="02010600030101010101" pitchFamily="2" charset="-122"/>
                                </a:rPr>
                                <m:t>+</m:t>
                              </m:r>
                              <m:sSub>
                                <m:sSubPr>
                                  <m:ctrlPr>
                                    <a:rPr lang="zh-CN" altLang="en-US" sz="2000" b="1" i="1">
                                      <a:latin typeface="Cambria Math" panose="02040503050406030204" pitchFamily="18" charset="0"/>
                                      <a:ea typeface="宋体" panose="02010600030101010101" pitchFamily="2" charset="-122"/>
                                    </a:rPr>
                                  </m:ctrlPr>
                                </m:sSubPr>
                                <m:e>
                                  <m:r>
                                    <a:rPr lang="zh-CN" altLang="en-US" sz="2000" b="1">
                                      <a:latin typeface="Cambria Math" panose="02040503050406030204" pitchFamily="18" charset="0"/>
                                      <a:ea typeface="宋体" panose="02010600030101010101" pitchFamily="2" charset="-122"/>
                                    </a:rPr>
                                    <m:t>𝐦</m:t>
                                  </m:r>
                                </m:e>
                                <m:sub>
                                  <m:r>
                                    <a:rPr lang="zh-CN" altLang="en-US" sz="2000" b="1">
                                      <a:latin typeface="Cambria Math" panose="02040503050406030204" pitchFamily="18" charset="0"/>
                                      <a:ea typeface="宋体" panose="02010600030101010101" pitchFamily="2" charset="-122"/>
                                    </a:rPr>
                                    <m:t>𝟐</m:t>
                                  </m:r>
                                </m:sub>
                              </m:sSub>
                              <m:r>
                                <a:rPr lang="zh-CN" altLang="en-US" sz="2000" b="1">
                                  <a:latin typeface="Cambria Math" panose="02040503050406030204" pitchFamily="18" charset="0"/>
                                  <a:ea typeface="宋体" panose="02010600030101010101" pitchFamily="2" charset="-122"/>
                                </a:rPr>
                                <m:t>)</m:t>
                              </m:r>
                            </m:num>
                            <m:den>
                              <m:sSup>
                                <m:sSupPr>
                                  <m:ctrlPr>
                                    <a:rPr lang="zh-CN" altLang="en-US" sz="2000" b="1"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1" i="1">
                                      <a:latin typeface="Cambria Math" panose="02040503050406030204" pitchFamily="18" charset="0"/>
                                      <a:ea typeface="宋体" panose="02010600030101010101" pitchFamily="2" charset="-122"/>
                                      <a:cs typeface="Cambria Math" panose="02040503050406030204" pitchFamily="18" charset="0"/>
                                    </a:rPr>
                                    <m:t>𝑳</m:t>
                                  </m:r>
                                </m:e>
                                <m:sup>
                                  <m:r>
                                    <a:rPr lang="en-US" altLang="zh-CN" sz="2000" b="1" i="1">
                                      <a:latin typeface="Cambria Math" panose="02040503050406030204" pitchFamily="18" charset="0"/>
                                      <a:ea typeface="宋体" panose="02010600030101010101" pitchFamily="2" charset="-122"/>
                                      <a:cs typeface="Cambria Math" panose="02040503050406030204" pitchFamily="18" charset="0"/>
                                    </a:rPr>
                                    <m:t>𝟑</m:t>
                                  </m:r>
                                </m:sup>
                              </m:sSup>
                            </m:den>
                          </m:f>
                        </m:e>
                      </m:rad>
                    </m:oMath>
                  </m:oMathPara>
                </a14:m>
                <a:endParaRPr lang="en-US" altLang="zh-CN" sz="2000" b="1" i="1">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custDataLst>
                  <p:tags r:id="rId38"/>
                </p:custDataLst>
              </p:nvPr>
            </p:nvSpPr>
            <p:spPr>
              <a:xfrm>
                <a:off x="4824095" y="3588385"/>
                <a:ext cx="2649855" cy="1113155"/>
              </a:xfrm>
              <a:prstGeom prst="rect">
                <a:avLst/>
              </a:prstGeom>
              <a:blipFill rotWithShape="1">
                <a:blip r:embed="rId39"/>
                <a:stretch>
                  <a:fillRect b="-16771"/>
                </a:stretch>
              </a:blipFill>
              <a:ln w="12700" cmpd="sng">
                <a:noFill/>
                <a:prstDash val="soli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custDataLst>
                  <p:tags r:id="rId40"/>
                </p:custDataLst>
              </p:nvPr>
            </p:nvSpPr>
            <p:spPr>
              <a:xfrm>
                <a:off x="4669790" y="4620895"/>
                <a:ext cx="3225800" cy="1773555"/>
              </a:xfrm>
              <a:prstGeom prst="rect">
                <a:avLst/>
              </a:prstGeom>
              <a:noFill/>
              <a:ln>
                <a:noFill/>
              </a:ln>
            </p:spPr>
            <p:txBody>
              <a:bodyPr wrap="none" rtlCol="0" anchor="t">
                <a:noAutofit/>
              </a:bodyPr>
              <a:lstStyle/>
              <a:p>
                <a:pPr algn="l">
                  <a:lnSpc>
                    <a:spcPct val="140000"/>
                  </a:lnSpc>
                </a:pPr>
                <a14:m>
                  <m:oMathPara xmlns:m="http://schemas.openxmlformats.org/officeDocument/2006/math">
                    <m:oMathParaPr>
                      <m:jc m:val="center"/>
                    </m:oMathParaPr>
                    <m:oMath xmlns:m="http://schemas.openxmlformats.org/officeDocument/2006/math">
                      <m:r>
                        <a:rPr lang="zh-CN" altLang="en-US" b="1">
                          <a:latin typeface="Cambria Math" panose="02040503050406030204" pitchFamily="18" charset="0"/>
                          <a:ea typeface="宋体" panose="02010600030101010101" pitchFamily="2" charset="-122"/>
                        </a:rPr>
                        <m:t>𝐓</m:t>
                      </m:r>
                      <m:r>
                        <a:rPr lang="zh-CN" altLang="en-US" b="1">
                          <a:latin typeface="Cambria Math" panose="02040503050406030204" pitchFamily="18" charset="0"/>
                          <a:ea typeface="宋体" panose="02010600030101010101" pitchFamily="2" charset="-122"/>
                        </a:rPr>
                        <m:t>=</m:t>
                      </m:r>
                      <m:r>
                        <a:rPr lang="zh-CN" altLang="en-US" b="1">
                          <a:latin typeface="Cambria Math" panose="02040503050406030204" pitchFamily="18" charset="0"/>
                          <a:ea typeface="宋体" panose="02010600030101010101" pitchFamily="2" charset="-122"/>
                        </a:rPr>
                        <m:t>𝟐</m:t>
                      </m:r>
                      <m:r>
                        <a:rPr lang="zh-CN" altLang="en-US" b="1">
                          <a:latin typeface="Cambria Math" panose="02040503050406030204" pitchFamily="18" charset="0"/>
                          <a:ea typeface="宋体" panose="02010600030101010101" pitchFamily="2" charset="-122"/>
                        </a:rPr>
                        <m:t>𝛑</m:t>
                      </m:r>
                      <m:rad>
                        <m:radPr>
                          <m:degHide m:val="on"/>
                          <m:ctrlPr>
                            <a:rPr lang="zh-CN" altLang="en-US" b="1" i="1">
                              <a:latin typeface="Cambria Math" panose="02040503050406030204" pitchFamily="18" charset="0"/>
                              <a:ea typeface="宋体" panose="02010600030101010101" pitchFamily="2" charset="-122"/>
                            </a:rPr>
                          </m:ctrlPr>
                        </m:radPr>
                        <m:deg/>
                        <m:e>
                          <m:f>
                            <m:fPr>
                              <m:ctrlPr>
                                <a:rPr lang="zh-CN" altLang="en-US" b="1" i="1">
                                  <a:latin typeface="Cambria Math" panose="02040503050406030204" pitchFamily="18" charset="0"/>
                                  <a:ea typeface="宋体" panose="02010600030101010101" pitchFamily="2" charset="-122"/>
                                </a:rPr>
                              </m:ctrlPr>
                            </m:fPr>
                            <m:num>
                              <m:sSup>
                                <m:sSupPr>
                                  <m:ctrlPr>
                                    <a:rPr lang="zh-CN" altLang="en-US" b="1" i="1">
                                      <a:latin typeface="Cambria Math" panose="02040503050406030204" pitchFamily="18" charset="0"/>
                                      <a:ea typeface="宋体" panose="02010600030101010101" pitchFamily="2" charset="-122"/>
                                    </a:rPr>
                                  </m:ctrlPr>
                                </m:sSupPr>
                                <m:e>
                                  <m:r>
                                    <a:rPr lang="zh-CN" altLang="en-US" b="1">
                                      <a:latin typeface="Cambria Math" panose="02040503050406030204" pitchFamily="18" charset="0"/>
                                      <a:ea typeface="宋体" panose="02010600030101010101" pitchFamily="2" charset="-122"/>
                                    </a:rPr>
                                    <m:t>𝐋</m:t>
                                  </m:r>
                                </m:e>
                                <m:sup>
                                  <m:r>
                                    <a:rPr lang="zh-CN" altLang="en-US" b="1">
                                      <a:latin typeface="Cambria Math" panose="02040503050406030204" pitchFamily="18" charset="0"/>
                                      <a:ea typeface="宋体" panose="02010600030101010101" pitchFamily="2" charset="-122"/>
                                    </a:rPr>
                                    <m:t>𝟑</m:t>
                                  </m:r>
                                </m:sup>
                              </m:sSup>
                            </m:num>
                            <m:den>
                              <m:r>
                                <a:rPr lang="zh-CN" altLang="en-US" b="1">
                                  <a:latin typeface="Cambria Math" panose="02040503050406030204" pitchFamily="18" charset="0"/>
                                  <a:ea typeface="宋体" panose="02010600030101010101" pitchFamily="2" charset="-122"/>
                                </a:rPr>
                                <m:t>𝐆</m:t>
                              </m:r>
                              <m:r>
                                <a:rPr lang="zh-CN" altLang="en-US" b="1">
                                  <a:latin typeface="Cambria Math" panose="02040503050406030204" pitchFamily="18" charset="0"/>
                                  <a:ea typeface="宋体" panose="02010600030101010101" pitchFamily="2" charset="-122"/>
                                </a:rPr>
                                <m:t>(</m:t>
                              </m:r>
                              <m:sSub>
                                <m:sSubPr>
                                  <m:ctrlPr>
                                    <a:rPr lang="zh-CN" altLang="en-US" b="1" i="1">
                                      <a:latin typeface="Cambria Math" panose="02040503050406030204" pitchFamily="18" charset="0"/>
                                      <a:ea typeface="宋体" panose="02010600030101010101" pitchFamily="2" charset="-122"/>
                                    </a:rPr>
                                  </m:ctrlPr>
                                </m:sSubPr>
                                <m:e>
                                  <m:r>
                                    <a:rPr lang="zh-CN" altLang="en-US" b="1">
                                      <a:latin typeface="Cambria Math" panose="02040503050406030204" pitchFamily="18" charset="0"/>
                                      <a:ea typeface="宋体" panose="02010600030101010101" pitchFamily="2" charset="-122"/>
                                    </a:rPr>
                                    <m:t>𝐦</m:t>
                                  </m:r>
                                </m:e>
                                <m:sub>
                                  <m:r>
                                    <a:rPr lang="zh-CN" altLang="en-US" b="1">
                                      <a:latin typeface="Cambria Math" panose="02040503050406030204" pitchFamily="18" charset="0"/>
                                      <a:ea typeface="宋体" panose="02010600030101010101" pitchFamily="2" charset="-122"/>
                                    </a:rPr>
                                    <m:t>𝟏</m:t>
                                  </m:r>
                                </m:sub>
                              </m:sSub>
                              <m:r>
                                <a:rPr lang="zh-CN" altLang="en-US" b="1">
                                  <a:latin typeface="Cambria Math" panose="02040503050406030204" pitchFamily="18" charset="0"/>
                                  <a:ea typeface="宋体" panose="02010600030101010101" pitchFamily="2" charset="-122"/>
                                </a:rPr>
                                <m:t>+</m:t>
                              </m:r>
                              <m:sSub>
                                <m:sSubPr>
                                  <m:ctrlPr>
                                    <a:rPr lang="zh-CN" altLang="en-US" b="1" i="1">
                                      <a:latin typeface="Cambria Math" panose="02040503050406030204" pitchFamily="18" charset="0"/>
                                      <a:ea typeface="宋体" panose="02010600030101010101" pitchFamily="2" charset="-122"/>
                                    </a:rPr>
                                  </m:ctrlPr>
                                </m:sSubPr>
                                <m:e>
                                  <m:r>
                                    <a:rPr lang="zh-CN" altLang="en-US" b="1">
                                      <a:latin typeface="Cambria Math" panose="02040503050406030204" pitchFamily="18" charset="0"/>
                                      <a:ea typeface="宋体" panose="02010600030101010101" pitchFamily="2" charset="-122"/>
                                    </a:rPr>
                                    <m:t>𝐦</m:t>
                                  </m:r>
                                </m:e>
                                <m:sub>
                                  <m:r>
                                    <a:rPr lang="zh-CN" altLang="en-US" b="1">
                                      <a:latin typeface="Cambria Math" panose="02040503050406030204" pitchFamily="18" charset="0"/>
                                      <a:ea typeface="宋体" panose="02010600030101010101" pitchFamily="2" charset="-122"/>
                                    </a:rPr>
                                    <m:t>𝟐</m:t>
                                  </m:r>
                                </m:sub>
                              </m:sSub>
                              <m:r>
                                <a:rPr lang="zh-CN" altLang="en-US" b="1">
                                  <a:latin typeface="Cambria Math" panose="02040503050406030204" pitchFamily="18" charset="0"/>
                                  <a:ea typeface="宋体" panose="02010600030101010101" pitchFamily="2" charset="-122"/>
                                </a:rPr>
                                <m:t>)</m:t>
                              </m:r>
                            </m:den>
                          </m:f>
                        </m:e>
                      </m:rad>
                    </m:oMath>
                  </m:oMathPara>
                </a14:m>
                <a:endParaRPr lang="zh-CN" altLang="en-US" b="1" kern="100">
                  <a:effectLst/>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16" name="文本框 15"/>
              <p:cNvSpPr txBox="1">
                <a:spLocks noRot="1" noChangeAspect="1" noMove="1" noResize="1" noEditPoints="1" noAdjustHandles="1" noChangeArrowheads="1" noChangeShapeType="1" noTextEdit="1"/>
              </p:cNvSpPr>
              <p:nvPr>
                <p:custDataLst>
                  <p:tags r:id="rId41"/>
                </p:custDataLst>
              </p:nvPr>
            </p:nvSpPr>
            <p:spPr>
              <a:xfrm>
                <a:off x="4669790" y="4620895"/>
                <a:ext cx="3225800" cy="1773555"/>
              </a:xfrm>
              <a:prstGeom prst="rect">
                <a:avLst/>
              </a:prstGeom>
              <a:blipFill rotWithShape="1">
                <a:blip r:embed="rId42"/>
                <a:stretch>
                  <a:fillRect/>
                </a:stretch>
              </a:blipFill>
              <a:ln>
                <a:noFill/>
              </a:ln>
            </p:spPr>
            <p:txBody>
              <a:bodyPr/>
              <a:lstStyle/>
              <a:p>
                <a:r>
                  <a:rPr lang="zh-CN" altLang="en-US">
                    <a:noFill/>
                  </a:rPr>
                  <a:t> </a:t>
                </a:r>
              </a:p>
            </p:txBody>
          </p:sp>
        </mc:Fallback>
      </mc:AlternateContent>
    </p:spTree>
    <p:custDataLst>
      <p:tags r:id="rId43"/>
    </p:custDataLst>
  </p:cSld>
  <p:clrMapOvr>
    <a:masterClrMapping/>
  </p:clrMapOvr>
  <p:transition spd="slow">
    <p:comb/>
  </p:transition>
</p:sld>
</file>

<file path=ppt/tags/tag1.xml><?xml version="1.0" encoding="utf-8"?>
<p:tagLst xmlns:p="http://schemas.openxmlformats.org/presentationml/2006/main">
  <p:tag name="AS_UNIQUEID" val="2498"/>
  <p:tag name="KSO_WM_BEAUTIFY_FLAG" val="#wm#"/>
  <p:tag name="KSO_WM_TAG_VERSION" val="3.0"/>
  <p:tag name="KSO_WM_UNIT_COMPATIBLE" val="0"/>
  <p:tag name="KSO_WM_UNIT_DIAGRAM_ISNUMVISUAL" val="0"/>
  <p:tag name="KSO_WM_UNIT_DIAGRAM_ISREFERUNIT" val="0"/>
  <p:tag name="KSO_WM_UNIT_HIGHLIGHT" val="0"/>
  <p:tag name="KSO_WM_UNIT_ID" val="_1*i*1"/>
  <p:tag name="KSO_WM_UNIT_INDEX" val="1"/>
  <p:tag name="KSO_WM_UNIT_ISNUMDGMTITLE" val="0"/>
  <p:tag name="KSO_WM_UNIT_LAYERLEVEL" val="1"/>
  <p:tag name="KSO_WM_UNIT_NOCLEAR" val="0"/>
  <p:tag name="KSO_WM_UNIT_TYPE" val="i"/>
</p:tagLst>
</file>

<file path=ppt/tags/tag2.xml><?xml version="1.0" encoding="utf-8"?>
<p:tagLst xmlns:p="http://schemas.openxmlformats.org/presentationml/2006/main">
  <p:tag name="AS_UNIQUEID" val="2499"/>
  <p:tag name="KSO_WM_BEAUTIFY_FLAG" val="#wm#"/>
  <p:tag name="KSO_WM_TAG_VERSION" val="3.0"/>
  <p:tag name="KSO_WM_UNIT_COMPATIBLE" val="0"/>
  <p:tag name="KSO_WM_UNIT_DIAGRAM_ISNUMVISUAL" val="0"/>
  <p:tag name="KSO_WM_UNIT_DIAGRAM_ISREFERUNIT" val="0"/>
  <p:tag name="KSO_WM_UNIT_HIGHLIGHT" val="0"/>
  <p:tag name="KSO_WM_UNIT_ID" val="_1*i*2"/>
  <p:tag name="KSO_WM_UNIT_INDEX" val="2"/>
  <p:tag name="KSO_WM_UNIT_ISNUMDGMTITLE" val="0"/>
  <p:tag name="KSO_WM_UNIT_LAYERLEVEL" val="1"/>
  <p:tag name="KSO_WM_UNIT_NOCLEAR" val="0"/>
  <p:tag name="KSO_WM_UNIT_TYPE" val="i"/>
</p:tagLst>
</file>

<file path=ppt/tags/tag3.xml><?xml version="1.0" encoding="utf-8"?>
<p:tagLst xmlns:p="http://schemas.openxmlformats.org/presentationml/2006/main">
  <p:tag name="AS_UNIQUEID" val="2500"/>
  <p:tag name="KSO_WM_BEAUTIFY_FLAG" val="#wm#"/>
  <p:tag name="KSO_WM_TAG_VERSION" val="3.0"/>
  <p:tag name="KSO_WM_UNIT_COMPATIBLE" val="0"/>
  <p:tag name="KSO_WM_UNIT_DIAGRAM_ISNUMVISUAL" val="0"/>
  <p:tag name="KSO_WM_UNIT_DIAGRAM_ISREFERUNIT" val="0"/>
  <p:tag name="KSO_WM_UNIT_HIGHLIGHT" val="0"/>
  <p:tag name="KSO_WM_UNIT_ID" val="_1*i*8"/>
  <p:tag name="KSO_WM_UNIT_INDEX" val="8"/>
  <p:tag name="KSO_WM_UNIT_ISNUMDGMTITLE" val="0"/>
  <p:tag name="KSO_WM_UNIT_LAYERLEVEL" val="1"/>
  <p:tag name="KSO_WM_UNIT_NOCLEAR" val="0"/>
  <p:tag name="KSO_WM_UNIT_TYPE" val="i"/>
</p:tagLst>
</file>

<file path=ppt/tags/tag4.xml><?xml version="1.0" encoding="utf-8"?>
<p:tagLst xmlns:p="http://schemas.openxmlformats.org/presentationml/2006/main">
  <p:tag name="AS_UNIQUEID" val="2501"/>
  <p:tag name="KSO_WM_BEAUTIFY_FLAG" val="#wm#"/>
  <p:tag name="KSO_WM_TAG_VERSION" val="3.0"/>
  <p:tag name="KSO_WM_UNIT_COMPATIBLE" val="0"/>
  <p:tag name="KSO_WM_UNIT_DIAGRAM_ISNUMVISUAL" val="0"/>
  <p:tag name="KSO_WM_UNIT_DIAGRAM_ISREFERUNIT" val="0"/>
  <p:tag name="KSO_WM_UNIT_HIGHLIGHT" val="0"/>
  <p:tag name="KSO_WM_UNIT_ID" val="_1*i*6"/>
  <p:tag name="KSO_WM_UNIT_INDEX" val="6"/>
  <p:tag name="KSO_WM_UNIT_ISNUMDGMTITLE" val="0"/>
  <p:tag name="KSO_WM_UNIT_LAYERLEVEL" val="1"/>
  <p:tag name="KSO_WM_UNIT_NOCLEAR" val="0"/>
  <p:tag name="KSO_WM_UNIT_TYPE" val="i"/>
</p:tagLst>
</file>

<file path=ppt/tags/tag5.xml><?xml version="1.0" encoding="utf-8"?>
<p:tagLst xmlns:p="http://schemas.openxmlformats.org/presentationml/2006/main">
  <p:tag name="AS_UNIQUEID" val="2502"/>
  <p:tag name="KSO_WM_BEAUTIFY_FLAG" val="#wm#"/>
  <p:tag name="KSO_WM_TAG_VERSION" val="3.0"/>
  <p:tag name="KSO_WM_UNIT_COMPATIBLE" val="0"/>
  <p:tag name="KSO_WM_UNIT_DIAGRAM_ISNUMVISUAL" val="0"/>
  <p:tag name="KSO_WM_UNIT_DIAGRAM_ISREFERUNIT" val="0"/>
  <p:tag name="KSO_WM_UNIT_HIGHLIGHT" val="0"/>
  <p:tag name="KSO_WM_UNIT_ID" val="_1*i*10"/>
  <p:tag name="KSO_WM_UNIT_INDEX" val="10"/>
  <p:tag name="KSO_WM_UNIT_ISNUMDGMTITLE" val="0"/>
  <p:tag name="KSO_WM_UNIT_LAYERLEVEL" val="1"/>
  <p:tag name="KSO_WM_UNIT_NOCLEAR" val="0"/>
  <p:tag name="KSO_WM_UNIT_TYPE" val="i"/>
</p:tagLst>
</file>

<file path=ppt/tags/tag6.xml><?xml version="1.0" encoding="utf-8"?>
<p:tagLst xmlns:p="http://schemas.openxmlformats.org/presentationml/2006/main">
  <p:tag name="AS_UNIQUEID" val="2503"/>
  <p:tag name="KSO_WM_BEAUTIFY_FLAG" val="#wm#"/>
  <p:tag name="KSO_WM_TAG_VERSION" val="3.0"/>
  <p:tag name="KSO_WM_UNIT_COMPATIBLE" val="0"/>
  <p:tag name="KSO_WM_UNIT_DIAGRAM_ISNUMVISUAL" val="0"/>
  <p:tag name="KSO_WM_UNIT_DIAGRAM_ISREFERUNIT" val="0"/>
  <p:tag name="KSO_WM_UNIT_HIGHLIGHT" val="0"/>
  <p:tag name="KSO_WM_UNIT_ID" val="_1*i*9"/>
  <p:tag name="KSO_WM_UNIT_INDEX" val="9"/>
  <p:tag name="KSO_WM_UNIT_ISNUMDGMTITLE" val="0"/>
  <p:tag name="KSO_WM_UNIT_LAYERLEVEL" val="1"/>
  <p:tag name="KSO_WM_UNIT_NOCLEAR" val="0"/>
  <p:tag name="KSO_WM_UNIT_TYPE" val="i"/>
</p:tagLst>
</file>

<file path=ppt/tags/tag7.xml><?xml version="1.0" encoding="utf-8"?>
<p:tagLst xmlns:p="http://schemas.openxmlformats.org/presentationml/2006/main">
  <p:tag name="AS_UNIQUEID" val="2504"/>
  <p:tag name="KSO_WM_BEAUTIFY_FLAG" val="#wm#"/>
  <p:tag name="KSO_WM_TAG_VERSION" val="3.0"/>
  <p:tag name="KSO_WM_UNIT_COMPATIBLE" val="0"/>
  <p:tag name="KSO_WM_UNIT_DIAGRAM_ISNUMVISUAL" val="0"/>
  <p:tag name="KSO_WM_UNIT_DIAGRAM_ISREFERUNIT" val="0"/>
  <p:tag name="KSO_WM_UNIT_HIGHLIGHT" val="0"/>
  <p:tag name="KSO_WM_UNIT_ID" val="_1*i*7"/>
  <p:tag name="KSO_WM_UNIT_INDEX" val="7"/>
  <p:tag name="KSO_WM_UNIT_ISNUMDGMTITLE" val="0"/>
  <p:tag name="KSO_WM_UNIT_LAYERLEVEL" val="1"/>
  <p:tag name="KSO_WM_UNIT_NOCLEAR" val="0"/>
  <p:tag name="KSO_WM_UNIT_TYPE" val="i"/>
</p:tagLst>
</file>

<file path=ppt/tags/tag8.xml><?xml version="1.0" encoding="utf-8"?>
<p:tagLst xmlns:p="http://schemas.openxmlformats.org/presentationml/2006/main">
  <p:tag name="AS_UNIQUEID" val="2505"/>
  <p:tag name="KSO_WM_BEAUTIFY_FLAG" val="#wm#"/>
  <p:tag name="KSO_WM_TAG_VERSION" val="3.0"/>
  <p:tag name="KSO_WM_UNIT_COMPATIBLE" val="0"/>
  <p:tag name="KSO_WM_UNIT_DIAGRAM_ISNUMVISUAL" val="0"/>
  <p:tag name="KSO_WM_UNIT_DIAGRAM_ISREFERUNIT" val="0"/>
  <p:tag name="KSO_WM_UNIT_HIGHLIGHT" val="0"/>
  <p:tag name="KSO_WM_UNIT_ID" val="_1*i*3"/>
  <p:tag name="KSO_WM_UNIT_INDEX" val="3"/>
  <p:tag name="KSO_WM_UNIT_ISNUMDGMTITLE" val="0"/>
  <p:tag name="KSO_WM_UNIT_LAYERLEVEL" val="1"/>
  <p:tag name="KSO_WM_UNIT_NOCLEAR" val="0"/>
  <p:tag name="KSO_WM_UNIT_TYPE" val="i"/>
</p:tagLst>
</file>

<file path=ppt/tags/tag9.xml><?xml version="1.0" encoding="utf-8"?>
<p:tagLst xmlns:p="http://schemas.openxmlformats.org/presentationml/2006/main">
  <p:tag name="AS_UNIQUEID" val="2506"/>
  <p:tag name="KSO_WM_BEAUTIFY_FLAG" val="#wm#"/>
  <p:tag name="KSO_WM_TAG_VERSION" val="3.0"/>
  <p:tag name="KSO_WM_UNIT_COMPATIBLE" val="0"/>
  <p:tag name="KSO_WM_UNIT_DIAGRAM_ISNUMVISUAL" val="0"/>
  <p:tag name="KSO_WM_UNIT_DIAGRAM_ISREFERUNIT" val="0"/>
  <p:tag name="KSO_WM_UNIT_HIGHLIGHT" val="0"/>
  <p:tag name="KSO_WM_UNIT_ID" val="_1*i*4"/>
  <p:tag name="KSO_WM_UNIT_INDEX" val="4"/>
  <p:tag name="KSO_WM_UNIT_ISNUMDGMTITLE" val="0"/>
  <p:tag name="KSO_WM_UNIT_LAYERLEVEL" val="1"/>
  <p:tag name="KSO_WM_UNIT_NOCLEAR" val="0"/>
  <p:tag name="KSO_WM_UNIT_TYPE" val="i"/>
</p:tagLst>
</file>

<file path=ppt/tags/tag10.xml><?xml version="1.0" encoding="utf-8"?>
<p:tagLst xmlns:p="http://schemas.openxmlformats.org/presentationml/2006/main">
  <p:tag name="AS_UNIQUEID" val="2507"/>
  <p:tag name="KSO_WM_BEAUTIFY_FLAG" val="#wm#"/>
  <p:tag name="KSO_WM_TAG_VERSION" val="3.0"/>
  <p:tag name="KSO_WM_UNIT_COMPATIBLE" val="0"/>
  <p:tag name="KSO_WM_UNIT_DIAGRAM_ISNUMVISUAL" val="0"/>
  <p:tag name="KSO_WM_UNIT_DIAGRAM_ISREFERUNIT" val="0"/>
  <p:tag name="KSO_WM_UNIT_HIGHLIGHT" val="0"/>
  <p:tag name="KSO_WM_UNIT_ID" val="_1*i*5"/>
  <p:tag name="KSO_WM_UNIT_INDEX" val="5"/>
  <p:tag name="KSO_WM_UNIT_ISNUMDGMTITLE" val="0"/>
  <p:tag name="KSO_WM_UNIT_LAYERLEVEL" val="1"/>
  <p:tag name="KSO_WM_UNIT_NOCLEAR" val="0"/>
  <p:tag name="KSO_WM_UNIT_TYPE" val="i"/>
</p:tagLst>
</file>

<file path=ppt/tags/tag11.xml><?xml version="1.0" encoding="utf-8"?>
<p:tagLst xmlns:p="http://schemas.openxmlformats.org/presentationml/2006/main">
  <p:tag name="AS_UNIQUEID" val="2508"/>
  <p:tag name="KSO_WM_BEAUTIFY_FLAG" val="#wm#"/>
  <p:tag name="KSO_WM_TAG_VERSION" val="3.0"/>
  <p:tag name="KSO_WM_UNIT_COMPATIBLE" val="0"/>
  <p:tag name="KSO_WM_UNIT_DIAGRAM_ISNUMVISUAL" val="0"/>
  <p:tag name="KSO_WM_UNIT_DIAGRAM_ISREFERUNIT" val="0"/>
  <p:tag name="KSO_WM_UNIT_HIGHLIGHT" val="0"/>
  <p:tag name="KSO_WM_UNIT_ID" val="_1*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4"/>
</p:tagLst>
</file>

<file path=ppt/tags/tag12.xml><?xml version="1.0" encoding="utf-8"?>
<p:tagLst xmlns:p="http://schemas.openxmlformats.org/presentationml/2006/main">
  <p:tag name="AS_UNIQUEID" val="2509"/>
  <p:tag name="KSO_WM_BEAUTIFY_FLAG" val="#wm#"/>
  <p:tag name="KSO_WM_TAG_VERSION" val="3.0"/>
  <p:tag name="KSO_WM_UNIT_COMPATIBLE" val="0"/>
  <p:tag name="KSO_WM_UNIT_DIAGRAM_ISNUMVISUAL" val="0"/>
  <p:tag name="KSO_WM_UNIT_DIAGRAM_ISREFERUNIT" val="0"/>
  <p:tag name="KSO_WM_UNIT_HIGHLIGHT" val="0"/>
  <p:tag name="KSO_WM_UNIT_ID" val="_1*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 name="KSO_WM_UNIT_VALUE" val="42"/>
</p:tagLst>
</file>

<file path=ppt/tags/tag13.xml><?xml version="1.0" encoding="utf-8"?>
<p:tagLst xmlns:p="http://schemas.openxmlformats.org/presentationml/2006/main">
  <p:tag name="AS_UNIQUEID" val="2510"/>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14.xml><?xml version="1.0" encoding="utf-8"?>
<p:tagLst xmlns:p="http://schemas.openxmlformats.org/presentationml/2006/main">
  <p:tag name="AS_UNIQUEID" val="2511"/>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15.xml><?xml version="1.0" encoding="utf-8"?>
<p:tagLst xmlns:p="http://schemas.openxmlformats.org/presentationml/2006/main">
  <p:tag name="AS_UNIQUEID" val="2512"/>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16.xml><?xml version="1.0" encoding="utf-8"?>
<p:tagLst xmlns:p="http://schemas.openxmlformats.org/presentationml/2006/main">
  <p:tag name="AS_UNIQUEID" val="2513"/>
  <p:tag name="KSO_WM_BEAUTIFY_FLAG" val="#wm#"/>
  <p:tag name="KSO_WM_TAG_VERSION" val="3.0"/>
  <p:tag name="KSO_WM_UNIT_COMPATIBLE" val="0"/>
  <p:tag name="KSO_WM_UNIT_DIAGRAM_ISNUMVISUAL" val="0"/>
  <p:tag name="KSO_WM_UNIT_DIAGRAM_ISREFERUNIT" val="0"/>
  <p:tag name="KSO_WM_UNIT_HIGHLIGHT" val="0"/>
  <p:tag name="KSO_WM_UNIT_ID" val="_1*f*2"/>
  <p:tag name="KSO_WM_UNIT_INDEX" val="2"/>
  <p:tag name="KSO_WM_UNIT_ISNUMDGMTITLE" val="0"/>
  <p:tag name="KSO_WM_UNIT_LAYERLEVEL" val="1"/>
  <p:tag name="KSO_WM_UNIT_NOCLEAR" val="0"/>
  <p:tag name="KSO_WM_UNIT_PRESET_TEXT" val="公司名"/>
  <p:tag name="KSO_WM_UNIT_SUBTYPE" val="g"/>
  <p:tag name="KSO_WM_UNIT_TYPE" val="f"/>
  <p:tag name="KSO_WM_UNIT_VALUE" val="13"/>
</p:tagLst>
</file>

<file path=ppt/tags/tag17.xml><?xml version="1.0" encoding="utf-8"?>
<p:tagLst xmlns:p="http://schemas.openxmlformats.org/presentationml/2006/main">
  <p:tag name="AS_UNIQUEID" val="2514"/>
  <p:tag name="KSO_WM_BEAUTIFY_FLAG" val="#wm#"/>
  <p:tag name="KSO_WM_TAG_VERSION" val="3.0"/>
  <p:tag name="KSO_WM_UNIT_COMPATIBLE" val="0"/>
  <p:tag name="KSO_WM_UNIT_DIAGRAM_ISNUMVISUAL" val="0"/>
  <p:tag name="KSO_WM_UNIT_DIAGRAM_ISREFERUNIT" val="0"/>
  <p:tag name="KSO_WM_UNIT_HIGHLIGHT" val="0"/>
  <p:tag name="KSO_WM_UNIT_ID" val="_1*f*1"/>
  <p:tag name="KSO_WM_UNIT_INDEX" val="1"/>
  <p:tag name="KSO_WM_UNIT_ISNUMDGMTITLE" val="0"/>
  <p:tag name="KSO_WM_UNIT_LAYERLEVEL" val="1"/>
  <p:tag name="KSO_WM_UNIT_NOCLEAR" val="0"/>
  <p:tag name="KSO_WM_UNIT_PRESET_TEXT" val="署名"/>
  <p:tag name="KSO_WM_UNIT_SUBTYPE" val="b"/>
  <p:tag name="KSO_WM_UNIT_TYPE" val="f"/>
  <p:tag name="KSO_WM_UNIT_VALUE" val="13"/>
</p:tagLst>
</file>

<file path=ppt/tags/tag18.xml><?xml version="1.0" encoding="utf-8"?>
<p:tagLst xmlns:p="http://schemas.openxmlformats.org/presentationml/2006/main">
  <p:tag name="AS_UNIQUEID" val="2516"/>
  <p:tag name="KSO_WM_BEAUTIFY_FLAG" val="#wm#"/>
  <p:tag name="KSO_WM_TAG_VERSION" val="3.0"/>
  <p:tag name="KSO_WM_UNIT_COMPATIBLE" val="0"/>
  <p:tag name="KSO_WM_UNIT_DIAGRAM_ISNUMVISUAL" val="0"/>
  <p:tag name="KSO_WM_UNIT_DIAGRAM_ISREFERUNIT" val="0"/>
  <p:tag name="KSO_WM_UNIT_HIGHLIGHT" val="0"/>
  <p:tag name="KSO_WM_UNIT_ID" val="_2*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19.xml><?xml version="1.0" encoding="utf-8"?>
<p:tagLst xmlns:p="http://schemas.openxmlformats.org/presentationml/2006/main">
  <p:tag name="AS_UNIQUEID" val="2517"/>
  <p:tag name="KSO_WM_BEAUTIFY_FLAG" val="#wm#"/>
  <p:tag name="KSO_WM_TAG_VERSION" val="3.0"/>
  <p:tag name="KSO_WM_UNIT_COMPATIBLE" val="0"/>
  <p:tag name="KSO_WM_UNIT_DIAGRAM_ISNUMVISUAL" val="0"/>
  <p:tag name="KSO_WM_UNIT_DIAGRAM_ISREFERUNIT" val="0"/>
  <p:tag name="KSO_WM_UNIT_HIGHLIGHT" val="0"/>
  <p:tag name="KSO_WM_UNIT_ID" val="_2*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340"/>
</p:tagLst>
</file>

<file path=ppt/tags/tag20.xml><?xml version="1.0" encoding="utf-8"?>
<p:tagLst xmlns:p="http://schemas.openxmlformats.org/presentationml/2006/main">
  <p:tag name="AS_UNIQUEID" val="2518"/>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21.xml><?xml version="1.0" encoding="utf-8"?>
<p:tagLst xmlns:p="http://schemas.openxmlformats.org/presentationml/2006/main">
  <p:tag name="AS_UNIQUEID" val="2519"/>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22.xml><?xml version="1.0" encoding="utf-8"?>
<p:tagLst xmlns:p="http://schemas.openxmlformats.org/presentationml/2006/main">
  <p:tag name="AS_UNIQUEID" val="2520"/>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23.xml><?xml version="1.0" encoding="utf-8"?>
<p:tagLst xmlns:p="http://schemas.openxmlformats.org/presentationml/2006/main">
  <p:tag name="AS_UNIQUEID" val="2522"/>
  <p:tag name="KSO_WM_BEAUTIFY_FLAG" val="#wm#"/>
  <p:tag name="KSO_WM_TAG_VERSION" val="3.0"/>
  <p:tag name="KSO_WM_UNIT_COMPATIBLE" val="0"/>
  <p:tag name="KSO_WM_UNIT_DIAGRAM_ISNUMVISUAL" val="0"/>
  <p:tag name="KSO_WM_UNIT_DIAGRAM_ISREFERUNIT" val="0"/>
  <p:tag name="KSO_WM_UNIT_HIGHLIGHT" val="0"/>
  <p:tag name="KSO_WM_UNIT_ID" val="_3*i*1"/>
  <p:tag name="KSO_WM_UNIT_INDEX" val="1"/>
  <p:tag name="KSO_WM_UNIT_ISNUMDGMTITLE" val="0"/>
  <p:tag name="KSO_WM_UNIT_LAYERLEVEL" val="1"/>
  <p:tag name="KSO_WM_UNIT_NOCLEAR" val="0"/>
  <p:tag name="KSO_WM_UNIT_TYPE" val="i"/>
</p:tagLst>
</file>

<file path=ppt/tags/tag24.xml><?xml version="1.0" encoding="utf-8"?>
<p:tagLst xmlns:p="http://schemas.openxmlformats.org/presentationml/2006/main">
  <p:tag name="AS_UNIQUEID" val="2523"/>
  <p:tag name="KSO_WM_BEAUTIFY_FLAG" val="#wm#"/>
  <p:tag name="KSO_WM_TAG_VERSION" val="3.0"/>
  <p:tag name="KSO_WM_UNIT_COMPATIBLE" val="0"/>
  <p:tag name="KSO_WM_UNIT_DIAGRAM_ISNUMVISUAL" val="0"/>
  <p:tag name="KSO_WM_UNIT_DIAGRAM_ISREFERUNIT" val="0"/>
  <p:tag name="KSO_WM_UNIT_HIGHLIGHT" val="0"/>
  <p:tag name="KSO_WM_UNIT_ID" val="_3*i*4"/>
  <p:tag name="KSO_WM_UNIT_INDEX" val="4"/>
  <p:tag name="KSO_WM_UNIT_ISNUMDGMTITLE" val="0"/>
  <p:tag name="KSO_WM_UNIT_LAYERLEVEL" val="1"/>
  <p:tag name="KSO_WM_UNIT_NOCLEAR" val="0"/>
  <p:tag name="KSO_WM_UNIT_TYPE" val="i"/>
</p:tagLst>
</file>

<file path=ppt/tags/tag25.xml><?xml version="1.0" encoding="utf-8"?>
<p:tagLst xmlns:p="http://schemas.openxmlformats.org/presentationml/2006/main">
  <p:tag name="AS_UNIQUEID" val="2524"/>
  <p:tag name="KSO_WM_BEAUTIFY_FLAG" val="#wm#"/>
  <p:tag name="KSO_WM_TAG_VERSION" val="3.0"/>
  <p:tag name="KSO_WM_UNIT_COMPATIBLE" val="0"/>
  <p:tag name="KSO_WM_UNIT_DIAGRAM_ISNUMVISUAL" val="0"/>
  <p:tag name="KSO_WM_UNIT_DIAGRAM_ISREFERUNIT" val="0"/>
  <p:tag name="KSO_WM_UNIT_HIGHLIGHT" val="0"/>
  <p:tag name="KSO_WM_UNIT_ID" val="_3*i*5"/>
  <p:tag name="KSO_WM_UNIT_INDEX" val="5"/>
  <p:tag name="KSO_WM_UNIT_ISNUMDGMTITLE" val="0"/>
  <p:tag name="KSO_WM_UNIT_LAYERLEVEL" val="1"/>
  <p:tag name="KSO_WM_UNIT_NOCLEAR" val="0"/>
  <p:tag name="KSO_WM_UNIT_TYPE" val="i"/>
</p:tagLst>
</file>

<file path=ppt/tags/tag26.xml><?xml version="1.0" encoding="utf-8"?>
<p:tagLst xmlns:p="http://schemas.openxmlformats.org/presentationml/2006/main">
  <p:tag name="AS_UNIQUEID" val="2525"/>
  <p:tag name="KSO_WM_BEAUTIFY_FLAG" val="#wm#"/>
  <p:tag name="KSO_WM_TAG_VERSION" val="3.0"/>
  <p:tag name="KSO_WM_UNIT_COMPATIBLE" val="0"/>
  <p:tag name="KSO_WM_UNIT_DIAGRAM_ISNUMVISUAL" val="0"/>
  <p:tag name="KSO_WM_UNIT_DIAGRAM_ISREFERUNIT" val="0"/>
  <p:tag name="KSO_WM_UNIT_HIGHLIGHT" val="0"/>
  <p:tag name="KSO_WM_UNIT_ID" val="_3*i*2"/>
  <p:tag name="KSO_WM_UNIT_INDEX" val="2"/>
  <p:tag name="KSO_WM_UNIT_ISNUMDGMTITLE" val="0"/>
  <p:tag name="KSO_WM_UNIT_LAYERLEVEL" val="1"/>
  <p:tag name="KSO_WM_UNIT_NOCLEAR" val="0"/>
  <p:tag name="KSO_WM_UNIT_TYPE" val="i"/>
</p:tagLst>
</file>

<file path=ppt/tags/tag27.xml><?xml version="1.0" encoding="utf-8"?>
<p:tagLst xmlns:p="http://schemas.openxmlformats.org/presentationml/2006/main">
  <p:tag name="AS_UNIQUEID" val="2526"/>
  <p:tag name="KSO_WM_BEAUTIFY_FLAG" val="#wm#"/>
  <p:tag name="KSO_WM_TAG_VERSION" val="3.0"/>
  <p:tag name="KSO_WM_UNIT_COMPATIBLE" val="0"/>
  <p:tag name="KSO_WM_UNIT_DIAGRAM_ISNUMVISUAL" val="0"/>
  <p:tag name="KSO_WM_UNIT_DIAGRAM_ISREFERUNIT" val="0"/>
  <p:tag name="KSO_WM_UNIT_HIGHLIGHT" val="0"/>
  <p:tag name="KSO_WM_UNIT_ID" val="_3*i*3"/>
  <p:tag name="KSO_WM_UNIT_INDEX" val="3"/>
  <p:tag name="KSO_WM_UNIT_ISNUMDGMTITLE" val="0"/>
  <p:tag name="KSO_WM_UNIT_LAYERLEVEL" val="1"/>
  <p:tag name="KSO_WM_UNIT_NOCLEAR" val="0"/>
  <p:tag name="KSO_WM_UNIT_TYPE" val="i"/>
</p:tagLst>
</file>

<file path=ppt/tags/tag28.xml><?xml version="1.0" encoding="utf-8"?>
<p:tagLst xmlns:p="http://schemas.openxmlformats.org/presentationml/2006/main">
  <p:tag name="AS_UNIQUEID" val="2527"/>
  <p:tag name="KSO_WM_BEAUTIFY_FLAG" val="#wm#"/>
  <p:tag name="KSO_WM_TAG_VERSION" val="3.0"/>
  <p:tag name="KSO_WM_UNIT_COMPATIBLE" val="0"/>
  <p:tag name="KSO_WM_UNIT_DIAGRAM_ISNUMVISUAL" val="0"/>
  <p:tag name="KSO_WM_UNIT_DIAGRAM_ISREFERUNIT" val="0"/>
  <p:tag name="KSO_WM_UNIT_HIGHLIGHT" val="0"/>
  <p:tag name="KSO_WM_UNIT_ID" val="_3*a*1"/>
  <p:tag name="KSO_WM_UNIT_INDEX" val="1"/>
  <p:tag name="KSO_WM_UNIT_ISCONTENTSTITLE" val="1"/>
  <p:tag name="KSO_WM_UNIT_ISNUMDGMTITLE" val="0"/>
  <p:tag name="KSO_WM_UNIT_LAYERLEVEL" val="1"/>
  <p:tag name="KSO_WM_UNIT_NOCLEAR" val="0"/>
  <p:tag name="KSO_WM_UNIT_PRESET_TEXT" val="标题"/>
  <p:tag name="KSO_WM_UNIT_TYPE" val="a"/>
  <p:tag name="KSO_WM_UNIT_VALUE" val="2"/>
</p:tagLst>
</file>

<file path=ppt/tags/tag29.xml><?xml version="1.0" encoding="utf-8"?>
<p:tagLst xmlns:p="http://schemas.openxmlformats.org/presentationml/2006/main">
  <p:tag name="AS_UNIQUEID" val="2528"/>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30.xml><?xml version="1.0" encoding="utf-8"?>
<p:tagLst xmlns:p="http://schemas.openxmlformats.org/presentationml/2006/main">
  <p:tag name="AS_UNIQUEID" val="2529"/>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31.xml><?xml version="1.0" encoding="utf-8"?>
<p:tagLst xmlns:p="http://schemas.openxmlformats.org/presentationml/2006/main">
  <p:tag name="AS_UNIQUEID" val="2530"/>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32.xml><?xml version="1.0" encoding="utf-8"?>
<p:tagLst xmlns:p="http://schemas.openxmlformats.org/presentationml/2006/main">
  <p:tag name="AS_UNIQUEID" val="2532"/>
  <p:tag name="KSO_WM_BEAUTIFY_FLAG" val="#wm#"/>
  <p:tag name="KSO_WM_TAG_VERSION" val="3.0"/>
  <p:tag name="KSO_WM_UNIT_COMPATIBLE" val="0"/>
  <p:tag name="KSO_WM_UNIT_DIAGRAM_ISNUMVISUAL" val="0"/>
  <p:tag name="KSO_WM_UNIT_DIAGRAM_ISREFERUNIT" val="0"/>
  <p:tag name="KSO_WM_UNIT_HIGHLIGHT" val="0"/>
  <p:tag name="KSO_WM_UNIT_ID" val="_4*i*1"/>
  <p:tag name="KSO_WM_UNIT_INDEX" val="1"/>
  <p:tag name="KSO_WM_UNIT_ISNUMDGMTITLE" val="0"/>
  <p:tag name="KSO_WM_UNIT_LAYERLEVEL" val="1"/>
  <p:tag name="KSO_WM_UNIT_NOCLEAR" val="0"/>
  <p:tag name="KSO_WM_UNIT_TYPE" val="i"/>
</p:tagLst>
</file>

<file path=ppt/tags/tag33.xml><?xml version="1.0" encoding="utf-8"?>
<p:tagLst xmlns:p="http://schemas.openxmlformats.org/presentationml/2006/main">
  <p:tag name="AS_UNIQUEID" val="2533"/>
  <p:tag name="KSO_WM_BEAUTIFY_FLAG" val="#wm#"/>
  <p:tag name="KSO_WM_TAG_VERSION" val="3.0"/>
  <p:tag name="KSO_WM_UNIT_COMPATIBLE" val="0"/>
  <p:tag name="KSO_WM_UNIT_DIAGRAM_ISNUMVISUAL" val="0"/>
  <p:tag name="KSO_WM_UNIT_DIAGRAM_ISREFERUNIT" val="0"/>
  <p:tag name="KSO_WM_UNIT_HIGHLIGHT" val="0"/>
  <p:tag name="KSO_WM_UNIT_ID" val="_4*i*5"/>
  <p:tag name="KSO_WM_UNIT_INDEX" val="5"/>
  <p:tag name="KSO_WM_UNIT_ISNUMDGMTITLE" val="0"/>
  <p:tag name="KSO_WM_UNIT_LAYERLEVEL" val="1"/>
  <p:tag name="KSO_WM_UNIT_NOCLEAR" val="0"/>
  <p:tag name="KSO_WM_UNIT_TYPE" val="i"/>
</p:tagLst>
</file>

<file path=ppt/tags/tag34.xml><?xml version="1.0" encoding="utf-8"?>
<p:tagLst xmlns:p="http://schemas.openxmlformats.org/presentationml/2006/main">
  <p:tag name="AS_UNIQUEID" val="2534"/>
  <p:tag name="KSO_WM_BEAUTIFY_FLAG" val="#wm#"/>
  <p:tag name="KSO_WM_TAG_VERSION" val="3.0"/>
  <p:tag name="KSO_WM_UNIT_COMPATIBLE" val="0"/>
  <p:tag name="KSO_WM_UNIT_DIAGRAM_ISNUMVISUAL" val="0"/>
  <p:tag name="KSO_WM_UNIT_DIAGRAM_ISREFERUNIT" val="0"/>
  <p:tag name="KSO_WM_UNIT_HIGHLIGHT" val="0"/>
  <p:tag name="KSO_WM_UNIT_ID" val="_4*i*4"/>
  <p:tag name="KSO_WM_UNIT_INDEX" val="4"/>
  <p:tag name="KSO_WM_UNIT_ISNUMDGMTITLE" val="0"/>
  <p:tag name="KSO_WM_UNIT_LAYERLEVEL" val="1"/>
  <p:tag name="KSO_WM_UNIT_NOCLEAR" val="0"/>
  <p:tag name="KSO_WM_UNIT_TYPE" val="i"/>
</p:tagLst>
</file>

<file path=ppt/tags/tag35.xml><?xml version="1.0" encoding="utf-8"?>
<p:tagLst xmlns:p="http://schemas.openxmlformats.org/presentationml/2006/main">
  <p:tag name="AS_UNIQUEID" val="2535"/>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36.xml><?xml version="1.0" encoding="utf-8"?>
<p:tagLst xmlns:p="http://schemas.openxmlformats.org/presentationml/2006/main">
  <p:tag name="AS_UNIQUEID" val="2536"/>
  <p:tag name="KSO_WM_BEAUTIFY_FLAG" val="#wm#"/>
  <p:tag name="KSO_WM_TAG_VERSION" val="3.0"/>
  <p:tag name="KSO_WM_UNIT_COMPATIBLE" val="0"/>
  <p:tag name="KSO_WM_UNIT_DIAGRAM_ISNUMVISUAL" val="0"/>
  <p:tag name="KSO_WM_UNIT_DIAGRAM_ISREFERUNIT" val="0"/>
  <p:tag name="KSO_WM_UNIT_HIGHLIGHT" val="0"/>
  <p:tag name="KSO_WM_UNIT_ID" val="_4*i*2"/>
  <p:tag name="KSO_WM_UNIT_INDEX" val="2"/>
  <p:tag name="KSO_WM_UNIT_ISNUMDGMTITLE" val="0"/>
  <p:tag name="KSO_WM_UNIT_LAYERLEVEL" val="1"/>
  <p:tag name="KSO_WM_UNIT_NOCLEAR" val="0"/>
  <p:tag name="KSO_WM_UNIT_TYPE" val="i"/>
</p:tagLst>
</file>

<file path=ppt/tags/tag37.xml><?xml version="1.0" encoding="utf-8"?>
<p:tagLst xmlns:p="http://schemas.openxmlformats.org/presentationml/2006/main">
  <p:tag name="AS_UNIQUEID" val="2537"/>
  <p:tag name="KSO_WM_BEAUTIFY_FLAG" val="#wm#"/>
  <p:tag name="KSO_WM_TAG_VERSION" val="3.0"/>
  <p:tag name="KSO_WM_UNIT_COMPATIBLE" val="0"/>
  <p:tag name="KSO_WM_UNIT_DIAGRAM_ISNUMVISUAL" val="0"/>
  <p:tag name="KSO_WM_UNIT_DIAGRAM_ISREFERUNIT" val="0"/>
  <p:tag name="KSO_WM_UNIT_HIGHLIGHT" val="0"/>
  <p:tag name="KSO_WM_UNIT_ID" val="_4*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8"/>
</p:tagLst>
</file>

<file path=ppt/tags/tag38.xml><?xml version="1.0" encoding="utf-8"?>
<p:tagLst xmlns:p="http://schemas.openxmlformats.org/presentationml/2006/main">
  <p:tag name="AS_UNIQUEID" val="2538"/>
  <p:tag name="KSO_WM_BEAUTIFY_FLAG" val="#wm#"/>
  <p:tag name="KSO_WM_TAG_VERSION" val="3.0"/>
  <p:tag name="KSO_WM_UNIT_COMPATIBLE" val="0"/>
  <p:tag name="KSO_WM_UNIT_DIAGRAM_ISNUMVISUAL" val="0"/>
  <p:tag name="KSO_WM_UNIT_DIAGRAM_ISREFERUNIT" val="0"/>
  <p:tag name="KSO_WM_UNIT_HIGHLIGHT" val="0"/>
  <p:tag name="KSO_WM_UNIT_ID" val="_4*e*1"/>
  <p:tag name="KSO_WM_UNIT_INDEX" val="1"/>
  <p:tag name="KSO_WM_UNIT_ISNUMDGMTITLE" val="0"/>
  <p:tag name="KSO_WM_UNIT_LAYERLEVEL" val="1"/>
  <p:tag name="KSO_WM_UNIT_NOCLEAR" val="0"/>
  <p:tag name="KSO_WM_UNIT_PRESET_TEXT" val="节编号"/>
  <p:tag name="KSO_WM_UNIT_TYPE" val="e"/>
  <p:tag name="KSO_WM_UNIT_VALUE" val="6"/>
</p:tagLst>
</file>

<file path=ppt/tags/tag39.xml><?xml version="1.0" encoding="utf-8"?>
<p:tagLst xmlns:p="http://schemas.openxmlformats.org/presentationml/2006/main">
  <p:tag name="AS_UNIQUEID" val="2539"/>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40.xml><?xml version="1.0" encoding="utf-8"?>
<p:tagLst xmlns:p="http://schemas.openxmlformats.org/presentationml/2006/main">
  <p:tag name="AS_UNIQUEID" val="2540"/>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41.xml><?xml version="1.0" encoding="utf-8"?>
<p:tagLst xmlns:p="http://schemas.openxmlformats.org/presentationml/2006/main">
  <p:tag name="AS_UNIQUEID" val="2541"/>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42.xml><?xml version="1.0" encoding="utf-8"?>
<p:tagLst xmlns:p="http://schemas.openxmlformats.org/presentationml/2006/main">
  <p:tag name="AS_UNIQUEID" val="2543"/>
  <p:tag name="KSO_WM_BEAUTIFY_FLAG" val="#wm#"/>
  <p:tag name="KSO_WM_TAG_VERSION" val="3.0"/>
  <p:tag name="KSO_WM_UNIT_COMPATIBLE" val="0"/>
  <p:tag name="KSO_WM_UNIT_DIAGRAM_ISNUMVISUAL" val="0"/>
  <p:tag name="KSO_WM_UNIT_DIAGRAM_ISREFERUNIT" val="0"/>
  <p:tag name="KSO_WM_UNIT_HIGHLIGHT" val="0"/>
  <p:tag name="KSO_WM_UNIT_ID" val="_5*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30"/>
</p:tagLst>
</file>

<file path=ppt/tags/tag43.xml><?xml version="1.0" encoding="utf-8"?>
<p:tagLst xmlns:p="http://schemas.openxmlformats.org/presentationml/2006/main">
  <p:tag name="AS_UNIQUEID" val="2544"/>
  <p:tag name="KSO_WM_BEAUTIFY_FLAG" val="#wm#"/>
  <p:tag name="KSO_WM_TAG_VERSION" val="3.0"/>
  <p:tag name="KSO_WM_UNIT_COMPATIBLE" val="0"/>
  <p:tag name="KSO_WM_UNIT_DIAGRAM_ISNUMVISUAL" val="0"/>
  <p:tag name="KSO_WM_UNIT_DIAGRAM_ISREFERUNIT" val="0"/>
  <p:tag name="KSO_WM_UNIT_HIGHLIGHT" val="0"/>
  <p:tag name="KSO_WM_UNIT_ID" val="_5*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160"/>
</p:tagLst>
</file>

<file path=ppt/tags/tag44.xml><?xml version="1.0" encoding="utf-8"?>
<p:tagLst xmlns:p="http://schemas.openxmlformats.org/presentationml/2006/main">
  <p:tag name="AS_UNIQUEID" val="2545"/>
  <p:tag name="KSO_WM_BEAUTIFY_FLAG" val="#wm#"/>
  <p:tag name="KSO_WM_TAG_VERSION" val="3.0"/>
  <p:tag name="KSO_WM_UNIT_COMPATIBLE" val="0"/>
  <p:tag name="KSO_WM_UNIT_DIAGRAM_ISNUMVISUAL" val="0"/>
  <p:tag name="KSO_WM_UNIT_DIAGRAM_ISREFERUNIT" val="0"/>
  <p:tag name="KSO_WM_UNIT_HIGHLIGHT" val="0"/>
  <p:tag name="KSO_WM_UNIT_ID" val="_5*f*2"/>
  <p:tag name="KSO_WM_UNIT_INDEX" val="2"/>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160"/>
</p:tagLst>
</file>

<file path=ppt/tags/tag45.xml><?xml version="1.0" encoding="utf-8"?>
<p:tagLst xmlns:p="http://schemas.openxmlformats.org/presentationml/2006/main">
  <p:tag name="AS_UNIQUEID" val="2546"/>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46.xml><?xml version="1.0" encoding="utf-8"?>
<p:tagLst xmlns:p="http://schemas.openxmlformats.org/presentationml/2006/main">
  <p:tag name="AS_UNIQUEID" val="2547"/>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47.xml><?xml version="1.0" encoding="utf-8"?>
<p:tagLst xmlns:p="http://schemas.openxmlformats.org/presentationml/2006/main">
  <p:tag name="AS_UNIQUEID" val="2548"/>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48.xml><?xml version="1.0" encoding="utf-8"?>
<p:tagLst xmlns:p="http://schemas.openxmlformats.org/presentationml/2006/main">
  <p:tag name="AS_UNIQUEID" val="2550"/>
  <p:tag name="KSO_WM_BEAUTIFY_FLAG" val="#wm#"/>
  <p:tag name="KSO_WM_TAG_VERSION" val="3.0"/>
  <p:tag name="KSO_WM_UNIT_COMPATIBLE" val="0"/>
  <p:tag name="KSO_WM_UNIT_DIAGRAM_ISNUMVISUAL" val="0"/>
  <p:tag name="KSO_WM_UNIT_DIAGRAM_ISREFERUNIT" val="0"/>
  <p:tag name="KSO_WM_UNIT_HIGHLIGHT" val="0"/>
  <p:tag name="KSO_WM_UNIT_ID" val="_6*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49.xml><?xml version="1.0" encoding="utf-8"?>
<p:tagLst xmlns:p="http://schemas.openxmlformats.org/presentationml/2006/main">
  <p:tag name="AS_UNIQUEID" val="2551"/>
  <p:tag name="KSO_WM_BEAUTIFY_FLAG" val="#wm#"/>
  <p:tag name="KSO_WM_TAG_VERSION" val="3.0"/>
  <p:tag name="KSO_WM_UNIT_COMPATIBLE" val="0"/>
  <p:tag name="KSO_WM_UNIT_DIAGRAM_ISNUMVISUAL" val="0"/>
  <p:tag name="KSO_WM_UNIT_DIAGRAM_ISREFERUNIT" val="0"/>
  <p:tag name="KSO_WM_UNIT_HIGHLIGHT" val="0"/>
  <p:tag name="KSO_WM_UNIT_ID" val="_6*h_a*1_1"/>
  <p:tag name="KSO_WM_UNIT_INDEX" val="1_1"/>
  <p:tag name="KSO_WM_UNIT_ISCONTENTSTITLE" val="0"/>
  <p:tag name="KSO_WM_UNIT_ISNUMDGMTITLE" val="0"/>
  <p:tag name="KSO_WM_UNIT_LAYERLEVEL" val="1_1"/>
  <p:tag name="KSO_WM_UNIT_NOCLEAR" val="0"/>
  <p:tag name="KSO_WM_UNIT_PRESET_TEXT" val="单击此处编辑母版标题样式"/>
  <p:tag name="KSO_WM_UNIT_TYPE" val="h_a"/>
  <p:tag name="KSO_WM_UNIT_VALUE" val="20"/>
</p:tagLst>
</file>

<file path=ppt/tags/tag50.xml><?xml version="1.0" encoding="utf-8"?>
<p:tagLst xmlns:p="http://schemas.openxmlformats.org/presentationml/2006/main">
  <p:tag name="AS_UNIQUEID" val="2552"/>
  <p:tag name="KSO_WM_BEAUTIFY_FLAG" val="#wm#"/>
  <p:tag name="KSO_WM_TAG_VERSION" val="3.0"/>
  <p:tag name="KSO_WM_UNIT_COMPATIBLE" val="0"/>
  <p:tag name="KSO_WM_UNIT_DIAGRAM_ISNUMVISUAL" val="0"/>
  <p:tag name="KSO_WM_UNIT_DIAGRAM_ISREFERUNIT" val="0"/>
  <p:tag name="KSO_WM_UNIT_HIGHLIGHT" val="0"/>
  <p:tag name="KSO_WM_UNIT_ID" val="_6*h_f*1_1"/>
  <p:tag name="KSO_WM_UNIT_INDEX" val="1_1"/>
  <p:tag name="KSO_WM_UNIT_ISNUMDGMTITLE" val="0"/>
  <p:tag name="KSO_WM_UNIT_LAYERLEVEL" val="1_1"/>
  <p:tag name="KSO_WM_UNIT_NOCLEAR" val="0"/>
  <p:tag name="KSO_WM_UNIT_PRESET_TEXT" val="单击此处编辑母版文本样式&#10;第二级&#10;第三级&#10;第四级&#10;第五级"/>
  <p:tag name="KSO_WM_UNIT_SUBTYPE" val="a"/>
  <p:tag name="KSO_WM_UNIT_TYPE" val="h_f"/>
  <p:tag name="KSO_WM_UNIT_VALUE" val="162"/>
</p:tagLst>
</file>

<file path=ppt/tags/tag51.xml><?xml version="1.0" encoding="utf-8"?>
<p:tagLst xmlns:p="http://schemas.openxmlformats.org/presentationml/2006/main">
  <p:tag name="AS_UNIQUEID" val="2553"/>
  <p:tag name="KSO_WM_BEAUTIFY_FLAG" val="#wm#"/>
  <p:tag name="KSO_WM_TAG_VERSION" val="3.0"/>
  <p:tag name="KSO_WM_UNIT_COMPATIBLE" val="0"/>
  <p:tag name="KSO_WM_UNIT_DIAGRAM_ISNUMVISUAL" val="0"/>
  <p:tag name="KSO_WM_UNIT_DIAGRAM_ISREFERUNIT" val="0"/>
  <p:tag name="KSO_WM_UNIT_HIGHLIGHT" val="0"/>
  <p:tag name="KSO_WM_UNIT_ID" val="_6*h_a*2_1"/>
  <p:tag name="KSO_WM_UNIT_INDEX" val="2_1"/>
  <p:tag name="KSO_WM_UNIT_ISCONTENTSTITLE" val="0"/>
  <p:tag name="KSO_WM_UNIT_ISNUMDGMTITLE" val="0"/>
  <p:tag name="KSO_WM_UNIT_LAYERLEVEL" val="1_1"/>
  <p:tag name="KSO_WM_UNIT_NOCLEAR" val="0"/>
  <p:tag name="KSO_WM_UNIT_PRESET_TEXT" val="单击此处编辑母版标题样式"/>
  <p:tag name="KSO_WM_UNIT_TYPE" val="h_a"/>
  <p:tag name="KSO_WM_UNIT_VALUE" val="20"/>
</p:tagLst>
</file>

<file path=ppt/tags/tag52.xml><?xml version="1.0" encoding="utf-8"?>
<p:tagLst xmlns:p="http://schemas.openxmlformats.org/presentationml/2006/main">
  <p:tag name="AS_UNIQUEID" val="2554"/>
  <p:tag name="KSO_WM_BEAUTIFY_FLAG" val="#wm#"/>
  <p:tag name="KSO_WM_TAG_VERSION" val="3.0"/>
  <p:tag name="KSO_WM_UNIT_COMPATIBLE" val="0"/>
  <p:tag name="KSO_WM_UNIT_DIAGRAM_ISNUMVISUAL" val="0"/>
  <p:tag name="KSO_WM_UNIT_DIAGRAM_ISREFERUNIT" val="0"/>
  <p:tag name="KSO_WM_UNIT_HIGHLIGHT" val="0"/>
  <p:tag name="KSO_WM_UNIT_ID" val="_6*h_f*2_1"/>
  <p:tag name="KSO_WM_UNIT_INDEX" val="2_1"/>
  <p:tag name="KSO_WM_UNIT_ISNUMDGMTITLE" val="0"/>
  <p:tag name="KSO_WM_UNIT_LAYERLEVEL" val="1_1"/>
  <p:tag name="KSO_WM_UNIT_NOCLEAR" val="0"/>
  <p:tag name="KSO_WM_UNIT_PRESET_TEXT" val="单击此处编辑母版文本样式&#10;第二级&#10;第三级&#10;第四级&#10;第五级"/>
  <p:tag name="KSO_WM_UNIT_SUBTYPE" val="a"/>
  <p:tag name="KSO_WM_UNIT_TYPE" val="h_f"/>
  <p:tag name="KSO_WM_UNIT_VALUE" val="162"/>
</p:tagLst>
</file>

<file path=ppt/tags/tag53.xml><?xml version="1.0" encoding="utf-8"?>
<p:tagLst xmlns:p="http://schemas.openxmlformats.org/presentationml/2006/main">
  <p:tag name="AS_UNIQUEID" val="2555"/>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54.xml><?xml version="1.0" encoding="utf-8"?>
<p:tagLst xmlns:p="http://schemas.openxmlformats.org/presentationml/2006/main">
  <p:tag name="AS_UNIQUEID" val="2556"/>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55.xml><?xml version="1.0" encoding="utf-8"?>
<p:tagLst xmlns:p="http://schemas.openxmlformats.org/presentationml/2006/main">
  <p:tag name="AS_UNIQUEID" val="2557"/>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56.xml><?xml version="1.0" encoding="utf-8"?>
<p:tagLst xmlns:p="http://schemas.openxmlformats.org/presentationml/2006/main">
  <p:tag name="AS_UNIQUEID" val="2559"/>
  <p:tag name="KSO_WM_BEAUTIFY_FLAG" val="#wm#"/>
  <p:tag name="KSO_WM_TAG_VERSION" val="3.0"/>
  <p:tag name="KSO_WM_UNIT_COMPATIBLE" val="0"/>
  <p:tag name="KSO_WM_UNIT_DIAGRAM_ISNUMVISUAL" val="0"/>
  <p:tag name="KSO_WM_UNIT_DIAGRAM_ISREFERUNIT" val="0"/>
  <p:tag name="KSO_WM_UNIT_HIGHLIGHT" val="0"/>
  <p:tag name="KSO_WM_UNIT_ID" val="_7*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57.xml><?xml version="1.0" encoding="utf-8"?>
<p:tagLst xmlns:p="http://schemas.openxmlformats.org/presentationml/2006/main">
  <p:tag name="AS_UNIQUEID" val="2560"/>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58.xml><?xml version="1.0" encoding="utf-8"?>
<p:tagLst xmlns:p="http://schemas.openxmlformats.org/presentationml/2006/main">
  <p:tag name="AS_UNIQUEID" val="2561"/>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59.xml><?xml version="1.0" encoding="utf-8"?>
<p:tagLst xmlns:p="http://schemas.openxmlformats.org/presentationml/2006/main">
  <p:tag name="AS_UNIQUEID" val="2562"/>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60.xml><?xml version="1.0" encoding="utf-8"?>
<p:tagLst xmlns:p="http://schemas.openxmlformats.org/presentationml/2006/main">
  <p:tag name="AS_UNIQUEID" val="2564"/>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61.xml><?xml version="1.0" encoding="utf-8"?>
<p:tagLst xmlns:p="http://schemas.openxmlformats.org/presentationml/2006/main">
  <p:tag name="AS_UNIQUEID" val="2565"/>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62.xml><?xml version="1.0" encoding="utf-8"?>
<p:tagLst xmlns:p="http://schemas.openxmlformats.org/presentationml/2006/main">
  <p:tag name="AS_UNIQUEID" val="2566"/>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63.xml><?xml version="1.0" encoding="utf-8"?>
<p:tagLst xmlns:p="http://schemas.openxmlformats.org/presentationml/2006/main">
  <p:tag name="AS_UNIQUEID" val="2568"/>
  <p:tag name="KSO_WM_BEAUTIFY_FLAG" val="#wm#"/>
  <p:tag name="KSO_WM_TAG_VERSION" val="3.0"/>
  <p:tag name="KSO_WM_UNIT_COMPATIBLE" val="0"/>
  <p:tag name="KSO_WM_UNIT_DIAGRAM_ISNUMVISUAL" val="0"/>
  <p:tag name="KSO_WM_UNIT_DIAGRAM_ISREFERUNIT" val="0"/>
  <p:tag name="KSO_WM_UNIT_HIGHLIGHT" val="0"/>
  <p:tag name="KSO_WM_UNIT_ID" val="_9*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Lst>
</file>

<file path=ppt/tags/tag64.xml><?xml version="1.0" encoding="utf-8"?>
<p:tagLst xmlns:p="http://schemas.openxmlformats.org/presentationml/2006/main">
  <p:tag name="AS_UNIQUEID" val="2569"/>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65.xml><?xml version="1.0" encoding="utf-8"?>
<p:tagLst xmlns:p="http://schemas.openxmlformats.org/presentationml/2006/main">
  <p:tag name="AS_UNIQUEID" val="2570"/>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66.xml><?xml version="1.0" encoding="utf-8"?>
<p:tagLst xmlns:p="http://schemas.openxmlformats.org/presentationml/2006/main">
  <p:tag name="AS_UNIQUEID" val="2571"/>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67.xml><?xml version="1.0" encoding="utf-8"?>
<p:tagLst xmlns:p="http://schemas.openxmlformats.org/presentationml/2006/main">
  <p:tag name="AS_UNIQUEID" val="2573"/>
  <p:tag name="KSO_WM_BEAUTIFY_FLAG" val="#wm#"/>
  <p:tag name="KSO_WM_TAG_VERSION" val="3.0"/>
  <p:tag name="KSO_WM_UNIT_COMPATIBLE" val="0"/>
  <p:tag name="KSO_WM_UNIT_DIAGRAM_ISNUMVISUAL" val="0"/>
  <p:tag name="KSO_WM_UNIT_DIAGRAM_ISREFERUNIT" val="0"/>
  <p:tag name="KSO_WM_UNIT_HIGHLIGHT" val="0"/>
  <p:tag name="KSO_WM_UNIT_ID" val="_10*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68.xml><?xml version="1.0" encoding="utf-8"?>
<p:tagLst xmlns:p="http://schemas.openxmlformats.org/presentationml/2006/main">
  <p:tag name="AS_UNIQUEID" val="2574"/>
  <p:tag name="KSO_WM_BEAUTIFY_FLAG" val="#wm#"/>
  <p:tag name="KSO_WM_TAG_VERSION" val="3.0"/>
  <p:tag name="KSO_WM_UNIT_COMPATIBLE" val="0"/>
  <p:tag name="KSO_WM_UNIT_DIAGRAM_ISNUMVISUAL" val="0"/>
  <p:tag name="KSO_WM_UNIT_DIAGRAM_ISREFERUNIT" val="0"/>
  <p:tag name="KSO_WM_UNIT_HIGHLIGHT" val="0"/>
  <p:tag name="KSO_WM_UNIT_ID" val="_10*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Lst>
</file>

<file path=ppt/tags/tag69.xml><?xml version="1.0" encoding="utf-8"?>
<p:tagLst xmlns:p="http://schemas.openxmlformats.org/presentationml/2006/main">
  <p:tag name="AS_UNIQUEID" val="2575"/>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70.xml><?xml version="1.0" encoding="utf-8"?>
<p:tagLst xmlns:p="http://schemas.openxmlformats.org/presentationml/2006/main">
  <p:tag name="AS_UNIQUEID" val="2576"/>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71.xml><?xml version="1.0" encoding="utf-8"?>
<p:tagLst xmlns:p="http://schemas.openxmlformats.org/presentationml/2006/main">
  <p:tag name="AS_UNIQUEID" val="2577"/>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72.xml><?xml version="1.0" encoding="utf-8"?>
<p:tagLst xmlns:p="http://schemas.openxmlformats.org/presentationml/2006/main">
  <p:tag name="AS_UNIQUEID" val="2579"/>
  <p:tag name="KSO_WM_BEAUTIFY_FLAG" val="#wm#"/>
  <p:tag name="KSO_WM_TAG_VERSION" val="3.0"/>
  <p:tag name="KSO_WM_UNIT_COMPATIBLE" val="0"/>
  <p:tag name="KSO_WM_UNIT_DIAGRAM_ISNUMVISUAL" val="0"/>
  <p:tag name="KSO_WM_UNIT_DIAGRAM_ISREFERUNIT" val="0"/>
  <p:tag name="KSO_WM_UNIT_HIGHLIGHT" val="0"/>
  <p:tag name="KSO_WM_UNIT_ID" val="_11*i*1"/>
  <p:tag name="KSO_WM_UNIT_INDEX" val="1"/>
  <p:tag name="KSO_WM_UNIT_ISNUMDGMTITLE" val="0"/>
  <p:tag name="KSO_WM_UNIT_LAYERLEVEL" val="1"/>
  <p:tag name="KSO_WM_UNIT_NOCLEAR" val="0"/>
  <p:tag name="KSO_WM_UNIT_TYPE" val="i"/>
</p:tagLst>
</file>

<file path=ppt/tags/tag73.xml><?xml version="1.0" encoding="utf-8"?>
<p:tagLst xmlns:p="http://schemas.openxmlformats.org/presentationml/2006/main">
  <p:tag name="AS_UNIQUEID" val="2580"/>
  <p:tag name="KSO_WM_BEAUTIFY_FLAG" val="#wm#"/>
  <p:tag name="KSO_WM_TAG_VERSION" val="3.0"/>
  <p:tag name="KSO_WM_UNIT_COMPATIBLE" val="0"/>
  <p:tag name="KSO_WM_UNIT_DIAGRAM_ISNUMVISUAL" val="0"/>
  <p:tag name="KSO_WM_UNIT_DIAGRAM_ISREFERUNIT" val="0"/>
  <p:tag name="KSO_WM_UNIT_HIGHLIGHT" val="0"/>
  <p:tag name="KSO_WM_UNIT_ID" val="_11*i*9"/>
  <p:tag name="KSO_WM_UNIT_INDEX" val="9"/>
  <p:tag name="KSO_WM_UNIT_ISNUMDGMTITLE" val="0"/>
  <p:tag name="KSO_WM_UNIT_LAYERLEVEL" val="1"/>
  <p:tag name="KSO_WM_UNIT_NOCLEAR" val="0"/>
  <p:tag name="KSO_WM_UNIT_TYPE" val="i"/>
</p:tagLst>
</file>

<file path=ppt/tags/tag74.xml><?xml version="1.0" encoding="utf-8"?>
<p:tagLst xmlns:p="http://schemas.openxmlformats.org/presentationml/2006/main">
  <p:tag name="AS_UNIQUEID" val="2581"/>
  <p:tag name="KSO_WM_BEAUTIFY_FLAG" val="#wm#"/>
  <p:tag name="KSO_WM_TAG_VERSION" val="3.0"/>
  <p:tag name="KSO_WM_UNIT_COMPATIBLE" val="0"/>
  <p:tag name="KSO_WM_UNIT_DIAGRAM_ISNUMVISUAL" val="0"/>
  <p:tag name="KSO_WM_UNIT_DIAGRAM_ISREFERUNIT" val="0"/>
  <p:tag name="KSO_WM_UNIT_HIGHLIGHT" val="0"/>
  <p:tag name="KSO_WM_UNIT_ID" val="_11*i*7"/>
  <p:tag name="KSO_WM_UNIT_INDEX" val="7"/>
  <p:tag name="KSO_WM_UNIT_ISNUMDGMTITLE" val="0"/>
  <p:tag name="KSO_WM_UNIT_LAYERLEVEL" val="1"/>
  <p:tag name="KSO_WM_UNIT_NOCLEAR" val="0"/>
  <p:tag name="KSO_WM_UNIT_TYPE" val="i"/>
</p:tagLst>
</file>

<file path=ppt/tags/tag75.xml><?xml version="1.0" encoding="utf-8"?>
<p:tagLst xmlns:p="http://schemas.openxmlformats.org/presentationml/2006/main">
  <p:tag name="AS_UNIQUEID" val="2582"/>
  <p:tag name="KSO_WM_BEAUTIFY_FLAG" val="#wm#"/>
  <p:tag name="KSO_WM_TAG_VERSION" val="3.0"/>
  <p:tag name="KSO_WM_UNIT_COMPATIBLE" val="0"/>
  <p:tag name="KSO_WM_UNIT_DIAGRAM_ISNUMVISUAL" val="0"/>
  <p:tag name="KSO_WM_UNIT_DIAGRAM_ISREFERUNIT" val="0"/>
  <p:tag name="KSO_WM_UNIT_HIGHLIGHT" val="0"/>
  <p:tag name="KSO_WM_UNIT_ID" val="_11*i*2"/>
  <p:tag name="KSO_WM_UNIT_INDEX" val="2"/>
  <p:tag name="KSO_WM_UNIT_ISNUMDGMTITLE" val="0"/>
  <p:tag name="KSO_WM_UNIT_LAYERLEVEL" val="1"/>
  <p:tag name="KSO_WM_UNIT_NOCLEAR" val="0"/>
  <p:tag name="KSO_WM_UNIT_TYPE" val="i"/>
</p:tagLst>
</file>

<file path=ppt/tags/tag76.xml><?xml version="1.0" encoding="utf-8"?>
<p:tagLst xmlns:p="http://schemas.openxmlformats.org/presentationml/2006/main">
  <p:tag name="AS_UNIQUEID" val="2583"/>
  <p:tag name="KSO_WM_BEAUTIFY_FLAG" val="#wm#"/>
  <p:tag name="KSO_WM_TAG_VERSION" val="3.0"/>
  <p:tag name="KSO_WM_UNIT_COMPATIBLE" val="0"/>
  <p:tag name="KSO_WM_UNIT_DIAGRAM_ISNUMVISUAL" val="0"/>
  <p:tag name="KSO_WM_UNIT_DIAGRAM_ISREFERUNIT" val="0"/>
  <p:tag name="KSO_WM_UNIT_HIGHLIGHT" val="0"/>
  <p:tag name="KSO_WM_UNIT_ID" val="_11*i*3"/>
  <p:tag name="KSO_WM_UNIT_INDEX" val="3"/>
  <p:tag name="KSO_WM_UNIT_ISNUMDGMTITLE" val="0"/>
  <p:tag name="KSO_WM_UNIT_LAYERLEVEL" val="1"/>
  <p:tag name="KSO_WM_UNIT_NOCLEAR" val="0"/>
  <p:tag name="KSO_WM_UNIT_TYPE" val="i"/>
</p:tagLst>
</file>

<file path=ppt/tags/tag77.xml><?xml version="1.0" encoding="utf-8"?>
<p:tagLst xmlns:p="http://schemas.openxmlformats.org/presentationml/2006/main">
  <p:tag name="AS_UNIQUEID" val="2584"/>
  <p:tag name="KSO_WM_BEAUTIFY_FLAG" val="#wm#"/>
  <p:tag name="KSO_WM_TAG_VERSION" val="3.0"/>
  <p:tag name="KSO_WM_UNIT_COMPATIBLE" val="0"/>
  <p:tag name="KSO_WM_UNIT_DIAGRAM_ISNUMVISUAL" val="0"/>
  <p:tag name="KSO_WM_UNIT_DIAGRAM_ISREFERUNIT" val="0"/>
  <p:tag name="KSO_WM_UNIT_HIGHLIGHT" val="0"/>
  <p:tag name="KSO_WM_UNIT_ID" val="_11*i*4"/>
  <p:tag name="KSO_WM_UNIT_INDEX" val="4"/>
  <p:tag name="KSO_WM_UNIT_ISNUMDGMTITLE" val="0"/>
  <p:tag name="KSO_WM_UNIT_LAYERLEVEL" val="1"/>
  <p:tag name="KSO_WM_UNIT_NOCLEAR" val="0"/>
  <p:tag name="KSO_WM_UNIT_TYPE" val="i"/>
</p:tagLst>
</file>

<file path=ppt/tags/tag78.xml><?xml version="1.0" encoding="utf-8"?>
<p:tagLst xmlns:p="http://schemas.openxmlformats.org/presentationml/2006/main">
  <p:tag name="AS_UNIQUEID" val="2585"/>
  <p:tag name="KSO_WM_BEAUTIFY_FLAG" val="#wm#"/>
  <p:tag name="KSO_WM_TAG_VERSION" val="3.0"/>
  <p:tag name="KSO_WM_UNIT_COMPATIBLE" val="0"/>
  <p:tag name="KSO_WM_UNIT_DIAGRAM_ISNUMVISUAL" val="0"/>
  <p:tag name="KSO_WM_UNIT_DIAGRAM_ISREFERUNIT" val="0"/>
  <p:tag name="KSO_WM_UNIT_HIGHLIGHT" val="0"/>
  <p:tag name="KSO_WM_UNIT_ID" val="_11*i*5"/>
  <p:tag name="KSO_WM_UNIT_INDEX" val="5"/>
  <p:tag name="KSO_WM_UNIT_ISNUMDGMTITLE" val="0"/>
  <p:tag name="KSO_WM_UNIT_LAYERLEVEL" val="1"/>
  <p:tag name="KSO_WM_UNIT_NOCLEAR" val="0"/>
  <p:tag name="KSO_WM_UNIT_TYPE" val="i"/>
</p:tagLst>
</file>

<file path=ppt/tags/tag79.xml><?xml version="1.0" encoding="utf-8"?>
<p:tagLst xmlns:p="http://schemas.openxmlformats.org/presentationml/2006/main">
  <p:tag name="AS_UNIQUEID" val="2586"/>
  <p:tag name="KSO_WM_BEAUTIFY_FLAG" val="#wm#"/>
  <p:tag name="KSO_WM_TAG_VERSION" val="3.0"/>
  <p:tag name="KSO_WM_UNIT_COMPATIBLE" val="0"/>
  <p:tag name="KSO_WM_UNIT_DIAGRAM_ISNUMVISUAL" val="0"/>
  <p:tag name="KSO_WM_UNIT_DIAGRAM_ISREFERUNIT" val="0"/>
  <p:tag name="KSO_WM_UNIT_HIGHLIGHT" val="0"/>
  <p:tag name="KSO_WM_UNIT_ID" val="_11*i*10"/>
  <p:tag name="KSO_WM_UNIT_INDEX" val="10"/>
  <p:tag name="KSO_WM_UNIT_ISNUMDGMTITLE" val="0"/>
  <p:tag name="KSO_WM_UNIT_LAYERLEVEL" val="1"/>
  <p:tag name="KSO_WM_UNIT_NOCLEAR" val="0"/>
  <p:tag name="KSO_WM_UNIT_TYPE" val="i"/>
</p:tagLst>
</file>

<file path=ppt/tags/tag80.xml><?xml version="1.0" encoding="utf-8"?>
<p:tagLst xmlns:p="http://schemas.openxmlformats.org/presentationml/2006/main">
  <p:tag name="AS_UNIQUEID" val="2587"/>
  <p:tag name="KSO_WM_BEAUTIFY_FLAG" val="#wm#"/>
  <p:tag name="KSO_WM_TAG_VERSION" val="3.0"/>
  <p:tag name="KSO_WM_UNIT_COMPATIBLE" val="0"/>
  <p:tag name="KSO_WM_UNIT_DIAGRAM_ISNUMVISUAL" val="0"/>
  <p:tag name="KSO_WM_UNIT_DIAGRAM_ISREFERUNIT" val="0"/>
  <p:tag name="KSO_WM_UNIT_HIGHLIGHT" val="0"/>
  <p:tag name="KSO_WM_UNIT_ID" val="_11*i*8"/>
  <p:tag name="KSO_WM_UNIT_INDEX" val="8"/>
  <p:tag name="KSO_WM_UNIT_ISNUMDGMTITLE" val="0"/>
  <p:tag name="KSO_WM_UNIT_LAYERLEVEL" val="1"/>
  <p:tag name="KSO_WM_UNIT_NOCLEAR" val="0"/>
  <p:tag name="KSO_WM_UNIT_TYPE" val="i"/>
</p:tagLst>
</file>

<file path=ppt/tags/tag81.xml><?xml version="1.0" encoding="utf-8"?>
<p:tagLst xmlns:p="http://schemas.openxmlformats.org/presentationml/2006/main">
  <p:tag name="AS_UNIQUEID" val="2588"/>
  <p:tag name="KSO_WM_BEAUTIFY_FLAG" val="#wm#"/>
  <p:tag name="KSO_WM_TAG_VERSION" val="3.0"/>
  <p:tag name="KSO_WM_UNIT_COMPATIBLE" val="0"/>
  <p:tag name="KSO_WM_UNIT_DIAGRAM_ISNUMVISUAL" val="0"/>
  <p:tag name="KSO_WM_UNIT_DIAGRAM_ISREFERUNIT" val="0"/>
  <p:tag name="KSO_WM_UNIT_HIGHLIGHT" val="0"/>
  <p:tag name="KSO_WM_UNIT_ID" val="_11*i*6"/>
  <p:tag name="KSO_WM_UNIT_INDEX" val="6"/>
  <p:tag name="KSO_WM_UNIT_ISNUMDGMTITLE" val="0"/>
  <p:tag name="KSO_WM_UNIT_LAYERLEVEL" val="1"/>
  <p:tag name="KSO_WM_UNIT_NOCLEAR" val="0"/>
  <p:tag name="KSO_WM_UNIT_TYPE" val="i"/>
</p:tagLst>
</file>

<file path=ppt/tags/tag82.xml><?xml version="1.0" encoding="utf-8"?>
<p:tagLst xmlns:p="http://schemas.openxmlformats.org/presentationml/2006/main">
  <p:tag name="AS_UNIQUEID" val="2589"/>
  <p:tag name="KSO_WM_BEAUTIFY_FLAG" val="#wm#"/>
  <p:tag name="KSO_WM_TAG_VERSION" val="3.0"/>
  <p:tag name="KSO_WM_UNIT_COMPATIBLE" val="0"/>
  <p:tag name="KSO_WM_UNIT_DIAGRAM_ISNUMVISUAL" val="0"/>
  <p:tag name="KSO_WM_UNIT_DIAGRAM_ISREFERUNIT" val="0"/>
  <p:tag name="KSO_WM_UNIT_HIGHLIGHT" val="0"/>
  <p:tag name="KSO_WM_UNIT_ID" val="_11*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83.xml><?xml version="1.0" encoding="utf-8"?>
<p:tagLst xmlns:p="http://schemas.openxmlformats.org/presentationml/2006/main">
  <p:tag name="AS_UNIQUEID" val="2590"/>
  <p:tag name="KSO_WM_BEAUTIFY_FLAG" val="#wm#"/>
  <p:tag name="KSO_WM_TAG_VERSION" val="3.0"/>
  <p:tag name="KSO_WM_UNIT_COMPATIBLE" val="0"/>
  <p:tag name="KSO_WM_UNIT_DIAGRAM_ISNUMVISUAL" val="0"/>
  <p:tag name="KSO_WM_UNIT_DIAGRAM_ISREFERUNIT" val="0"/>
  <p:tag name="KSO_WM_UNIT_HIGHLIGHT" val="0"/>
  <p:tag name="KSO_WM_UNIT_ID" val="_11*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Lst>
</file>

<file path=ppt/tags/tag84.xml><?xml version="1.0" encoding="utf-8"?>
<p:tagLst xmlns:p="http://schemas.openxmlformats.org/presentationml/2006/main">
  <p:tag name="AS_UNIQUEID" val="2591"/>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85.xml><?xml version="1.0" encoding="utf-8"?>
<p:tagLst xmlns:p="http://schemas.openxmlformats.org/presentationml/2006/main">
  <p:tag name="AS_UNIQUEID" val="2592"/>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86.xml><?xml version="1.0" encoding="utf-8"?>
<p:tagLst xmlns:p="http://schemas.openxmlformats.org/presentationml/2006/main">
  <p:tag name="AS_UNIQUEID" val="2593"/>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87.xml><?xml version="1.0" encoding="utf-8"?>
<p:tagLst xmlns:p="http://schemas.openxmlformats.org/presentationml/2006/main">
  <p:tag name="AS_UNIQUEID" val="2594"/>
  <p:tag name="KSO_WM_BEAUTIFY_FLAG" val="#wm#"/>
  <p:tag name="KSO_WM_TAG_VERSION" val="3.0"/>
  <p:tag name="KSO_WM_UNIT_COMPATIBLE" val="0"/>
  <p:tag name="KSO_WM_UNIT_DIAGRAM_ISNUMVISUAL" val="0"/>
  <p:tag name="KSO_WM_UNIT_DIAGRAM_ISREFERUNIT" val="0"/>
  <p:tag name="KSO_WM_UNIT_HIGHLIGHT" val="0"/>
  <p:tag name="KSO_WM_UNIT_ID" val="_11*f*2"/>
  <p:tag name="KSO_WM_UNIT_INDEX" val="2"/>
  <p:tag name="KSO_WM_UNIT_ISNUMDGMTITLE" val="0"/>
  <p:tag name="KSO_WM_UNIT_LAYERLEVEL" val="1"/>
  <p:tag name="KSO_WM_UNIT_NOCLEAR" val="0"/>
  <p:tag name="KSO_WM_UNIT_PRESET_TEXT" val="公司名"/>
  <p:tag name="KSO_WM_UNIT_SUBTYPE" val="g"/>
  <p:tag name="KSO_WM_UNIT_TYPE" val="f"/>
</p:tagLst>
</file>

<file path=ppt/tags/tag88.xml><?xml version="1.0" encoding="utf-8"?>
<p:tagLst xmlns:p="http://schemas.openxmlformats.org/presentationml/2006/main">
  <p:tag name="AS_UNIQUEID" val="2595"/>
  <p:tag name="KSO_WM_BEAUTIFY_FLAG" val="#wm#"/>
  <p:tag name="KSO_WM_TAG_VERSION" val="3.0"/>
  <p:tag name="KSO_WM_UNIT_COMPATIBLE" val="0"/>
  <p:tag name="KSO_WM_UNIT_DIAGRAM_ISNUMVISUAL" val="0"/>
  <p:tag name="KSO_WM_UNIT_DIAGRAM_ISREFERUNIT" val="0"/>
  <p:tag name="KSO_WM_UNIT_HIGHLIGHT" val="0"/>
  <p:tag name="KSO_WM_UNIT_ID" val="_11*f*1"/>
  <p:tag name="KSO_WM_UNIT_INDEX" val="1"/>
  <p:tag name="KSO_WM_UNIT_ISNUMDGMTITLE" val="0"/>
  <p:tag name="KSO_WM_UNIT_LAYERLEVEL" val="1"/>
  <p:tag name="KSO_WM_UNIT_NOCLEAR" val="0"/>
  <p:tag name="KSO_WM_UNIT_PRESET_TEXT" val="署名"/>
  <p:tag name="KSO_WM_UNIT_SUBTYPE" val="b"/>
  <p:tag name="KSO_WM_UNIT_TYPE" val="f"/>
</p:tagLst>
</file>

<file path=ppt/tags/tag89.xml><?xml version="1.0" encoding="utf-8"?>
<p:tagLst xmlns:p="http://schemas.openxmlformats.org/presentationml/2006/main">
  <p:tag name="AS_UNIQUEID" val="2597"/>
  <p:tag name="KSO_WM_BEAUTIFY_FLAG" val="#wm#"/>
  <p:tag name="KSO_WM_TAG_VERSION" val="3.0"/>
  <p:tag name="KSO_WM_UNIT_COMPATIBLE" val="0"/>
  <p:tag name="KSO_WM_UNIT_DIAGRAM_ISNUMVISUAL" val="0"/>
  <p:tag name="KSO_WM_UNIT_DIAGRAM_ISREFERUNIT" val="0"/>
  <p:tag name="KSO_WM_UNIT_HIGHLIGHT" val="0"/>
  <p:tag name="KSO_WM_UNIT_ID" val="_0*i*1"/>
  <p:tag name="KSO_WM_UNIT_INDEX" val="1"/>
  <p:tag name="KSO_WM_UNIT_ISNUMDGMTITLE" val="0"/>
  <p:tag name="KSO_WM_UNIT_LAYERLEVEL" val="1"/>
  <p:tag name="KSO_WM_UNIT_NOCLEAR" val="0"/>
  <p:tag name="KSO_WM_UNIT_TYPE" val="i"/>
</p:tagLst>
</file>

<file path=ppt/tags/tag90.xml><?xml version="1.0" encoding="utf-8"?>
<p:tagLst xmlns:p="http://schemas.openxmlformats.org/presentationml/2006/main">
  <p:tag name="AS_UNIQUEID" val="2598"/>
  <p:tag name="KSO_WM_BEAUTIFY_FLAG" val="#wm#"/>
  <p:tag name="KSO_WM_TAG_VERSION" val="3.0"/>
  <p:tag name="KSO_WM_UNIT_COMPATIBLE" val="0"/>
  <p:tag name="KSO_WM_UNIT_DIAGRAM_ISNUMVISUAL" val="0"/>
  <p:tag name="KSO_WM_UNIT_DIAGRAM_ISREFERUNIT" val="0"/>
  <p:tag name="KSO_WM_UNIT_HIGHLIGHT" val="0"/>
  <p:tag name="KSO_WM_UNIT_ID" val="_0*i*2"/>
  <p:tag name="KSO_WM_UNIT_INDEX" val="2"/>
  <p:tag name="KSO_WM_UNIT_ISNUMDGMTITLE" val="0"/>
  <p:tag name="KSO_WM_UNIT_LAYERLEVEL" val="1"/>
  <p:tag name="KSO_WM_UNIT_NOCLEAR" val="0"/>
  <p:tag name="KSO_WM_UNIT_TYPE" val="i"/>
</p:tagLst>
</file>

<file path=ppt/tags/tag91.xml><?xml version="1.0" encoding="utf-8"?>
<p:tagLst xmlns:p="http://schemas.openxmlformats.org/presentationml/2006/main">
  <p:tag name="AS_UNIQUEID" val="2599"/>
  <p:tag name="KSO_WM_BEAUTIFY_FLAG" val="#wm#"/>
  <p:tag name="KSO_WM_TAG_VERSION" val="3.0"/>
  <p:tag name="KSO_WM_UNIT_COMPATIBLE" val="0"/>
  <p:tag name="KSO_WM_UNIT_DIAGRAM_ISNUMVISUAL" val="0"/>
  <p:tag name="KSO_WM_UNIT_DIAGRAM_ISREFERUNIT" val="0"/>
  <p:tag name="KSO_WM_UNIT_HIGHLIGHT" val="0"/>
  <p:tag name="KSO_WM_UNIT_ID" val="_0*i*3"/>
  <p:tag name="KSO_WM_UNIT_INDEX" val="3"/>
  <p:tag name="KSO_WM_UNIT_ISNUMDGMTITLE" val="0"/>
  <p:tag name="KSO_WM_UNIT_LAYERLEVEL" val="1"/>
  <p:tag name="KSO_WM_UNIT_NOCLEAR" val="0"/>
  <p:tag name="KSO_WM_UNIT_TYPE" val="i"/>
</p:tagLst>
</file>

<file path=ppt/tags/tag92.xml><?xml version="1.0" encoding="utf-8"?>
<p:tagLst xmlns:p="http://schemas.openxmlformats.org/presentationml/2006/main">
  <p:tag name="AS_UNIQUEID" val="2600"/>
  <p:tag name="KSO_WM_BEAUTIFY_FLAG" val="#wm#"/>
  <p:tag name="KSO_WM_TAG_VERSION" val="1.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_0*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93.xml><?xml version="1.0" encoding="utf-8"?>
<p:tagLst xmlns:p="http://schemas.openxmlformats.org/presentationml/2006/main">
  <p:tag name="AS_UNIQUEID" val="2601"/>
  <p:tag name="KSO_WM_BEAUTIFY_FLAG" val="#wm#"/>
  <p:tag name="KSO_WM_TAG_VERSION" val="1.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_0*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Lst>
</file>

<file path=ppt/tags/tag94.xml><?xml version="1.0" encoding="utf-8"?>
<p:tagLst xmlns:p="http://schemas.openxmlformats.org/presentationml/2006/main">
  <p:tag name="AS_UNIQUEID" val="2602"/>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95.xml><?xml version="1.0" encoding="utf-8"?>
<p:tagLst xmlns:p="http://schemas.openxmlformats.org/presentationml/2006/main">
  <p:tag name="AS_UNIQUEID" val="2603"/>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96.xml><?xml version="1.0" encoding="utf-8"?>
<p:tagLst xmlns:p="http://schemas.openxmlformats.org/presentationml/2006/main">
  <p:tag name="AS_UNIQUEID" val="2604"/>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97.xml><?xml version="1.0" encoding="utf-8"?>
<p:tagLst xmlns:p="http://schemas.openxmlformats.org/presentationml/2006/main">
  <p:tag name="AS_UNIQUEID" val="2605"/>
  <p:tag name="KSO_WM_BEAUTIFY_FLAG" val="#wm#"/>
  <p:tag name="KSO_WM_TAG_VERSION" val="3.0"/>
  <p:tag name="KSO_WM_TEMPLATE_CATEGORY" val="custom"/>
  <p:tag name="KSO_WM_TEMPLATE_COLOR_TYPE" val="0"/>
  <p:tag name="KSO_WM_TEMPLATE_INDEX" val="20236725"/>
  <p:tag name="KSO_WM_TEMPLATE_MASTER_TYPE" val="0"/>
  <p:tag name="KSO_WM_TEMPLATE_SUBCATEGORY" val="29"/>
  <p:tag name="KSO_WM_TEMPLATE_THUMBS_INDEX" val="1、9"/>
</p:tagLst>
</file>

<file path=ppt/tags/tag98.xml><?xml version="1.0" encoding="utf-8"?>
<p:tagLst xmlns:p="http://schemas.openxmlformats.org/presentationml/2006/main">
  <p:tag name="AS_UNIQUEID" val="2606"/>
</p:tagLst>
</file>

<file path=ppt/tags/tag99.xml><?xml version="1.0" encoding="utf-8"?>
<p:tagLst xmlns:p="http://schemas.openxmlformats.org/presentationml/2006/main">
  <p:tag name="AS_UNIQUEID" val="2615"/>
  <p:tag name="KSO_WM_BEAUTIFY_FLAG" val="#wm#"/>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1*b*1"/>
  <p:tag name="KSO_WM_UNIT_INDEX" val="1"/>
  <p:tag name="KSO_WM_UNIT_ISCONTENTSTITLE" val="0"/>
  <p:tag name="KSO_WM_UNIT_ISNUMDGMTITLE" val="0"/>
  <p:tag name="KSO_WM_UNIT_LAYERLEVEL" val="1"/>
  <p:tag name="KSO_WM_UNIT_NOCLEAR" val="0"/>
  <p:tag name="KSO_WM_UNIT_PRESET_TEXT" val="单击此处添加副标题"/>
  <p:tag name="KSO_WM_UNIT_TEXT_TYPE" val="1"/>
  <p:tag name="KSO_WM_UNIT_TYPE" val="b"/>
  <p:tag name="KSO_WM_UNIT_VALUE" val="42"/>
</p:tagLst>
</file>

<file path=ppt/tags/tag100.xml><?xml version="1.0" encoding="utf-8"?>
<p:tagLst xmlns:p="http://schemas.openxmlformats.org/presentationml/2006/main">
  <p:tag name="AS_UNIQUEID" val="2616"/>
  <p:tag name="KSO_WM_BEAUTIFY_FLAG" val="#wm#"/>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1*a*1"/>
  <p:tag name="KSO_WM_UNIT_INDEX" val="1"/>
  <p:tag name="KSO_WM_UNIT_ISCONTENTSTITLE" val="0"/>
  <p:tag name="KSO_WM_UNIT_ISNUMDGMTITLE" val="0"/>
  <p:tag name="KSO_WM_UNIT_LAYERLEVEL" val="1"/>
  <p:tag name="KSO_WM_UNIT_NOCLEAR" val="0"/>
  <p:tag name="KSO_WM_UNIT_PRESET_TEXT" val="单击此处&#10;添加文档标题"/>
  <p:tag name="KSO_WM_UNIT_TEXT_TYPE" val="1"/>
  <p:tag name="KSO_WM_UNIT_TYPE" val="a"/>
  <p:tag name="KSO_WM_UNIT_VALUE" val="14"/>
</p:tagLst>
</file>

<file path=ppt/tags/tag101.xml><?xml version="1.0" encoding="utf-8"?>
<p:tagLst xmlns:p="http://schemas.openxmlformats.org/presentationml/2006/main">
  <p:tag name="KSO_WM_BEAUTIFY_FLAG" val="#wm#"/>
  <p:tag name="KSO_WM_SLIDE_ID" val="custom20236725_1"/>
  <p:tag name="KSO_WM_SLIDE_INDEX" val="1"/>
  <p:tag name="KSO_WM_SLIDE_ITEM_CNT" val="0"/>
  <p:tag name="KSO_WM_SLIDE_LAYOUT" val="a_b_f"/>
  <p:tag name="KSO_WM_SLIDE_LAYOUT_CNT" val="1_1_2"/>
  <p:tag name="KSO_WM_SLIDE_SUBTYPE" val="pureTxt"/>
  <p:tag name="KSO_WM_SLIDE_TYPE" val="title"/>
  <p:tag name="KSO_WM_TAG_VERSION" val="3.0"/>
  <p:tag name="KSO_WM_TEMPLATE_CATEGORY" val="custom"/>
  <p:tag name="KSO_WM_TEMPLATE_COLOR_TYPE" val="0"/>
  <p:tag name="KSO_WM_TEMPLATE_INDEX" val="20236725"/>
  <p:tag name="KSO_WM_TEMPLATE_MASTER_TYPE" val="0"/>
  <p:tag name="KSO_WM_TEMPLATE_SUBCATEGORY" val="29"/>
  <p:tag name="KSO_WM_TEMPLATE_THUMBS_INDEX" val="1、9"/>
</p:tagLst>
</file>

<file path=ppt/tags/tag102.xml><?xml version="1.0" encoding="utf-8"?>
<p:tagLst xmlns:p="http://schemas.openxmlformats.org/presentationml/2006/main">
  <p:tag name="AS_UNIQUEID" val="2622"/>
  <p:tag name="KSO_WM_BEAUTIFY_FLAG" val="#wm#"/>
  <p:tag name="KSO_WM_UNIT_INDEX" val="1"/>
  <p:tag name="KSO_WM_UNIT_TYPE" val="d"/>
</p:tagLst>
</file>

<file path=ppt/tags/tag103.xml><?xml version="1.0" encoding="utf-8"?>
<p:tagLst xmlns:p="http://schemas.openxmlformats.org/presentationml/2006/main">
  <p:tag name="AS_UNIQUEID" val="2623"/>
  <p:tag name="KSO_WM_BEAUTIFY_FLAG" val="#wm#"/>
  <p:tag name="KSO_WM_DIAGRAM_GROUP_CODE" val="l1-1"/>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a*1"/>
  <p:tag name="KSO_WM_UNIT_INDEX" val="1"/>
  <p:tag name="KSO_WM_UNIT_ISCONTENTSTITLE" val="1"/>
  <p:tag name="KSO_WM_UNIT_ISNUMDGMTITLE" val="0"/>
  <p:tag name="KSO_WM_UNIT_LAYERLEVEL" val="1"/>
  <p:tag name="KSO_WM_UNIT_NOCLEAR" val="0"/>
  <p:tag name="KSO_WM_UNIT_TYPE" val="a"/>
  <p:tag name="KSO_WM_UNIT_VALUE" val="2"/>
</p:tagLst>
</file>

<file path=ppt/tags/tag104.xml><?xml version="1.0" encoding="utf-8"?>
<p:tagLst xmlns:p="http://schemas.openxmlformats.org/presentationml/2006/main">
  <p:tag name="AS_UNIQUEID" val="2624"/>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1_1"/>
  <p:tag name="KSO_WM_UNIT_INDEX" val="1_1_1"/>
  <p:tag name="KSO_WM_UNIT_ISNUMDGMTITLE" val="0"/>
  <p:tag name="KSO_WM_UNIT_LAYERLEVEL" val="1_1_1"/>
  <p:tag name="KSO_WM_UNIT_NOCLEAR" val="0"/>
  <p:tag name="KSO_WM_UNIT_TYPE" val="l_h_i"/>
</p:tagLst>
</file>

<file path=ppt/tags/tag105.xml><?xml version="1.0" encoding="utf-8"?>
<p:tagLst xmlns:p="http://schemas.openxmlformats.org/presentationml/2006/main">
  <p:tag name="AS_UNIQUEID" val="2625"/>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2_1"/>
  <p:tag name="KSO_WM_UNIT_INDEX" val="1_2_1"/>
  <p:tag name="KSO_WM_UNIT_ISNUMDGMTITLE" val="0"/>
  <p:tag name="KSO_WM_UNIT_LAYERLEVEL" val="1_1_1"/>
  <p:tag name="KSO_WM_UNIT_NOCLEAR" val="0"/>
  <p:tag name="KSO_WM_UNIT_TYPE" val="l_h_i"/>
</p:tagLst>
</file>

<file path=ppt/tags/tag106.xml><?xml version="1.0" encoding="utf-8"?>
<p:tagLst xmlns:p="http://schemas.openxmlformats.org/presentationml/2006/main">
  <p:tag name="AS_UNIQUEID" val="2626"/>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1_2"/>
  <p:tag name="KSO_WM_UNIT_INDEX" val="1_1_2"/>
  <p:tag name="KSO_WM_UNIT_ISNUMDGMTITLE" val="0"/>
  <p:tag name="KSO_WM_UNIT_LAYERLEVEL" val="1_1_1"/>
  <p:tag name="KSO_WM_UNIT_NOCLEAR" val="0"/>
  <p:tag name="KSO_WM_UNIT_SUBTYPE" val="d"/>
  <p:tag name="KSO_WM_UNIT_TYPE" val="l_h_i"/>
</p:tagLst>
</file>

<file path=ppt/tags/tag107.xml><?xml version="1.0" encoding="utf-8"?>
<p:tagLst xmlns:p="http://schemas.openxmlformats.org/presentationml/2006/main">
  <p:tag name="AS_UNIQUEID" val="2627"/>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1_1"/>
  <p:tag name="KSO_WM_UNIT_INDEX" val="1_1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08.xml><?xml version="1.0" encoding="utf-8"?>
<p:tagLst xmlns:p="http://schemas.openxmlformats.org/presentationml/2006/main">
  <p:tag name="AS_UNIQUEID" val="2628"/>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2_2"/>
  <p:tag name="KSO_WM_UNIT_INDEX" val="1_2_2"/>
  <p:tag name="KSO_WM_UNIT_ISNUMDGMTITLE" val="0"/>
  <p:tag name="KSO_WM_UNIT_LAYERLEVEL" val="1_1_1"/>
  <p:tag name="KSO_WM_UNIT_NOCLEAR" val="0"/>
  <p:tag name="KSO_WM_UNIT_SUBTYPE" val="d"/>
  <p:tag name="KSO_WM_UNIT_TYPE" val="l_h_i"/>
</p:tagLst>
</file>

<file path=ppt/tags/tag109.xml><?xml version="1.0" encoding="utf-8"?>
<p:tagLst xmlns:p="http://schemas.openxmlformats.org/presentationml/2006/main">
  <p:tag name="AS_UNIQUEID" val="2629"/>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2_1"/>
  <p:tag name="KSO_WM_UNIT_INDEX" val="1_2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0.xml><?xml version="1.0" encoding="utf-8"?>
<p:tagLst xmlns:p="http://schemas.openxmlformats.org/presentationml/2006/main">
  <p:tag name="AS_UNIQUEID" val="2630"/>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3_1"/>
  <p:tag name="KSO_WM_UNIT_INDEX" val="1_3_1"/>
  <p:tag name="KSO_WM_UNIT_ISNUMDGMTITLE" val="0"/>
  <p:tag name="KSO_WM_UNIT_LAYERLEVEL" val="1_1_1"/>
  <p:tag name="KSO_WM_UNIT_NOCLEAR" val="0"/>
  <p:tag name="KSO_WM_UNIT_TYPE" val="l_h_i"/>
</p:tagLst>
</file>

<file path=ppt/tags/tag111.xml><?xml version="1.0" encoding="utf-8"?>
<p:tagLst xmlns:p="http://schemas.openxmlformats.org/presentationml/2006/main">
  <p:tag name="AS_UNIQUEID" val="2631"/>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3_2"/>
  <p:tag name="KSO_WM_UNIT_INDEX" val="1_3_2"/>
  <p:tag name="KSO_WM_UNIT_ISNUMDGMTITLE" val="0"/>
  <p:tag name="KSO_WM_UNIT_LAYERLEVEL" val="1_1_1"/>
  <p:tag name="KSO_WM_UNIT_NOCLEAR" val="0"/>
  <p:tag name="KSO_WM_UNIT_SUBTYPE" val="d"/>
  <p:tag name="KSO_WM_UNIT_TYPE" val="l_h_i"/>
</p:tagLst>
</file>

<file path=ppt/tags/tag112.xml><?xml version="1.0" encoding="utf-8"?>
<p:tagLst xmlns:p="http://schemas.openxmlformats.org/presentationml/2006/main">
  <p:tag name="AS_UNIQUEID" val="2632"/>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3_1"/>
  <p:tag name="KSO_WM_UNIT_INDEX" val="1_3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3.xml><?xml version="1.0" encoding="utf-8"?>
<p:tagLst xmlns:p="http://schemas.openxmlformats.org/presentationml/2006/main">
  <p:tag name="AS_UNIQUEID" val="2633"/>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4_1"/>
  <p:tag name="KSO_WM_UNIT_INDEX" val="1_4_1"/>
  <p:tag name="KSO_WM_UNIT_ISNUMDGMTITLE" val="0"/>
  <p:tag name="KSO_WM_UNIT_LAYERLEVEL" val="1_1_1"/>
  <p:tag name="KSO_WM_UNIT_NOCLEAR" val="0"/>
  <p:tag name="KSO_WM_UNIT_TYPE" val="l_h_i"/>
</p:tagLst>
</file>

<file path=ppt/tags/tag114.xml><?xml version="1.0" encoding="utf-8"?>
<p:tagLst xmlns:p="http://schemas.openxmlformats.org/presentationml/2006/main">
  <p:tag name="AS_UNIQUEID" val="2634"/>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5_1"/>
  <p:tag name="KSO_WM_UNIT_INDEX" val="1_5_1"/>
  <p:tag name="KSO_WM_UNIT_ISNUMDGMTITLE" val="0"/>
  <p:tag name="KSO_WM_UNIT_LAYERLEVEL" val="1_1_1"/>
  <p:tag name="KSO_WM_UNIT_NOCLEAR" val="0"/>
  <p:tag name="KSO_WM_UNIT_TYPE" val="l_h_i"/>
</p:tagLst>
</file>

<file path=ppt/tags/tag115.xml><?xml version="1.0" encoding="utf-8"?>
<p:tagLst xmlns:p="http://schemas.openxmlformats.org/presentationml/2006/main">
  <p:tag name="AS_UNIQUEID" val="2635"/>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4_2"/>
  <p:tag name="KSO_WM_UNIT_INDEX" val="1_4_2"/>
  <p:tag name="KSO_WM_UNIT_ISNUMDGMTITLE" val="0"/>
  <p:tag name="KSO_WM_UNIT_LAYERLEVEL" val="1_1_1"/>
  <p:tag name="KSO_WM_UNIT_NOCLEAR" val="0"/>
  <p:tag name="KSO_WM_UNIT_SUBTYPE" val="d"/>
  <p:tag name="KSO_WM_UNIT_TYPE" val="l_h_i"/>
</p:tagLst>
</file>

<file path=ppt/tags/tag116.xml><?xml version="1.0" encoding="utf-8"?>
<p:tagLst xmlns:p="http://schemas.openxmlformats.org/presentationml/2006/main">
  <p:tag name="AS_UNIQUEID" val="2636"/>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4_1"/>
  <p:tag name="KSO_WM_UNIT_INDEX" val="1_4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7.xml><?xml version="1.0" encoding="utf-8"?>
<p:tagLst xmlns:p="http://schemas.openxmlformats.org/presentationml/2006/main">
  <p:tag name="AS_UNIQUEID" val="2637"/>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5_2"/>
  <p:tag name="KSO_WM_UNIT_INDEX" val="1_5_2"/>
  <p:tag name="KSO_WM_UNIT_ISNUMDGMTITLE" val="0"/>
  <p:tag name="KSO_WM_UNIT_LAYERLEVEL" val="1_1_1"/>
  <p:tag name="KSO_WM_UNIT_NOCLEAR" val="0"/>
  <p:tag name="KSO_WM_UNIT_SUBTYPE" val="d"/>
  <p:tag name="KSO_WM_UNIT_TYPE" val="l_h_i"/>
</p:tagLst>
</file>

<file path=ppt/tags/tag118.xml><?xml version="1.0" encoding="utf-8"?>
<p:tagLst xmlns:p="http://schemas.openxmlformats.org/presentationml/2006/main">
  <p:tag name="AS_UNIQUEID" val="2638"/>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5_1"/>
  <p:tag name="KSO_WM_UNIT_INDEX" val="1_5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9.xml><?xml version="1.0" encoding="utf-8"?>
<p:tagLst xmlns:p="http://schemas.openxmlformats.org/presentationml/2006/main">
  <p:tag name="AS_UNIQUEID" val="2639"/>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6_1"/>
  <p:tag name="KSO_WM_UNIT_INDEX" val="1_6_1"/>
  <p:tag name="KSO_WM_UNIT_ISNUMDGMTITLE" val="0"/>
  <p:tag name="KSO_WM_UNIT_LAYERLEVEL" val="1_1_1"/>
  <p:tag name="KSO_WM_UNIT_NOCLEAR" val="0"/>
  <p:tag name="KSO_WM_UNIT_TYPE" val="l_h_i"/>
</p:tagLst>
</file>

<file path=ppt/tags/tag120.xml><?xml version="1.0" encoding="utf-8"?>
<p:tagLst xmlns:p="http://schemas.openxmlformats.org/presentationml/2006/main">
  <p:tag name="AS_UNIQUEID" val="2640"/>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6_2"/>
  <p:tag name="KSO_WM_UNIT_INDEX" val="1_6_2"/>
  <p:tag name="KSO_WM_UNIT_ISNUMDGMTITLE" val="0"/>
  <p:tag name="KSO_WM_UNIT_LAYERLEVEL" val="1_1_1"/>
  <p:tag name="KSO_WM_UNIT_NOCLEAR" val="0"/>
  <p:tag name="KSO_WM_UNIT_SUBTYPE" val="d"/>
  <p:tag name="KSO_WM_UNIT_TYPE" val="l_h_i"/>
</p:tagLst>
</file>

<file path=ppt/tags/tag121.xml><?xml version="1.0" encoding="utf-8"?>
<p:tagLst xmlns:p="http://schemas.openxmlformats.org/presentationml/2006/main">
  <p:tag name="AS_UNIQUEID" val="2641"/>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quot;left&quot;:62.92524474617058,&quot;top&quot;:161.387205714428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6_1"/>
  <p:tag name="KSO_WM_UNIT_INDEX" val="1_6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22.xml><?xml version="1.0" encoding="utf-8"?>
<p:tagLst xmlns:p="http://schemas.openxmlformats.org/presentationml/2006/main">
  <p:tag name="AS_UNIQUEID" val="2642"/>
  <p:tag name="KSO_WM_BEAUTIFY_FLAG" val="#wm#"/>
  <p:tag name="KSO_WM_DIAGRAM_GROUP_CODE" val="l1-1"/>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i*1"/>
  <p:tag name="KSO_WM_UNIT_INDEX" val="1"/>
  <p:tag name="KSO_WM_UNIT_ISNUMDGMTITLE" val="0"/>
  <p:tag name="KSO_WM_UNIT_LAYERLEVEL" val="1"/>
  <p:tag name="KSO_WM_UNIT_NOCLEAR" val="0"/>
  <p:tag name="KSO_WM_UNIT_TYPE" val="i"/>
</p:tagLst>
</file>

<file path=ppt/tags/tag123.xml><?xml version="1.0" encoding="utf-8"?>
<p:tagLst xmlns:p="http://schemas.openxmlformats.org/presentationml/2006/main">
  <p:tag name="KSO_WM_BEAUTIFY_FLAG" val="#wm#"/>
  <p:tag name="KSO_WM_DIAGRAM_GROUP_CODE" val="l1-1"/>
  <p:tag name="KSO_WM_SLIDE_DIAGTYPE" val="l"/>
  <p:tag name="KSO_WM_SLIDE_ID" val="custom20236725_6"/>
  <p:tag name="KSO_WM_SLIDE_INDEX" val="6"/>
  <p:tag name="KSO_WM_SLIDE_ITEM_CNT" val="6"/>
  <p:tag name="KSO_WM_SLIDE_LAYOUT" val="a_l"/>
  <p:tag name="KSO_WM_SLIDE_LAYOUT_CNT" val="1_1"/>
  <p:tag name="KSO_WM_SLIDE_SUBTYPE" val="diag"/>
  <p:tag name="KSO_WM_SLIDE_THEME_ID" val="3329608"/>
  <p:tag name="KSO_WM_SLIDE_THEME_NAME" val="蓝色职场办公商务风主题"/>
  <p:tag name="KSO_WM_SLIDE_TYPE" val="contents"/>
  <p:tag name="KSO_WM_TAG_VERSION" val="3.0"/>
  <p:tag name="KSO_WM_TEMPLATE_CATEGORY" val="custom"/>
  <p:tag name="KSO_WM_TEMPLATE_COLOR_TYPE" val="0"/>
  <p:tag name="KSO_WM_TEMPLATE_INDEX" val="20236725"/>
  <p:tag name="KSO_WM_TEMPLATE_MASTER_TYPE" val="0"/>
  <p:tag name="KSO_WM_TEMPLATE_SUBCATEGORY" val="29"/>
</p:tagLst>
</file>

<file path=ppt/tags/tag124.xml><?xml version="1.0" encoding="utf-8"?>
<p:tagLst xmlns:p="http://schemas.openxmlformats.org/presentationml/2006/main">
  <p:tag name="AS_UNIQUEID" val="2618"/>
</p:tagLst>
</file>

<file path=ppt/tags/tag125.xml><?xml version="1.0" encoding="utf-8"?>
<p:tagLst xmlns:p="http://schemas.openxmlformats.org/presentationml/2006/main">
  <p:tag name="AS_UNIQUEID" val="2619"/>
</p:tagLst>
</file>

<file path=ppt/tags/tag126.xml><?xml version="1.0" encoding="utf-8"?>
<p:tagLst xmlns:p="http://schemas.openxmlformats.org/presentationml/2006/main">
  <p:tag name="AS_UNIQUEID" val="2620"/>
</p:tagLst>
</file>

<file path=ppt/tags/tag127.xml><?xml version="1.0" encoding="utf-8"?>
<p:tagLst xmlns:p="http://schemas.openxmlformats.org/presentationml/2006/main">
  <p:tag name="AS_UNIQUEID" val="2648"/>
</p:tagLst>
</file>

<file path=ppt/tags/tag128.xml><?xml version="1.0" encoding="utf-8"?>
<p:tagLst xmlns:p="http://schemas.openxmlformats.org/presentationml/2006/main">
  <p:tag name="AS_UNIQUEID" val="2649"/>
</p:tagLst>
</file>

<file path=ppt/tags/tag129.xml><?xml version="1.0" encoding="utf-8"?>
<p:tagLst xmlns:p="http://schemas.openxmlformats.org/presentationml/2006/main">
  <p:tag name="AS_UNIQUEID" val="2650"/>
  <p:tag name="KSO_WM_BEAUTIFY_FLAG" val="#wm#"/>
  <p:tag name="KSO_WM_UNIT_INDEX" val="1"/>
  <p:tag name="KSO_WM_UNIT_SUBTYPE" val="a"/>
  <p:tag name="KSO_WM_UNIT_TEXT_SUBTYPE" val="a"/>
  <p:tag name="KSO_WM_UNIT_TYPE" val="a"/>
</p:tagLst>
</file>

<file path=ppt/tags/tag130.xml><?xml version="1.0" encoding="utf-8"?>
<p:tagLst xmlns:p="http://schemas.openxmlformats.org/presentationml/2006/main">
  <p:tag name="AS_UNIQUEID" val="2651"/>
  <p:tag name="KSO_WM_BEAUTIFY_FLAG" val="#wm#"/>
  <p:tag name="KSO_WM_UNIT_INDEX" val="2"/>
  <p:tag name="KSO_WM_UNIT_TYPE" val="d"/>
</p:tagLst>
</file>

<file path=ppt/tags/tag131.xml><?xml version="1.0" encoding="utf-8"?>
<p:tagLst xmlns:p="http://schemas.openxmlformats.org/presentationml/2006/main">
  <p:tag name="AS_UNIQUEID" val="2653"/>
  <p:tag name="KSO_WM_UNIT_SUBTYPE" val="a"/>
  <p:tag name="KSO_WM_UNIT_TEXT_SUBTYPE" val="a"/>
</p:tagLst>
</file>

<file path=ppt/tags/tag132.xml><?xml version="1.0" encoding="utf-8"?>
<p:tagLst xmlns:p="http://schemas.openxmlformats.org/presentationml/2006/main">
  <p:tag name="AS_UNIQUEID" val="2660"/>
  <p:tag name="KSO_WM_BEAUTIFY_FLAG" val="#wm#"/>
  <p:tag name="KSO_WM_UNIT_INDEX" val="2"/>
  <p:tag name="KSO_WM_UNIT_TYPE" val="d"/>
</p:tagLst>
</file>

<file path=ppt/tags/tag133.xml><?xml version="1.0" encoding="utf-8"?>
<p:tagLst xmlns:p="http://schemas.openxmlformats.org/presentationml/2006/main">
  <p:tag name="KSO_WM_BEAUTIFY_FLAG" val="#wm#"/>
  <p:tag name="KSO_WM_SLIDE_ID" val="custom20236725_8"/>
  <p:tag name="KSO_WM_SLIDE_INDEX" val="8"/>
  <p:tag name="KSO_WM_SLIDE_ITEM_CNT" val="0"/>
  <p:tag name="KSO_WM_SLIDE_LAYOUT" val="a_f"/>
  <p:tag name="KSO_WM_SLIDE_LAYOUT_CNT" val="1_1"/>
  <p:tag name="KSO_WM_SLIDE_POSITION" val="54*28"/>
  <p:tag name="KSO_WM_SLIDE_SIZE" val="850*457"/>
  <p:tag name="KSO_WM_SLIDE_SUBTYPE" val="pureTxt"/>
  <p:tag name="KSO_WM_SLIDE_TYPE" val="text"/>
  <p:tag name="KSO_WM_TAG_VERSION" val="3.0"/>
  <p:tag name="KSO_WM_TEMPLATE_CATEGORY" val="custom"/>
  <p:tag name="KSO_WM_TEMPLATE_COLOR_TYPE" val="0"/>
  <p:tag name="KSO_WM_TEMPLATE_INDEX" val="20236725"/>
  <p:tag name="KSO_WM_TEMPLATE_MASTER_TYPE" val="0"/>
  <p:tag name="KSO_WM_TEMPLATE_SUBCATEGORY" val="29"/>
</p:tagLst>
</file>

<file path=ppt/tags/tag134.xml><?xml version="1.0" encoding="utf-8"?>
<p:tagLst xmlns:p="http://schemas.openxmlformats.org/presentationml/2006/main">
  <p:tag name="AS_UNIQUEID" val="2644"/>
</p:tagLst>
</file>

<file path=ppt/tags/tag135.xml><?xml version="1.0" encoding="utf-8"?>
<p:tagLst xmlns:p="http://schemas.openxmlformats.org/presentationml/2006/main">
  <p:tag name="AS_UNIQUEID" val="2645"/>
</p:tagLst>
</file>

<file path=ppt/tags/tag136.xml><?xml version="1.0" encoding="utf-8"?>
<p:tagLst xmlns:p="http://schemas.openxmlformats.org/presentationml/2006/main">
  <p:tag name="AS_UNIQUEID" val="2646"/>
</p:tagLst>
</file>

<file path=ppt/tags/tag137.xml><?xml version="1.0" encoding="utf-8"?>
<p:tagLst xmlns:p="http://schemas.openxmlformats.org/presentationml/2006/main">
  <p:tag name="AS_UNIQUEID" val="2655"/>
</p:tagLst>
</file>

<file path=ppt/tags/tag138.xml><?xml version="1.0" encoding="utf-8"?>
<p:tagLst xmlns:p="http://schemas.openxmlformats.org/presentationml/2006/main">
  <p:tag name="AS_UNIQUEID" val="2656"/>
</p:tagLst>
</file>

<file path=ppt/tags/tag139.xml><?xml version="1.0" encoding="utf-8"?>
<p:tagLst xmlns:p="http://schemas.openxmlformats.org/presentationml/2006/main">
  <p:tag name="AS_UNIQUEID" val="2657"/>
  <p:tag name="KSO_WM_BEAUTIFY_FLAG" val="#wm#"/>
  <p:tag name="KSO_WM_UNIT_INDEX" val="1"/>
  <p:tag name="KSO_WM_UNIT_SUBTYPE" val="a"/>
  <p:tag name="KSO_WM_UNIT_TEXT_SUBTYPE" val="a"/>
  <p:tag name="KSO_WM_UNIT_TYPE" val="f"/>
</p:tagLst>
</file>

<file path=ppt/tags/tag140.xml><?xml version="1.0" encoding="utf-8"?>
<p:tagLst xmlns:p="http://schemas.openxmlformats.org/presentationml/2006/main">
  <p:tag name="AS_UNIQUEID" val="2658"/>
  <p:tag name="KSO_WM_BEAUTIFY_FLAG" val="#wm#"/>
  <p:tag name="KSO_WM_UNIT_INDEX" val="2"/>
  <p:tag name="KSO_WM_UNIT_TYPE" val="d"/>
</p:tagLst>
</file>

<file path=ppt/tags/tag141.xml><?xml version="1.0" encoding="utf-8"?>
<p:tagLst xmlns:p="http://schemas.openxmlformats.org/presentationml/2006/main">
  <p:tag name="AS_UNIQUEID" val="1231"/>
</p:tagLst>
</file>

<file path=ppt/tags/tag142.xml><?xml version="1.0" encoding="utf-8"?>
<p:tagLst xmlns:p="http://schemas.openxmlformats.org/presentationml/2006/main">
  <p:tag name="AS_UNIQUEID" val="1234"/>
</p:tagLst>
</file>

<file path=ppt/tags/tag143.xml><?xml version="1.0" encoding="utf-8"?>
<p:tagLst xmlns:p="http://schemas.openxmlformats.org/presentationml/2006/main">
  <p:tag name="AS_UNIQUEID" val="1232"/>
</p:tagLst>
</file>

<file path=ppt/tags/tag144.xml><?xml version="1.0" encoding="utf-8"?>
<p:tagLst xmlns:p="http://schemas.openxmlformats.org/presentationml/2006/main">
  <p:tag name="AS_UNIQUEID" val="1235"/>
</p:tagLst>
</file>

<file path=ppt/tags/tag145.xml><?xml version="1.0" encoding="utf-8"?>
<p:tagLst xmlns:p="http://schemas.openxmlformats.org/presentationml/2006/main">
  <p:tag name="AS_UNIQUEID" val="2241"/>
  <p:tag name="KSO_WM_BEAUTIFY_FLAG" val=""/>
</p:tagLst>
</file>

<file path=ppt/tags/tag146.xml><?xml version="1.0" encoding="utf-8"?>
<p:tagLst xmlns:p="http://schemas.openxmlformats.org/presentationml/2006/main">
  <p:tag name="AS_UNIQUEID" val="2659"/>
  <p:tag name="KSO_WM_BEAUTIFY_FLAG" val="#wm#"/>
  <p:tag name="KSO_WM_UNIT_INDEX" val="1"/>
  <p:tag name="KSO_WM_UNIT_TYPE" val="d"/>
</p:tagLst>
</file>

<file path=ppt/tags/tag147.xml><?xml version="1.0" encoding="utf-8"?>
<p:tagLst xmlns:p="http://schemas.openxmlformats.org/presentationml/2006/main">
  <p:tag name="AS_UNIQUEID" val="2660"/>
  <p:tag name="KSO_WM_BEAUTIFY_FLAG" val="#wm#"/>
  <p:tag name="KSO_WM_UNIT_INDEX" val="2"/>
  <p:tag name="KSO_WM_UNIT_TYPE" val="d"/>
</p:tagLst>
</file>

<file path=ppt/tags/tag148.xml><?xml version="1.0" encoding="utf-8"?>
<p:tagLst xmlns:p="http://schemas.openxmlformats.org/presentationml/2006/main">
  <p:tag name="KSO_WM_BEAUTIFY_FLAG" val="#wm#"/>
  <p:tag name="KSO_WM_TEMPLATE_CATEGORY" val="custom"/>
  <p:tag name="KSO_WM_TEMPLATE_INDEX" val="20236725"/>
</p:tagLst>
</file>

<file path=ppt/tags/tag149.xml><?xml version="1.0" encoding="utf-8"?>
<p:tagLst xmlns:p="http://schemas.openxmlformats.org/presentationml/2006/main">
  <p:tag name="AS_UNIQUEID" val="2241"/>
  <p:tag name="KSO_WM_BEAUTIFY_FLAG" val=""/>
</p:tagLst>
</file>

<file path=ppt/tags/tag150.xml><?xml version="1.0" encoding="utf-8"?>
<p:tagLst xmlns:p="http://schemas.openxmlformats.org/presentationml/2006/main">
  <p:tag name="AS_UNIQUEID" val="2662"/>
  <p:tag name="KSO_WM_BEAUTIFY_FLAG" val="#wm#"/>
  <p:tag name="KSO_WM_UNIT_INDEX" val="1"/>
  <p:tag name="KSO_WM_UNIT_TYPE" val="d"/>
</p:tagLst>
</file>

<file path=ppt/tags/tag151.xml><?xml version="1.0" encoding="utf-8"?>
<p:tagLst xmlns:p="http://schemas.openxmlformats.org/presentationml/2006/main">
  <p:tag name="AS_UNIQUEID" val="2663"/>
  <p:tag name="KSO_WM_BEAUTIFY_FLAG" val="#wm#"/>
  <p:tag name="KSO_WM_UNIT_INDEX" val="2"/>
  <p:tag name="KSO_WM_UNIT_TYPE" val="d"/>
</p:tagLst>
</file>

<file path=ppt/tags/tag152.xml><?xml version="1.0" encoding="utf-8"?>
<p:tagLst xmlns:p="http://schemas.openxmlformats.org/presentationml/2006/main">
  <p:tag name="AS_UNIQUEID" val="2665"/>
</p:tagLst>
</file>

<file path=ppt/tags/tag153.xml><?xml version="1.0" encoding="utf-8"?>
<p:tagLst xmlns:p="http://schemas.openxmlformats.org/presentationml/2006/main">
  <p:tag name="AS_UNIQUEID" val="2666"/>
</p:tagLst>
</file>

<file path=ppt/tags/tag154.xml><?xml version="1.0" encoding="utf-8"?>
<p:tagLst xmlns:p="http://schemas.openxmlformats.org/presentationml/2006/main">
  <p:tag name="KSO_WM_BEAUTIFY_FLAG" val="#wm#"/>
  <p:tag name="KSO_WM_TEMPLATE_CATEGORY" val="custom"/>
  <p:tag name="KSO_WM_TEMPLATE_INDEX" val="20236725"/>
</p:tagLst>
</file>

<file path=ppt/tags/tag155.xml><?xml version="1.0" encoding="utf-8"?>
<p:tagLst xmlns:p="http://schemas.openxmlformats.org/presentationml/2006/main">
  <p:tag name="AS_UNIQUEID" val="2241"/>
  <p:tag name="KSO_WM_BEAUTIFY_FLAG" val=""/>
</p:tagLst>
</file>

<file path=ppt/tags/tag156.xml><?xml version="1.0" encoding="utf-8"?>
<p:tagLst xmlns:p="http://schemas.openxmlformats.org/presentationml/2006/main">
  <p:tag name="AS_UNIQUEID" val="2668"/>
  <p:tag name="KSO_WM_BEAUTIFY_FLAG" val="#wm#"/>
  <p:tag name="KSO_WM_UNIT_INDEX" val="1"/>
  <p:tag name="KSO_WM_UNIT_TYPE" val="d"/>
</p:tagLst>
</file>

<file path=ppt/tags/tag157.xml><?xml version="1.0" encoding="utf-8"?>
<p:tagLst xmlns:p="http://schemas.openxmlformats.org/presentationml/2006/main">
  <p:tag name="AS_UNIQUEID" val="2669"/>
  <p:tag name="KSO_WM_BEAUTIFY_FLAG" val="#wm#"/>
  <p:tag name="KSO_WM_UNIT_INDEX" val="2"/>
  <p:tag name="KSO_WM_UNIT_TYPE" val="d"/>
</p:tagLst>
</file>

<file path=ppt/tags/tag158.xml><?xml version="1.0" encoding="utf-8"?>
<p:tagLst xmlns:p="http://schemas.openxmlformats.org/presentationml/2006/main">
  <p:tag name="AS_UNIQUEID" val="2670"/>
</p:tagLst>
</file>

<file path=ppt/tags/tag159.xml><?xml version="1.0" encoding="utf-8"?>
<p:tagLst xmlns:p="http://schemas.openxmlformats.org/presentationml/2006/main">
  <p:tag name="AS_UNIQUEID" val="1243"/>
</p:tagLst>
</file>

<file path=ppt/tags/tag160.xml><?xml version="1.0" encoding="utf-8"?>
<p:tagLst xmlns:p="http://schemas.openxmlformats.org/presentationml/2006/main">
  <p:tag name="KSO_WM_BEAUTIFY_FLAG" val="#wm#"/>
  <p:tag name="KSO_WM_TEMPLATE_CATEGORY" val="custom"/>
  <p:tag name="KSO_WM_TEMPLATE_INDEX" val="20236725"/>
</p:tagLst>
</file>

<file path=ppt/tags/tag161.xml><?xml version="1.0" encoding="utf-8"?>
<p:tagLst xmlns:p="http://schemas.openxmlformats.org/presentationml/2006/main">
  <p:tag name="AS_UNIQUEID" val="2241"/>
  <p:tag name="KSO_WM_BEAUTIFY_FLAG" val=""/>
</p:tagLst>
</file>

<file path=ppt/tags/tag162.xml><?xml version="1.0" encoding="utf-8"?>
<p:tagLst xmlns:p="http://schemas.openxmlformats.org/presentationml/2006/main">
  <p:tag name="AS_UNIQUEID" val="2672"/>
  <p:tag name="KSO_WM_BEAUTIFY_FLAG" val="#wm#"/>
  <p:tag name="KSO_WM_UNIT_INDEX" val="1"/>
  <p:tag name="KSO_WM_UNIT_TYPE" val="d"/>
</p:tagLst>
</file>

<file path=ppt/tags/tag163.xml><?xml version="1.0" encoding="utf-8"?>
<p:tagLst xmlns:p="http://schemas.openxmlformats.org/presentationml/2006/main">
  <p:tag name="AS_UNIQUEID" val="2673"/>
  <p:tag name="KSO_WM_BEAUTIFY_FLAG" val="#wm#"/>
  <p:tag name="KSO_WM_UNIT_INDEX" val="2"/>
  <p:tag name="KSO_WM_UNIT_TYPE" val="d"/>
</p:tagLst>
</file>

<file path=ppt/tags/tag164.xml><?xml version="1.0" encoding="utf-8"?>
<p:tagLst xmlns:p="http://schemas.openxmlformats.org/presentationml/2006/main">
  <p:tag name="AS_UNIQUEID" val="1275"/>
</p:tagLst>
</file>

<file path=ppt/tags/tag165.xml><?xml version="1.0" encoding="utf-8"?>
<p:tagLst xmlns:p="http://schemas.openxmlformats.org/presentationml/2006/main">
  <p:tag name="AS_UNIQUEID" val="1276"/>
</p:tagLst>
</file>

<file path=ppt/tags/tag166.xml><?xml version="1.0" encoding="utf-8"?>
<p:tagLst xmlns:p="http://schemas.openxmlformats.org/presentationml/2006/main">
  <p:tag name="AS_UNIQUEID" val="1277"/>
</p:tagLst>
</file>

<file path=ppt/tags/tag167.xml><?xml version="1.0" encoding="utf-8"?>
<p:tagLst xmlns:p="http://schemas.openxmlformats.org/presentationml/2006/main">
  <p:tag name="AS_UNIQUEID" val="1279"/>
</p:tagLst>
</file>

<file path=ppt/tags/tag168.xml><?xml version="1.0" encoding="utf-8"?>
<p:tagLst xmlns:p="http://schemas.openxmlformats.org/presentationml/2006/main">
  <p:tag name="AS_UNIQUEID" val="1280"/>
</p:tagLst>
</file>

<file path=ppt/tags/tag169.xml><?xml version="1.0" encoding="utf-8"?>
<p:tagLst xmlns:p="http://schemas.openxmlformats.org/presentationml/2006/main">
  <p:tag name="AS_UNIQUEID" val="1281"/>
</p:tagLst>
</file>

<file path=ppt/tags/tag170.xml><?xml version="1.0" encoding="utf-8"?>
<p:tagLst xmlns:p="http://schemas.openxmlformats.org/presentationml/2006/main">
  <p:tag name="AS_UNIQUEID" val="1282"/>
</p:tagLst>
</file>

<file path=ppt/tags/tag171.xml><?xml version="1.0" encoding="utf-8"?>
<p:tagLst xmlns:p="http://schemas.openxmlformats.org/presentationml/2006/main">
  <p:tag name="AS_UNIQUEID" val="1283"/>
</p:tagLst>
</file>

<file path=ppt/tags/tag172.xml><?xml version="1.0" encoding="utf-8"?>
<p:tagLst xmlns:p="http://schemas.openxmlformats.org/presentationml/2006/main">
  <p:tag name="AS_UNIQUEID" val="2674"/>
</p:tagLst>
</file>

<file path=ppt/tags/tag173.xml><?xml version="1.0" encoding="utf-8"?>
<p:tagLst xmlns:p="http://schemas.openxmlformats.org/presentationml/2006/main">
  <p:tag name="KSO_WM_BEAUTIFY_FLAG" val="#wm#"/>
  <p:tag name="KSO_WM_TEMPLATE_CATEGORY" val="custom"/>
  <p:tag name="KSO_WM_TEMPLATE_INDEX" val="20236725"/>
</p:tagLst>
</file>

<file path=ppt/tags/tag174.xml><?xml version="1.0" encoding="utf-8"?>
<p:tagLst xmlns:p="http://schemas.openxmlformats.org/presentationml/2006/main">
  <p:tag name="AS_UNIQUEID" val="2241"/>
  <p:tag name="KSO_WM_BEAUTIFY_FLAG" val=""/>
</p:tagLst>
</file>

<file path=ppt/tags/tag175.xml><?xml version="1.0" encoding="utf-8"?>
<p:tagLst xmlns:p="http://schemas.openxmlformats.org/presentationml/2006/main">
  <p:tag name="AS_UNIQUEID" val="2676"/>
  <p:tag name="KSO_WM_BEAUTIFY_FLAG" val="#wm#"/>
  <p:tag name="KSO_WM_UNIT_INDEX" val="1"/>
  <p:tag name="KSO_WM_UNIT_TYPE" val="d"/>
</p:tagLst>
</file>

<file path=ppt/tags/tag176.xml><?xml version="1.0" encoding="utf-8"?>
<p:tagLst xmlns:p="http://schemas.openxmlformats.org/presentationml/2006/main">
  <p:tag name="AS_UNIQUEID" val="2677"/>
  <p:tag name="KSO_WM_BEAUTIFY_FLAG" val="#wm#"/>
  <p:tag name="KSO_WM_UNIT_INDEX" val="2"/>
  <p:tag name="KSO_WM_UNIT_TYPE" val="d"/>
</p:tagLst>
</file>

<file path=ppt/tags/tag177.xml><?xml version="1.0" encoding="utf-8"?>
<p:tagLst xmlns:p="http://schemas.openxmlformats.org/presentationml/2006/main">
  <p:tag name="AS_UNIQUEID" val="1313"/>
</p:tagLst>
</file>

<file path=ppt/tags/tag178.xml><?xml version="1.0" encoding="utf-8"?>
<p:tagLst xmlns:p="http://schemas.openxmlformats.org/presentationml/2006/main">
  <p:tag name="AS_UNIQUEID" val="1315"/>
</p:tagLst>
</file>

<file path=ppt/tags/tag179.xml><?xml version="1.0" encoding="utf-8"?>
<p:tagLst xmlns:p="http://schemas.openxmlformats.org/presentationml/2006/main">
  <p:tag name="AS_UNIQUEID" val="2678"/>
</p:tagLst>
</file>

<file path=ppt/tags/tag180.xml><?xml version="1.0" encoding="utf-8"?>
<p:tagLst xmlns:p="http://schemas.openxmlformats.org/presentationml/2006/main">
  <p:tag name="AS_UNIQUEID" val="1315"/>
</p:tagLst>
</file>

<file path=ppt/tags/tag181.xml><?xml version="1.0" encoding="utf-8"?>
<p:tagLst xmlns:p="http://schemas.openxmlformats.org/presentationml/2006/main">
  <p:tag name="KSO_WM_BEAUTIFY_FLAG" val="#wm#"/>
  <p:tag name="KSO_WM_TEMPLATE_CATEGORY" val="custom"/>
  <p:tag name="KSO_WM_TEMPLATE_INDEX" val="20236725"/>
</p:tagLst>
</file>

<file path=ppt/tags/tag182.xml><?xml version="1.0" encoding="utf-8"?>
<p:tagLst xmlns:p="http://schemas.openxmlformats.org/presentationml/2006/main">
  <p:tag name="AS_UNIQUEID" val="2241"/>
  <p:tag name="KSO_WM_BEAUTIFY_FLAG" val=""/>
</p:tagLst>
</file>

<file path=ppt/tags/tag183.xml><?xml version="1.0" encoding="utf-8"?>
<p:tagLst xmlns:p="http://schemas.openxmlformats.org/presentationml/2006/main">
  <p:tag name="AS_UNIQUEID" val="2680"/>
  <p:tag name="KSO_WM_BEAUTIFY_FLAG" val="#wm#"/>
  <p:tag name="KSO_WM_UNIT_INDEX" val="1"/>
  <p:tag name="KSO_WM_UNIT_TYPE" val="d"/>
</p:tagLst>
</file>

<file path=ppt/tags/tag184.xml><?xml version="1.0" encoding="utf-8"?>
<p:tagLst xmlns:p="http://schemas.openxmlformats.org/presentationml/2006/main">
  <p:tag name="AS_UNIQUEID" val="2681"/>
  <p:tag name="KSO_WM_BEAUTIFY_FLAG" val="#wm#"/>
  <p:tag name="KSO_WM_UNIT_INDEX" val="2"/>
  <p:tag name="KSO_WM_UNIT_TYPE" val="d"/>
</p:tagLst>
</file>

<file path=ppt/tags/tag185.xml><?xml version="1.0" encoding="utf-8"?>
<p:tagLst xmlns:p="http://schemas.openxmlformats.org/presentationml/2006/main">
  <p:tag name="AS_UNIQUEID" val="2682"/>
</p:tagLst>
</file>

<file path=ppt/tags/tag186.xml><?xml version="1.0" encoding="utf-8"?>
<p:tagLst xmlns:p="http://schemas.openxmlformats.org/presentationml/2006/main">
  <p:tag name="AS_UNIQUEID" val="2682"/>
</p:tagLst>
</file>

<file path=ppt/tags/tag187.xml><?xml version="1.0" encoding="utf-8"?>
<p:tagLst xmlns:p="http://schemas.openxmlformats.org/presentationml/2006/main">
  <p:tag name="AS_UNIQUEID" val="1276"/>
</p:tagLst>
</file>

<file path=ppt/tags/tag188.xml><?xml version="1.0" encoding="utf-8"?>
<p:tagLst xmlns:p="http://schemas.openxmlformats.org/presentationml/2006/main">
  <p:tag name="AS_UNIQUEID" val="1277"/>
</p:tagLst>
</file>

<file path=ppt/tags/tag189.xml><?xml version="1.0" encoding="utf-8"?>
<p:tagLst xmlns:p="http://schemas.openxmlformats.org/presentationml/2006/main">
  <p:tag name="AS_UNIQUEID" val="1282"/>
</p:tagLst>
</file>

<file path=ppt/tags/tag190.xml><?xml version="1.0" encoding="utf-8"?>
<p:tagLst xmlns:p="http://schemas.openxmlformats.org/presentationml/2006/main">
  <p:tag name="AS_UNIQUEID" val="2684"/>
</p:tagLst>
</file>

<file path=ppt/tags/tag191.xml><?xml version="1.0" encoding="utf-8"?>
<p:tagLst xmlns:p="http://schemas.openxmlformats.org/presentationml/2006/main">
  <p:tag name="AS_UNIQUEID" val="2684"/>
</p:tagLst>
</file>

<file path=ppt/tags/tag192.xml><?xml version="1.0" encoding="utf-8"?>
<p:tagLst xmlns:p="http://schemas.openxmlformats.org/presentationml/2006/main">
  <p:tag name="AS_UNIQUEID" val="1275"/>
</p:tagLst>
</file>

<file path=ppt/tags/tag193.xml><?xml version="1.0" encoding="utf-8"?>
<p:tagLst xmlns:p="http://schemas.openxmlformats.org/presentationml/2006/main">
  <p:tag name="AS_UNIQUEID" val="2686"/>
</p:tagLst>
</file>

<file path=ppt/tags/tag194.xml><?xml version="1.0" encoding="utf-8"?>
<p:tagLst xmlns:p="http://schemas.openxmlformats.org/presentationml/2006/main">
  <p:tag name="AS_UNIQUEID" val="2686"/>
</p:tagLst>
</file>

<file path=ppt/tags/tag195.xml><?xml version="1.0" encoding="utf-8"?>
<p:tagLst xmlns:p="http://schemas.openxmlformats.org/presentationml/2006/main">
  <p:tag name="AS_UNIQUEID" val="2688"/>
</p:tagLst>
</file>

<file path=ppt/tags/tag196.xml><?xml version="1.0" encoding="utf-8"?>
<p:tagLst xmlns:p="http://schemas.openxmlformats.org/presentationml/2006/main">
  <p:tag name="AS_UNIQUEID" val="2688"/>
</p:tagLst>
</file>

<file path=ppt/tags/tag197.xml><?xml version="1.0" encoding="utf-8"?>
<p:tagLst xmlns:p="http://schemas.openxmlformats.org/presentationml/2006/main">
  <p:tag name="KSO_WM_BEAUTIFY_FLAG" val="#wm#"/>
  <p:tag name="KSO_WM_TEMPLATE_CATEGORY" val="custom"/>
  <p:tag name="KSO_WM_TEMPLATE_INDEX" val="20236725"/>
</p:tagLst>
</file>

<file path=ppt/tags/tag198.xml><?xml version="1.0" encoding="utf-8"?>
<p:tagLst xmlns:p="http://schemas.openxmlformats.org/presentationml/2006/main">
  <p:tag name="AS_UNIQUEID" val="2241"/>
  <p:tag name="KSO_WM_BEAUTIFY_FLAG" val=""/>
</p:tagLst>
</file>

<file path=ppt/tags/tag199.xml><?xml version="1.0" encoding="utf-8"?>
<p:tagLst xmlns:p="http://schemas.openxmlformats.org/presentationml/2006/main">
  <p:tag name="AS_UNIQUEID" val="2694"/>
  <p:tag name="KSO_WM_BEAUTIFY_FLAG" val="#wm#"/>
  <p:tag name="KSO_WM_UNIT_INDEX" val="1"/>
  <p:tag name="KSO_WM_UNIT_TYPE" val="d"/>
</p:tagLst>
</file>

<file path=ppt/tags/tag200.xml><?xml version="1.0" encoding="utf-8"?>
<p:tagLst xmlns:p="http://schemas.openxmlformats.org/presentationml/2006/main">
  <p:tag name="AS_UNIQUEID" val="2695"/>
  <p:tag name="KSO_WM_BEAUTIFY_FLAG" val="#wm#"/>
  <p:tag name="KSO_WM_UNIT_INDEX" val="2"/>
  <p:tag name="KSO_WM_UNIT_TYPE" val="d"/>
</p:tagLst>
</file>

<file path=ppt/tags/tag201.xml><?xml version="1.0" encoding="utf-8"?>
<p:tagLst xmlns:p="http://schemas.openxmlformats.org/presentationml/2006/main">
  <p:tag name="AS_UNIQUEID" val="2696"/>
</p:tagLst>
</file>

<file path=ppt/tags/tag202.xml><?xml version="1.0" encoding="utf-8"?>
<p:tagLst xmlns:p="http://schemas.openxmlformats.org/presentationml/2006/main">
  <p:tag name="AS_UNIQUEID" val="2697"/>
</p:tagLst>
</file>

<file path=ppt/tags/tag203.xml><?xml version="1.0" encoding="utf-8"?>
<p:tagLst xmlns:p="http://schemas.openxmlformats.org/presentationml/2006/main">
  <p:tag name="KSO_WM_BEAUTIFY_FLAG" val="#wm#"/>
  <p:tag name="KSO_WM_TEMPLATE_CATEGORY" val="custom"/>
  <p:tag name="KSO_WM_TEMPLATE_INDEX" val="20236725"/>
</p:tagLst>
</file>

<file path=ppt/tags/tag204.xml><?xml version="1.0" encoding="utf-8"?>
<p:tagLst xmlns:p="http://schemas.openxmlformats.org/presentationml/2006/main">
  <p:tag name="AS_UNIQUEID" val="2241"/>
  <p:tag name="KSO_WM_BEAUTIFY_FLAG" val=""/>
</p:tagLst>
</file>

<file path=ppt/tags/tag205.xml><?xml version="1.0" encoding="utf-8"?>
<p:tagLst xmlns:p="http://schemas.openxmlformats.org/presentationml/2006/main">
  <p:tag name="AS_UNIQUEID" val="2668"/>
  <p:tag name="KSO_WM_BEAUTIFY_FLAG" val="#wm#"/>
  <p:tag name="KSO_WM_UNIT_INDEX" val="1"/>
  <p:tag name="KSO_WM_UNIT_TYPE" val="d"/>
</p:tagLst>
</file>

<file path=ppt/tags/tag206.xml><?xml version="1.0" encoding="utf-8"?>
<p:tagLst xmlns:p="http://schemas.openxmlformats.org/presentationml/2006/main">
  <p:tag name="AS_UNIQUEID" val="2669"/>
  <p:tag name="KSO_WM_BEAUTIFY_FLAG" val="#wm#"/>
  <p:tag name="KSO_WM_UNIT_INDEX" val="2"/>
  <p:tag name="KSO_WM_UNIT_TYPE" val="d"/>
</p:tagLst>
</file>

<file path=ppt/tags/tag207.xml><?xml version="1.0" encoding="utf-8"?>
<p:tagLst xmlns:p="http://schemas.openxmlformats.org/presentationml/2006/main">
  <p:tag name="AS_UNIQUEID" val="2670"/>
</p:tagLst>
</file>

<file path=ppt/tags/tag208.xml><?xml version="1.0" encoding="utf-8"?>
<p:tagLst xmlns:p="http://schemas.openxmlformats.org/presentationml/2006/main">
  <p:tag name="KSO_WM_BEAUTIFY_FLAG" val="#wm#"/>
  <p:tag name="KSO_WM_TEMPLATE_CATEGORY" val="custom"/>
  <p:tag name="KSO_WM_TEMPLATE_INDEX" val="20236725"/>
</p:tagLst>
</file>

<file path=ppt/tags/tag209.xml><?xml version="1.0" encoding="utf-8"?>
<p:tagLst xmlns:p="http://schemas.openxmlformats.org/presentationml/2006/main">
  <p:tag name="AS_UNIQUEID" val="2241"/>
  <p:tag name="KSO_WM_BEAUTIFY_FLAG" val=""/>
</p:tagLst>
</file>

<file path=ppt/tags/tag210.xml><?xml version="1.0" encoding="utf-8"?>
<p:tagLst xmlns:p="http://schemas.openxmlformats.org/presentationml/2006/main">
  <p:tag name="AS_UNIQUEID" val="2672"/>
  <p:tag name="KSO_WM_BEAUTIFY_FLAG" val="#wm#"/>
  <p:tag name="KSO_WM_UNIT_INDEX" val="1"/>
  <p:tag name="KSO_WM_UNIT_TYPE" val="d"/>
</p:tagLst>
</file>

<file path=ppt/tags/tag211.xml><?xml version="1.0" encoding="utf-8"?>
<p:tagLst xmlns:p="http://schemas.openxmlformats.org/presentationml/2006/main">
  <p:tag name="AS_UNIQUEID" val="2673"/>
  <p:tag name="KSO_WM_BEAUTIFY_FLAG" val="#wm#"/>
  <p:tag name="KSO_WM_UNIT_INDEX" val="2"/>
  <p:tag name="KSO_WM_UNIT_TYPE" val="d"/>
</p:tagLst>
</file>

<file path=ppt/tags/tag212.xml><?xml version="1.0" encoding="utf-8"?>
<p:tagLst xmlns:p="http://schemas.openxmlformats.org/presentationml/2006/main">
  <p:tag name="AS_UNIQUEID" val="1275"/>
</p:tagLst>
</file>

<file path=ppt/tags/tag213.xml><?xml version="1.0" encoding="utf-8"?>
<p:tagLst xmlns:p="http://schemas.openxmlformats.org/presentationml/2006/main">
  <p:tag name="AS_UNIQUEID" val="1276"/>
</p:tagLst>
</file>

<file path=ppt/tags/tag214.xml><?xml version="1.0" encoding="utf-8"?>
<p:tagLst xmlns:p="http://schemas.openxmlformats.org/presentationml/2006/main">
  <p:tag name="AS_UNIQUEID" val="1277"/>
</p:tagLst>
</file>

<file path=ppt/tags/tag215.xml><?xml version="1.0" encoding="utf-8"?>
<p:tagLst xmlns:p="http://schemas.openxmlformats.org/presentationml/2006/main">
  <p:tag name="AS_UNIQUEID" val="1279"/>
</p:tagLst>
</file>

<file path=ppt/tags/tag216.xml><?xml version="1.0" encoding="utf-8"?>
<p:tagLst xmlns:p="http://schemas.openxmlformats.org/presentationml/2006/main">
  <p:tag name="AS_UNIQUEID" val="2674"/>
</p:tagLst>
</file>

<file path=ppt/tags/tag217.xml><?xml version="1.0" encoding="utf-8"?>
<p:tagLst xmlns:p="http://schemas.openxmlformats.org/presentationml/2006/main">
  <p:tag name="KSO_WM_BEAUTIFY_FLAG" val="#wm#"/>
  <p:tag name="KSO_WM_TEMPLATE_CATEGORY" val="custom"/>
  <p:tag name="KSO_WM_TEMPLATE_INDEX" val="20236725"/>
</p:tagLst>
</file>

<file path=ppt/tags/tag218.xml><?xml version="1.0" encoding="utf-8"?>
<p:tagLst xmlns:p="http://schemas.openxmlformats.org/presentationml/2006/main">
  <p:tag name="AS_UNIQUEID" val="2241"/>
  <p:tag name="KSO_WM_BEAUTIFY_FLAG" val=""/>
</p:tagLst>
</file>

<file path=ppt/tags/tag219.xml><?xml version="1.0" encoding="utf-8"?>
<p:tagLst xmlns:p="http://schemas.openxmlformats.org/presentationml/2006/main">
  <p:tag name="AS_UNIQUEID" val="2734"/>
  <p:tag name="KSO_WM_BEAUTIFY_FLAG" val="#wm#"/>
  <p:tag name="KSO_WM_UNIT_INDEX" val="1"/>
  <p:tag name="KSO_WM_UNIT_TYPE" val="d"/>
</p:tagLst>
</file>

<file path=ppt/tags/tag220.xml><?xml version="1.0" encoding="utf-8"?>
<p:tagLst xmlns:p="http://schemas.openxmlformats.org/presentationml/2006/main">
  <p:tag name="AS_UNIQUEID" val="2735"/>
  <p:tag name="KSO_WM_BEAUTIFY_FLAG" val="#wm#"/>
  <p:tag name="KSO_WM_UNIT_INDEX" val="2"/>
  <p:tag name="KSO_WM_UNIT_TYPE" val="d"/>
</p:tagLst>
</file>

<file path=ppt/tags/tag221.xml><?xml version="1.0" encoding="utf-8"?>
<p:tagLst xmlns:p="http://schemas.openxmlformats.org/presentationml/2006/main">
  <p:tag name="AS_UNIQUEID" val="2736"/>
</p:tagLst>
</file>

<file path=ppt/tags/tag222.xml><?xml version="1.0" encoding="utf-8"?>
<p:tagLst xmlns:p="http://schemas.openxmlformats.org/presentationml/2006/main">
  <p:tag name="AS_UNIQUEID" val="2737"/>
</p:tagLst>
</file>

<file path=ppt/tags/tag223.xml><?xml version="1.0" encoding="utf-8"?>
<p:tagLst xmlns:p="http://schemas.openxmlformats.org/presentationml/2006/main">
  <p:tag name="AS_UNIQUEID" val="2738"/>
</p:tagLst>
</file>

<file path=ppt/tags/tag224.xml><?xml version="1.0" encoding="utf-8"?>
<p:tagLst xmlns:p="http://schemas.openxmlformats.org/presentationml/2006/main">
  <p:tag name="AS_UNIQUEID" val="2739"/>
  <p:tag name="KSO_WM_BEAUTIFY_FLAG" val="#wm#"/>
  <p:tag name="KSO_WM_UNIT_INDEX" val="1"/>
  <p:tag name="KSO_WM_UNIT_SUBTYPE" val="a"/>
  <p:tag name="KSO_WM_UNIT_TEXT_SUBTYPE" val="a"/>
  <p:tag name="KSO_WM_UNIT_TYPE" val="f"/>
</p:tagLst>
</file>

<file path=ppt/tags/tag225.xml><?xml version="1.0" encoding="utf-8"?>
<p:tagLst xmlns:p="http://schemas.openxmlformats.org/presentationml/2006/main">
  <p:tag name="AS_UNIQUEID" val="2740"/>
  <p:tag name="KSO_WM_BEAUTIFY_FLAG" val="#wm#"/>
  <p:tag name="KSO_WM_UNIT_INDEX" val="2"/>
  <p:tag name="KSO_WM_UNIT_TYPE" val="d"/>
</p:tagLst>
</file>

<file path=ppt/tags/tag226.xml><?xml version="1.0" encoding="utf-8"?>
<p:tagLst xmlns:p="http://schemas.openxmlformats.org/presentationml/2006/main">
  <p:tag name="AS_UNIQUEID" val="2741"/>
</p:tagLst>
</file>

<file path=ppt/tags/tag227.xml><?xml version="1.0" encoding="utf-8"?>
<p:tagLst xmlns:p="http://schemas.openxmlformats.org/presentationml/2006/main">
  <p:tag name="AS_UNIQUEID" val="1286"/>
</p:tagLst>
</file>

<file path=ppt/tags/tag228.xml><?xml version="1.0" encoding="utf-8"?>
<p:tagLst xmlns:p="http://schemas.openxmlformats.org/presentationml/2006/main">
  <p:tag name="AS_UNIQUEID" val="1287"/>
</p:tagLst>
</file>

<file path=ppt/tags/tag229.xml><?xml version="1.0" encoding="utf-8"?>
<p:tagLst xmlns:p="http://schemas.openxmlformats.org/presentationml/2006/main">
  <p:tag name="AS_UNIQUEID" val="1288"/>
</p:tagLst>
</file>

<file path=ppt/tags/tag230.xml><?xml version="1.0" encoding="utf-8"?>
<p:tagLst xmlns:p="http://schemas.openxmlformats.org/presentationml/2006/main">
  <p:tag name="AS_UNIQUEID" val="1289"/>
</p:tagLst>
</file>

<file path=ppt/tags/tag231.xml><?xml version="1.0" encoding="utf-8"?>
<p:tagLst xmlns:p="http://schemas.openxmlformats.org/presentationml/2006/main">
  <p:tag name="AS_UNIQUEID" val="1290"/>
</p:tagLst>
</file>

<file path=ppt/tags/tag232.xml><?xml version="1.0" encoding="utf-8"?>
<p:tagLst xmlns:p="http://schemas.openxmlformats.org/presentationml/2006/main">
  <p:tag name="AS_UNIQUEID" val="1291"/>
</p:tagLst>
</file>

<file path=ppt/tags/tag233.xml><?xml version="1.0" encoding="utf-8"?>
<p:tagLst xmlns:p="http://schemas.openxmlformats.org/presentationml/2006/main">
  <p:tag name="AS_UNIQUEID" val="1292"/>
</p:tagLst>
</file>

<file path=ppt/tags/tag234.xml><?xml version="1.0" encoding="utf-8"?>
<p:tagLst xmlns:p="http://schemas.openxmlformats.org/presentationml/2006/main">
  <p:tag name="AS_UNIQUEID" val="1293"/>
</p:tagLst>
</file>

<file path=ppt/tags/tag235.xml><?xml version="1.0" encoding="utf-8"?>
<p:tagLst xmlns:p="http://schemas.openxmlformats.org/presentationml/2006/main">
  <p:tag name="AS_UNIQUEID" val="1294"/>
</p:tagLst>
</file>

<file path=ppt/tags/tag236.xml><?xml version="1.0" encoding="utf-8"?>
<p:tagLst xmlns:p="http://schemas.openxmlformats.org/presentationml/2006/main">
  <p:tag name="AS_UNIQUEID" val="1295"/>
</p:tagLst>
</file>

<file path=ppt/tags/tag237.xml><?xml version="1.0" encoding="utf-8"?>
<p:tagLst xmlns:p="http://schemas.openxmlformats.org/presentationml/2006/main">
  <p:tag name="AS_UNIQUEID" val="1296"/>
</p:tagLst>
</file>

<file path=ppt/tags/tag238.xml><?xml version="1.0" encoding="utf-8"?>
<p:tagLst xmlns:p="http://schemas.openxmlformats.org/presentationml/2006/main">
  <p:tag name="AS_UNIQUEID" val="1297"/>
</p:tagLst>
</file>

<file path=ppt/tags/tag239.xml><?xml version="1.0" encoding="utf-8"?>
<p:tagLst xmlns:p="http://schemas.openxmlformats.org/presentationml/2006/main">
  <p:tag name="AS_UNIQUEID" val="1298"/>
</p:tagLst>
</file>

<file path=ppt/tags/tag240.xml><?xml version="1.0" encoding="utf-8"?>
<p:tagLst xmlns:p="http://schemas.openxmlformats.org/presentationml/2006/main">
  <p:tag name="AS_UNIQUEID" val="1299"/>
</p:tagLst>
</file>

<file path=ppt/tags/tag241.xml><?xml version="1.0" encoding="utf-8"?>
<p:tagLst xmlns:p="http://schemas.openxmlformats.org/presentationml/2006/main">
  <p:tag name="AS_UNIQUEID" val="1300"/>
</p:tagLst>
</file>

<file path=ppt/tags/tag242.xml><?xml version="1.0" encoding="utf-8"?>
<p:tagLst xmlns:p="http://schemas.openxmlformats.org/presentationml/2006/main">
  <p:tag name="AS_UNIQUEID" val="1301"/>
</p:tagLst>
</file>

<file path=ppt/tags/tag243.xml><?xml version="1.0" encoding="utf-8"?>
<p:tagLst xmlns:p="http://schemas.openxmlformats.org/presentationml/2006/main">
  <p:tag name="AS_UNIQUEID" val="1302"/>
</p:tagLst>
</file>

<file path=ppt/tags/tag244.xml><?xml version="1.0" encoding="utf-8"?>
<p:tagLst xmlns:p="http://schemas.openxmlformats.org/presentationml/2006/main">
  <p:tag name="AS_UNIQUEID" val="1303"/>
</p:tagLst>
</file>

<file path=ppt/tags/tag245.xml><?xml version="1.0" encoding="utf-8"?>
<p:tagLst xmlns:p="http://schemas.openxmlformats.org/presentationml/2006/main">
  <p:tag name="AS_UNIQUEID" val="1304"/>
</p:tagLst>
</file>

<file path=ppt/tags/tag246.xml><?xml version="1.0" encoding="utf-8"?>
<p:tagLst xmlns:p="http://schemas.openxmlformats.org/presentationml/2006/main">
  <p:tag name="AS_UNIQUEID" val="1305"/>
</p:tagLst>
</file>

<file path=ppt/tags/tag247.xml><?xml version="1.0" encoding="utf-8"?>
<p:tagLst xmlns:p="http://schemas.openxmlformats.org/presentationml/2006/main">
  <p:tag name="AS_UNIQUEID" val="2742"/>
</p:tagLst>
</file>

<file path=ppt/tags/tag248.xml><?xml version="1.0" encoding="utf-8"?>
<p:tagLst xmlns:p="http://schemas.openxmlformats.org/presentationml/2006/main">
  <p:tag name="AS_UNIQUEID" val="2743"/>
</p:tagLst>
</file>

<file path=ppt/tags/tag249.xml><?xml version="1.0" encoding="utf-8"?>
<p:tagLst xmlns:p="http://schemas.openxmlformats.org/presentationml/2006/main">
  <p:tag name="AS_UNIQUEID" val="2743"/>
</p:tagLst>
</file>

<file path=ppt/tags/tag250.xml><?xml version="1.0" encoding="utf-8"?>
<p:tagLst xmlns:p="http://schemas.openxmlformats.org/presentationml/2006/main">
  <p:tag name="AS_UNIQUEID" val="2745"/>
</p:tagLst>
</file>

<file path=ppt/tags/tag251.xml><?xml version="1.0" encoding="utf-8"?>
<p:tagLst xmlns:p="http://schemas.openxmlformats.org/presentationml/2006/main">
  <p:tag name="AS_UNIQUEID" val="2745"/>
</p:tagLst>
</file>

<file path=ppt/tags/tag252.xml><?xml version="1.0" encoding="utf-8"?>
<p:tagLst xmlns:p="http://schemas.openxmlformats.org/presentationml/2006/main">
  <p:tag name="KSO_WM_BEAUTIFY_FLAG" val="#wm#"/>
  <p:tag name="KSO_WM_TEMPLATE_CATEGORY" val="custom"/>
  <p:tag name="KSO_WM_TEMPLATE_INDEX" val="20236725"/>
</p:tagLst>
</file>

<file path=ppt/tags/tag253.xml><?xml version="1.0" encoding="utf-8"?>
<p:tagLst xmlns:p="http://schemas.openxmlformats.org/presentationml/2006/main">
  <p:tag name="AS_UNIQUEID" val="2608"/>
</p:tagLst>
</file>

<file path=ppt/tags/tag254.xml><?xml version="1.0" encoding="utf-8"?>
<p:tagLst xmlns:p="http://schemas.openxmlformats.org/presentationml/2006/main">
  <p:tag name="AS_UNIQUEID" val="2609"/>
</p:tagLst>
</file>

<file path=ppt/tags/tag255.xml><?xml version="1.0" encoding="utf-8"?>
<p:tagLst xmlns:p="http://schemas.openxmlformats.org/presentationml/2006/main">
  <p:tag name="AS_UNIQUEID" val="2610"/>
</p:tagLst>
</file>

<file path=ppt/tags/tag256.xml><?xml version="1.0" encoding="utf-8"?>
<p:tagLst xmlns:p="http://schemas.openxmlformats.org/presentationml/2006/main">
  <p:tag name="AS_UNIQUEID" val="2611"/>
</p:tagLst>
</file>

<file path=ppt/tags/tag257.xml><?xml version="1.0" encoding="utf-8"?>
<p:tagLst xmlns:p="http://schemas.openxmlformats.org/presentationml/2006/main">
  <p:tag name="AS_UNIQUEID" val="2612"/>
</p:tagLst>
</file>

<file path=ppt/tags/tag258.xml><?xml version="1.0" encoding="utf-8"?>
<p:tagLst xmlns:p="http://schemas.openxmlformats.org/presentationml/2006/main">
  <p:tag name="AS_UNIQUEID" val="2613"/>
</p:tagLst>
</file>

<file path=ppt/tags/tag259.xml><?xml version="1.0" encoding="utf-8"?>
<p:tagLst xmlns:p="http://schemas.openxmlformats.org/presentationml/2006/main">
  <p:tag name="AS_OS" val="Unix 3.10 unknown"/>
  <p:tag name="AS_RELEASE_DATE" val="2023.03.31"/>
  <p:tag name="AS_TITLE" val="Aspose.Slides for Java"/>
  <p:tag name="AS_VERSION" val="23.3"/>
  <p:tag name="COMMONDATA" val="eyJoZGlkIjoiM2FlZjAyODA3MmU1NTVmYmMzNTk3Y2U3YTE3YjY1ZTAifQ=="/>
</p:tagLst>
</file>

<file path=ppt/theme/theme1.xml><?xml version="1.0" encoding="utf-8"?>
<a:theme xmlns:a="http://schemas.openxmlformats.org/drawingml/2006/main" name="Office 主题​​">
  <a:themeElements>
    <a:clrScheme name="00000419-1">
      <a:dk1>
        <a:srgbClr val="333333"/>
      </a:dk1>
      <a:lt1>
        <a:srgbClr val="FFFFFF"/>
      </a:lt1>
      <a:dk2>
        <a:srgbClr val="102544"/>
      </a:dk2>
      <a:lt2>
        <a:srgbClr val="EFF4FB"/>
      </a:lt2>
      <a:accent1>
        <a:srgbClr val="749FDE"/>
      </a:accent1>
      <a:accent2>
        <a:srgbClr val="2E69C0"/>
      </a:accent2>
      <a:accent3>
        <a:srgbClr val="7486DE"/>
      </a:accent3>
      <a:accent4>
        <a:srgbClr val="7C74DE"/>
      </a:accent4>
      <a:accent5>
        <a:srgbClr val="9574DE"/>
      </a:accent5>
      <a:accent6>
        <a:srgbClr val="AE74DE"/>
      </a:accent6>
      <a:hlink>
        <a:srgbClr val="304FFE"/>
      </a:hlink>
      <a:folHlink>
        <a:srgbClr val="492067"/>
      </a:folHlink>
    </a:clrScheme>
    <a:fontScheme name="02-微软雅黑唯一标准">
      <a:majorFont>
        <a:latin typeface="微软雅黑"/>
        <a:ea typeface="微软雅黑"/>
        <a:cs typeface="Arial"/>
      </a:majorFont>
      <a:minorFont>
        <a:latin typeface="微软雅黑"/>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zh-CN" alt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2004</Words>
  <Application>WPS 演示</Application>
  <PresentationFormat>宽屏</PresentationFormat>
  <Paragraphs>180</Paragraphs>
  <Slides>13</Slides>
  <Notes>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13</vt:i4>
      </vt:variant>
    </vt:vector>
  </HeadingPairs>
  <TitlesOfParts>
    <vt:vector size="32" baseType="lpstr">
      <vt:lpstr>Arial</vt:lpstr>
      <vt:lpstr>宋体</vt:lpstr>
      <vt:lpstr>Wingdings</vt:lpstr>
      <vt:lpstr>江城圆体 400W</vt:lpstr>
      <vt:lpstr>微软雅黑</vt:lpstr>
      <vt:lpstr>Cambria Math</vt:lpstr>
      <vt:lpstr>Times New Roman</vt:lpstr>
      <vt:lpstr>楷体</vt:lpstr>
      <vt:lpstr>黑体</vt:lpstr>
      <vt:lpstr>楷体_GB2312</vt:lpstr>
      <vt:lpstr>Arial Unicode MS</vt:lpstr>
      <vt:lpstr>Calibri</vt:lpstr>
      <vt:lpstr>新宋体</vt:lpstr>
      <vt:lpstr>楷体_GB2312</vt:lpstr>
      <vt:lpstr>江城圆体 400W</vt:lpstr>
      <vt:lpstr>Segoe Print</vt:lpstr>
      <vt:lpstr>华康圆体W9</vt:lpstr>
      <vt:lpstr>方正楷体_GB2312</vt:lpstr>
      <vt:lpstr>Office 主题​​</vt:lpstr>
      <vt:lpstr>星轨探微</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星轨探微</dc:title>
  <dc:creator>rbm.xkw.com</dc:creator>
  <cp:lastModifiedBy>WPS_1702468937</cp:lastModifiedBy>
  <cp:revision>9</cp:revision>
  <cp:lastPrinted>2025-03-07T15:58:00Z</cp:lastPrinted>
  <dcterms:created xsi:type="dcterms:W3CDTF">2025-03-07T15:58:00Z</dcterms:created>
  <dcterms:modified xsi:type="dcterms:W3CDTF">2026-04-06T12:34:41Z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y fmtid="{D5CDD505-2E9C-101B-9397-08002B2CF9AE}" pid="6" name="KSOProductBuildVer">
    <vt:lpwstr>2052-12.1.0.25225</vt:lpwstr>
  </property>
  <property fmtid="{D5CDD505-2E9C-101B-9397-08002B2CF9AE}" pid="7" name="ICV">
    <vt:lpwstr>52151847480740D0935E9CA5DBAC5CD7_12</vt:lpwstr>
  </property>
</Properties>
</file>